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257" r:id="rId3"/>
    <p:sldId id="262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8" userDrawn="1">
          <p15:clr>
            <a:srgbClr val="A4A3A4"/>
          </p15:clr>
        </p15:guide>
        <p15:guide id="2" pos="38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48"/>
        <p:guide pos="385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400" b="1"/>
              <a:t>白细胞能对齐，CRP 对不齐</a:t>
            </a:r>
            <a:endParaRPr lang="en-US" sz="1400" b="1"/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白细胞</c:f>
              <c:strCache>
                <c:ptCount val="1"/>
                <c:pt idx="0">
                  <c:v>白细胞</c:v>
                </c:pt>
              </c:strCache>
            </c:strRef>
          </c:tx>
          <c:spPr>
            <a:solidFill>
              <a:srgbClr val="0070C0"/>
            </a:solidFill>
          </c:spPr>
          <c:invertIfNegative val="0"/>
          <c:dLbls>
            <c:delete val="1"/>
          </c:dLbls>
          <c:cat>
            <c:strRef>
              <c:f>{"省中医院","广安门","MIMIC窗口"}</c:f>
              <c:strCache>
                <c:ptCount val="3"/>
                <c:pt idx="0">
                  <c:v>省中医院</c:v>
                </c:pt>
                <c:pt idx="1">
                  <c:v>广安门</c:v>
                </c:pt>
                <c:pt idx="2">
                  <c:v>MIMIC窗口</c:v>
                </c:pt>
              </c:strCache>
            </c:strRef>
          </c:cat>
          <c:val>
            <c:numRef>
              <c:f>{98.7,99.4,82.5}</c:f>
              <c:numCache>
                <c:formatCode>General</c:formatCode>
                <c:ptCount val="3"/>
                <c:pt idx="0">
                  <c:v>98.7</c:v>
                </c:pt>
                <c:pt idx="1">
                  <c:v>99.4</c:v>
                </c:pt>
                <c:pt idx="2">
                  <c:v>82.5</c:v>
                </c:pt>
              </c:numCache>
            </c:numRef>
          </c:val>
        </c:ser>
        <c:ser>
          <c:idx val="1"/>
          <c:order val="1"/>
          <c:tx>
            <c:strRef>
              <c:f>CRP</c:f>
              <c:strCache>
                <c:ptCount val="1"/>
                <c:pt idx="0">
                  <c:v>CRP</c:v>
                </c:pt>
              </c:strCache>
            </c:strRef>
          </c:tx>
          <c:spPr>
            <a:solidFill>
              <a:srgbClr val="8FB8DE"/>
            </a:solidFill>
          </c:spPr>
          <c:invertIfNegative val="0"/>
          <c:dLbls>
            <c:delete val="1"/>
          </c:dLbls>
          <c:cat>
            <c:strRef>
              <c:f>{"省中医院","广安门","MIMIC窗口"}</c:f>
              <c:strCache>
                <c:ptCount val="3"/>
                <c:pt idx="0">
                  <c:v>省中医院</c:v>
                </c:pt>
                <c:pt idx="1">
                  <c:v>广安门</c:v>
                </c:pt>
                <c:pt idx="2">
                  <c:v>MIMIC窗口</c:v>
                </c:pt>
              </c:strCache>
            </c:strRef>
          </c:cat>
          <c:val>
            <c:numRef>
              <c:f>{91.6,99.4,1.1}</c:f>
              <c:numCache>
                <c:formatCode>General</c:formatCode>
                <c:ptCount val="3"/>
                <c:pt idx="0">
                  <c:v>91.6</c:v>
                </c:pt>
                <c:pt idx="1">
                  <c:v>99.4</c:v>
                </c:pt>
                <c:pt idx="2">
                  <c:v>1.1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1F2937"/>
                </a:solidFill>
                <a:latin typeface="微软雅黑"/>
                <a:ea typeface="微软雅黑"/>
                <a:cs typeface="+mn-cs"/>
              </a:defRPr>
            </a:pPr>
          </a:p>
        </c:txPr>
        <c:crossAx val="2"/>
        <c:crosses val="autoZero"/>
        <c:auto val="1"/>
        <c:lblAlgn val="ctr"/>
        <c:lblOffset val="100"/>
        <c:noMultiLvlLbl val="0"/>
      </c:catAx>
      <c:valAx>
        <c:axId val="2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1F2937"/>
                </a:solidFill>
                <a:latin typeface="微软雅黑"/>
                <a:ea typeface="微软雅黑"/>
                <a:cs typeface="+mn-cs"/>
              </a:defRPr>
            </a:pPr>
          </a:p>
        </c:txPr>
        <c:crossAx val="1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rgbClr val="1F2937"/>
              </a:solidFill>
              <a:latin typeface="微软雅黑"/>
              <a:ea typeface="微软雅黑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e96dcea-bff0-4c2d-8d42-9cf3dbae7a56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400" b="1"/>
              <a:t>GD 外部验证 AUROC</a:t>
            </a:r>
            <a:endParaRPr lang="en-US" sz="1400" b="1"/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AUROC</c:f>
              <c:strCache>
                <c:ptCount val="1"/>
                <c:pt idx="0">
                  <c:v>AUROC</c:v>
                </c:pt>
              </c:strCache>
            </c:strRef>
          </c:tx>
          <c:spPr>
            <a:solidFill>
              <a:srgbClr val="0070C0"/>
            </a:solidFill>
          </c:spPr>
          <c:invertIfNegative val="0"/>
          <c:dLbls>
            <c:delete val="1"/>
          </c:dLbls>
          <c:cat>
            <c:strRef>
              <c:f>{"MIRA","URB-65","Qwen8B","逻辑回归","LightGBM","TabPFN"}</c:f>
              <c:strCache>
                <c:ptCount val="6"/>
                <c:pt idx="0">
                  <c:v>MIRA</c:v>
                </c:pt>
                <c:pt idx="1">
                  <c:v>URB-65</c:v>
                </c:pt>
                <c:pt idx="2">
                  <c:v>Qwen8B</c:v>
                </c:pt>
                <c:pt idx="3">
                  <c:v>逻辑回归</c:v>
                </c:pt>
                <c:pt idx="4">
                  <c:v>LightGBM</c:v>
                </c:pt>
                <c:pt idx="5">
                  <c:v>TabPFN</c:v>
                </c:pt>
              </c:strCache>
            </c:strRef>
          </c:cat>
          <c:val>
            <c:numRef>
              <c:f>{0.609,0.631,0.731,0.733,0.737,0.739}</c:f>
              <c:numCache>
                <c:formatCode>General</c:formatCode>
                <c:ptCount val="6"/>
                <c:pt idx="0">
                  <c:v>0.609</c:v>
                </c:pt>
                <c:pt idx="1">
                  <c:v>0.631</c:v>
                </c:pt>
                <c:pt idx="2">
                  <c:v>0.731</c:v>
                </c:pt>
                <c:pt idx="3">
                  <c:v>0.733</c:v>
                </c:pt>
                <c:pt idx="4">
                  <c:v>0.737</c:v>
                </c:pt>
                <c:pt idx="5">
                  <c:v>0.739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1F2937"/>
                </a:solidFill>
                <a:latin typeface="微软雅黑"/>
                <a:ea typeface="微软雅黑"/>
                <a:cs typeface="+mn-cs"/>
              </a:defRPr>
            </a:pPr>
          </a:p>
        </c:txPr>
        <c:crossAx val="2"/>
        <c:crosses val="autoZero"/>
        <c:auto val="1"/>
        <c:lblAlgn val="ctr"/>
        <c:lblOffset val="100"/>
        <c:noMultiLvlLbl val="0"/>
      </c:catAx>
      <c:valAx>
        <c:axId val="2"/>
        <c:scaling>
          <c:orientation val="minMax"/>
          <c:max val="0.85"/>
          <c:min val="0.5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1F2937"/>
                </a:solidFill>
                <a:latin typeface="微软雅黑"/>
                <a:ea typeface="微软雅黑"/>
                <a:cs typeface="+mn-cs"/>
              </a:defRPr>
            </a:pPr>
          </a:p>
        </c:txPr>
        <c:crossAx val="1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1c4498c1-c157-4c1b-8c12-239fa364f83d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两家医院只做变量对齐。省中医院 297 次住院，广安门住院 173 次，门诊 1166 次不进住院任务。同日白细胞、血红蛋白、血小板完全相同的指纹是 0 组。覆盖率接近，但省中医院每个变量中位 1 到 2 个点，广安门体征 7 到 9 个点，而且部分时间是病程书写时间。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两家医院只做变量对齐。省中医院 297 次住院，广安门住院 173 次，门诊 1166 次不进住院任务。同日白细胞、血红蛋白、血小板完全相同的指纹是 0 组。覆盖率接近，但省中医院每个变量中位 1 到 2 个点，广安门体征 7 到 9 个点，而且部分时间是病程书写时间。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公开三库的进度不一样。MIMIC 有 659 个可联结住院，血常规大约 82.5%，CRP 只有 7/659。eICU 成人首科呼吸道感染候选 15929，当前规则下严格流感是 0，而且全员已在 ICU。MC-MED 有 118385 次就诊，还没有正式 CDM 队列。0 不能说成这个库没有流感病人。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白细胞在三边都高，CRP 在医院超过 90%，在这份 MIMIC 窗口只有 1.1%。所以能共享的是天级血常规和核心体征。血压的有创无创、动脉血氧和指脉氧不能直接并。eICU 不能用新发 ICU 当终点。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这是医院 v1.0，不是未完成的六模型正式敏感性。GAM 163 次 10 个事件训练，GD 292 次 38 个事件只评一次。TabPFN 0.739，逻辑回归 0.733，差值 0.007 且区间跨 0。MIRA 0.609，差值负 0.124 且区间不含 0。O/E 1.18 到 2.81 是低估。26/38 事件在索引当天。公开时序的 GRU 大约 0.79 是另一套小时任务，不能和这张图比。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105 是省中医院事件表里做了正负一到两年修正的条数，不是 105 个患者。7/659 和 26/38、eICU 的 0 都是当前版本的限制。MIMIC 急诊体征时间被写成到院时间这件事还没修完。不要把 300 条 MOMENT、Chronos 试点说成后训练已经完成。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1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>
            <a:spLocks noGrp="1"/>
          </p:cNvSpPr>
          <p:nvPr/>
        </p:nvSpPr>
        <p:spPr>
          <a:xfrm>
            <a:off x="815340" y="902970"/>
            <a:ext cx="6209030" cy="10922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</p:sp>
      <p:cxnSp>
        <p:nvCxnSpPr>
          <p:cNvPr id="86" name="Line 3"/>
          <p:cNvCxnSpPr/>
          <p:nvPr/>
        </p:nvCxnSpPr>
        <p:spPr>
          <a:xfrm>
            <a:off x="815340" y="902970"/>
            <a:ext cx="10610850" cy="0"/>
          </a:xfrm>
          <a:prstGeom prst="straightConnector1">
            <a:avLst/>
          </a:prstGeom>
          <a:ln w="13546">
            <a:solidFill>
              <a:srgbClr val="0070C0"/>
            </a:solidFill>
          </a:ln>
        </p:spPr>
      </p:cxnSp>
      <p:sp>
        <p:nvSpPr>
          <p:cNvPr id="4" name="矩形: 圆角 13-shape"/>
          <p:cNvSpPr>
            <a:spLocks noGrp="1"/>
          </p:cNvSpPr>
          <p:nvPr/>
        </p:nvSpPr>
        <p:spPr>
          <a:xfrm>
            <a:off x="1066800" y="1059180"/>
            <a:ext cx="10287000" cy="685800"/>
          </a:xfrm>
          <a:prstGeom prst="roundRect">
            <a:avLst>
              <a:gd name="adj" fmla="val 3962"/>
            </a:avLst>
          </a:prstGeom>
          <a:solidFill>
            <a:srgbClr val="FFFFFF"/>
          </a:solidFill>
          <a:ln>
            <a:noFill/>
          </a:ln>
          <a:effectLst>
            <a:outerShdw blurRad="571500" algn="bl" rotWithShape="0">
              <a:srgbClr val="0070C0">
                <a:alpha val="20000"/>
              </a:srgbClr>
            </a:outerShdw>
          </a:effectLst>
        </p:spPr>
      </p:sp>
      <p:sp>
        <p:nvSpPr>
          <p:cNvPr id="5" name="矩形: 圆角 13-text"/>
          <p:cNvSpPr>
            <a:spLocks noGrp="1"/>
          </p:cNvSpPr>
          <p:nvPr/>
        </p:nvSpPr>
        <p:spPr>
          <a:xfrm>
            <a:off x="1066800" y="1059180"/>
            <a:ext cx="10287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285750" indent="-285750" algn="l">
              <a:lnSpc>
                <a:spcPct val="100000"/>
              </a:lnSpc>
              <a:buClrTx/>
              <a:buSzTx/>
              <a:buFont typeface="Wingdings" panose="05000000000000000000"/>
              <a:buChar char="p"/>
            </a:pPr>
            <a:r>
              <a:rPr lang="zh-CN" sz="2000">
                <a:latin typeface="微软雅黑" charset="-122"/>
                <a:ea typeface="微软雅黑" charset="-122"/>
                <a:cs typeface="微软雅黑" charset="-122"/>
              </a:rPr>
              <a:t>对于医院的两次数据集</a:t>
            </a:r>
            <a:r>
              <a:rPr lang="en-US" altLang="zh-CN" sz="2000">
                <a:latin typeface="微软雅黑" charset="-122"/>
                <a:ea typeface="微软雅黑" charset="-122"/>
                <a:cs typeface="微软雅黑" charset="-122"/>
              </a:rPr>
              <a:t>，</a:t>
            </a:r>
            <a:r>
              <a:rPr lang="zh-CN" altLang="en-US" sz="2000">
                <a:latin typeface="微软雅黑" charset="-122"/>
                <a:ea typeface="微软雅黑" charset="-122"/>
                <a:cs typeface="微软雅黑" charset="-122"/>
              </a:rPr>
              <a:t>进行变量级别</a:t>
            </a:r>
            <a:r>
              <a:rPr lang="en-US" altLang="zh-CN" sz="2000">
                <a:latin typeface="微软雅黑" charset="-122"/>
                <a:ea typeface="微软雅黑" charset="-122"/>
                <a:cs typeface="微软雅黑" charset="-122"/>
              </a:rPr>
              <a:t>（</a:t>
            </a:r>
            <a:r>
              <a:rPr lang="zh-CN" altLang="en-US" sz="2000">
                <a:latin typeface="微软雅黑" charset="-122"/>
                <a:ea typeface="微软雅黑" charset="-122"/>
                <a:cs typeface="微软雅黑" charset="-122"/>
              </a:rPr>
              <a:t>部分可对齐的数据</a:t>
            </a:r>
            <a:r>
              <a:rPr lang="en-US" altLang="zh-CN" sz="2000">
                <a:latin typeface="微软雅黑" charset="-122"/>
                <a:ea typeface="微软雅黑" charset="-122"/>
                <a:cs typeface="微软雅黑" charset="-122"/>
              </a:rPr>
              <a:t>，</a:t>
            </a:r>
            <a:r>
              <a:rPr lang="zh-CN" altLang="en-US" sz="2000">
                <a:latin typeface="微软雅黑" charset="-122"/>
                <a:ea typeface="微软雅黑" charset="-122"/>
                <a:cs typeface="微软雅黑" charset="-122"/>
              </a:rPr>
              <a:t>例如血检相关指标</a:t>
            </a:r>
            <a:r>
              <a:rPr lang="en-US" altLang="zh-CN" sz="2000">
                <a:latin typeface="微软雅黑" charset="-122"/>
                <a:ea typeface="微软雅黑" charset="-122"/>
                <a:cs typeface="微软雅黑" charset="-122"/>
              </a:rPr>
              <a:t>、</a:t>
            </a:r>
            <a:r>
              <a:rPr lang="zh-CN" altLang="en-US" sz="2000">
                <a:latin typeface="微软雅黑" charset="-122"/>
                <a:ea typeface="微软雅黑" charset="-122"/>
                <a:cs typeface="微软雅黑" charset="-122"/>
              </a:rPr>
              <a:t>生命体征等</a:t>
            </a:r>
            <a:r>
              <a:rPr lang="en-US" altLang="zh-CN" sz="2000">
                <a:latin typeface="微软雅黑" charset="-122"/>
                <a:ea typeface="微软雅黑" charset="-122"/>
                <a:cs typeface="微软雅黑" charset="-122"/>
              </a:rPr>
              <a:t>）</a:t>
            </a:r>
            <a:r>
              <a:rPr lang="zh-CN" altLang="en-US" sz="2000">
                <a:latin typeface="微软雅黑" charset="-122"/>
                <a:ea typeface="微软雅黑" charset="-122"/>
                <a:cs typeface="微软雅黑" charset="-122"/>
              </a:rPr>
              <a:t>的</a:t>
            </a:r>
            <a:r>
              <a:rPr lang="zh-CN" altLang="en-US" sz="2000">
                <a:latin typeface="微软雅黑" charset="-122"/>
                <a:ea typeface="微软雅黑" charset="-122"/>
                <a:cs typeface="微软雅黑" charset="-122"/>
              </a:rPr>
              <a:t>对齐</a:t>
            </a:r>
            <a:endParaRPr lang="zh-CN" altLang="en-US" sz="20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6" name="矩形: 圆角 16"/>
          <p:cNvSpPr>
            <a:spLocks noGrp="1"/>
          </p:cNvSpPr>
          <p:nvPr/>
        </p:nvSpPr>
        <p:spPr>
          <a:xfrm>
            <a:off x="1066800" y="1875790"/>
            <a:ext cx="10287000" cy="3948430"/>
          </a:xfrm>
          <a:prstGeom prst="roundRect">
            <a:avLst>
              <a:gd name="adj" fmla="val 2882"/>
            </a:avLst>
          </a:prstGeom>
          <a:solidFill>
            <a:srgbClr val="FFFFFF"/>
          </a:solidFill>
          <a:ln>
            <a:noFill/>
          </a:ln>
          <a:effectLst>
            <a:outerShdw blurRad="571500" algn="bl" rotWithShape="0">
              <a:srgbClr val="0070C0">
                <a:alpha val="20000"/>
              </a:srgbClr>
            </a:outerShdw>
          </a:effectLst>
        </p:spPr>
      </p:sp>
      <p:sp>
        <p:nvSpPr>
          <p:cNvPr id="7" name="圆角矩形 26"/>
          <p:cNvSpPr>
            <a:spLocks noGrp="1"/>
          </p:cNvSpPr>
          <p:nvPr/>
        </p:nvSpPr>
        <p:spPr>
          <a:xfrm>
            <a:off x="1122680" y="5967730"/>
            <a:ext cx="10179050" cy="6019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rgbClr val="D9D9D9"/>
            </a:solidFill>
          </a:ln>
        </p:spPr>
      </p:sp>
      <p:sp>
        <p:nvSpPr>
          <p:cNvPr id="8" name="矩形 93"/>
          <p:cNvSpPr>
            <a:spLocks noGrp="1"/>
          </p:cNvSpPr>
          <p:nvPr/>
        </p:nvSpPr>
        <p:spPr>
          <a:xfrm>
            <a:off x="1066800" y="5928360"/>
            <a:ext cx="355600" cy="28829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rgbClr val="1D4999"/>
          </a:solidFill>
          <a:ln>
            <a:noFill/>
          </a:ln>
        </p:spPr>
      </p:sp>
      <p:sp>
        <p:nvSpPr>
          <p:cNvPr id="9" name="矩形 93-2"/>
          <p:cNvSpPr>
            <a:spLocks noGrp="1"/>
          </p:cNvSpPr>
          <p:nvPr/>
        </p:nvSpPr>
        <p:spPr>
          <a:xfrm rot="10800000">
            <a:off x="10998200" y="6342380"/>
            <a:ext cx="355600" cy="28829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rgbClr val="1D4999"/>
          </a:solidFill>
          <a:ln>
            <a:noFill/>
          </a:ln>
        </p:spPr>
      </p:sp>
      <p:sp>
        <p:nvSpPr>
          <p:cNvPr id="10" name="灯片编号占位符 5"/>
          <p:cNvSpPr>
            <a:spLocks noGrp="1"/>
          </p:cNvSpPr>
          <p:nvPr/>
        </p:nvSpPr>
        <p:spPr>
          <a:xfrm>
            <a:off x="11506200" y="643001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1200" i="0">
                <a:solidFill>
                  <a:srgbClr val="5555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</a:t>
            </a:r>
            <a:endParaRPr sz="1200"/>
          </a:p>
        </p:txBody>
      </p:sp>
      <p:sp>
        <p:nvSpPr>
          <p:cNvPr id="11" name="矩形 19"/>
          <p:cNvSpPr>
            <a:spLocks noGrp="1"/>
          </p:cNvSpPr>
          <p:nvPr/>
        </p:nvSpPr>
        <p:spPr>
          <a:xfrm>
            <a:off x="0" y="91440"/>
            <a:ext cx="3429000" cy="584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sz="3200" b="1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 </a:t>
            </a:r>
            <a:r>
              <a:rPr lang="zh-CN" altLang="en-US" sz="3200" b="1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私有数据</a:t>
            </a:r>
            <a:r>
              <a:rPr lang="zh-CN" altLang="en-US" sz="3200" b="1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集对齐</a:t>
            </a:r>
            <a:endParaRPr lang="zh-CN" altLang="en-US" sz="3200" b="1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2" name="Rectangle 7"/>
          <p:cNvSpPr>
            <a:spLocks noGrp="1"/>
          </p:cNvSpPr>
          <p:nvPr/>
        </p:nvSpPr>
        <p:spPr>
          <a:xfrm>
            <a:off x="9972040" y="467360"/>
            <a:ext cx="180340" cy="6350"/>
          </a:xfrm>
          <a:prstGeom prst="rect">
            <a:avLst/>
          </a:prstGeom>
          <a:solidFill>
            <a:srgbClr val="005A9F"/>
          </a:solidFill>
          <a:ln>
            <a:noFill/>
          </a:ln>
        </p:spPr>
      </p:sp>
      <p:sp>
        <p:nvSpPr>
          <p:cNvPr id="13" name="Freeform 8"/>
          <p:cNvSpPr>
            <a:spLocks noGrp="1"/>
          </p:cNvSpPr>
          <p:nvPr/>
        </p:nvSpPr>
        <p:spPr>
          <a:xfrm>
            <a:off x="9862820" y="238760"/>
            <a:ext cx="400050" cy="256540"/>
          </a:xfrm>
          <a:custGeom>
            <a:avLst/>
            <a:gdLst/>
            <a:ahLst/>
            <a:cxnLst/>
            <a:rect l="l" t="t" r="r" b="b"/>
            <a:pathLst>
              <a:path w="259" h="165">
                <a:moveTo>
                  <a:pt x="129" y="4"/>
                </a:moveTo>
                <a:cubicBezTo>
                  <a:pt x="198" y="4"/>
                  <a:pt x="255" y="39"/>
                  <a:pt x="255" y="83"/>
                </a:cubicBezTo>
                <a:cubicBezTo>
                  <a:pt x="255" y="126"/>
                  <a:pt x="198" y="161"/>
                  <a:pt x="129" y="161"/>
                </a:cubicBezTo>
                <a:cubicBezTo>
                  <a:pt x="61" y="161"/>
                  <a:pt x="4" y="126"/>
                  <a:pt x="4" y="83"/>
                </a:cubicBezTo>
                <a:cubicBezTo>
                  <a:pt x="4" y="39"/>
                  <a:pt x="61" y="4"/>
                  <a:pt x="129" y="4"/>
                </a:cubicBezTo>
                <a:close/>
                <a:moveTo>
                  <a:pt x="129" y="0"/>
                </a:moveTo>
                <a:cubicBezTo>
                  <a:pt x="201" y="0"/>
                  <a:pt x="259" y="37"/>
                  <a:pt x="259" y="83"/>
                </a:cubicBezTo>
                <a:cubicBezTo>
                  <a:pt x="259" y="128"/>
                  <a:pt x="201" y="165"/>
                  <a:pt x="129" y="165"/>
                </a:cubicBezTo>
                <a:cubicBezTo>
                  <a:pt x="58" y="165"/>
                  <a:pt x="0" y="128"/>
                  <a:pt x="0" y="83"/>
                </a:cubicBezTo>
                <a:cubicBezTo>
                  <a:pt x="0" y="37"/>
                  <a:pt x="58" y="0"/>
                  <a:pt x="129" y="0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4" name="Freeform 9"/>
          <p:cNvSpPr>
            <a:spLocks noGrp="1"/>
          </p:cNvSpPr>
          <p:nvPr/>
        </p:nvSpPr>
        <p:spPr>
          <a:xfrm>
            <a:off x="9899650" y="238760"/>
            <a:ext cx="326390" cy="256540"/>
          </a:xfrm>
          <a:custGeom>
            <a:avLst/>
            <a:gdLst/>
            <a:ahLst/>
            <a:cxnLst/>
            <a:rect l="l" t="t" r="r" b="b"/>
            <a:pathLst>
              <a:path w="211" h="165">
                <a:moveTo>
                  <a:pt x="105" y="4"/>
                </a:moveTo>
                <a:cubicBezTo>
                  <a:pt x="161" y="4"/>
                  <a:pt x="207" y="39"/>
                  <a:pt x="207" y="83"/>
                </a:cubicBezTo>
                <a:cubicBezTo>
                  <a:pt x="207" y="126"/>
                  <a:pt x="161" y="161"/>
                  <a:pt x="105" y="161"/>
                </a:cubicBezTo>
                <a:cubicBezTo>
                  <a:pt x="50" y="161"/>
                  <a:pt x="4" y="126"/>
                  <a:pt x="4" y="83"/>
                </a:cubicBezTo>
                <a:cubicBezTo>
                  <a:pt x="4" y="39"/>
                  <a:pt x="50" y="4"/>
                  <a:pt x="105" y="4"/>
                </a:cubicBezTo>
                <a:close/>
                <a:moveTo>
                  <a:pt x="105" y="0"/>
                </a:moveTo>
                <a:cubicBezTo>
                  <a:pt x="163" y="0"/>
                  <a:pt x="211" y="37"/>
                  <a:pt x="211" y="83"/>
                </a:cubicBezTo>
                <a:cubicBezTo>
                  <a:pt x="211" y="128"/>
                  <a:pt x="163" y="165"/>
                  <a:pt x="105" y="165"/>
                </a:cubicBezTo>
                <a:cubicBezTo>
                  <a:pt x="48" y="165"/>
                  <a:pt x="0" y="128"/>
                  <a:pt x="0" y="83"/>
                </a:cubicBezTo>
                <a:cubicBezTo>
                  <a:pt x="0" y="37"/>
                  <a:pt x="48" y="0"/>
                  <a:pt x="105" y="0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5" name="Freeform 10"/>
          <p:cNvSpPr>
            <a:spLocks noGrp="1"/>
          </p:cNvSpPr>
          <p:nvPr/>
        </p:nvSpPr>
        <p:spPr>
          <a:xfrm>
            <a:off x="9777730" y="157480"/>
            <a:ext cx="568960" cy="412750"/>
          </a:xfrm>
          <a:custGeom>
            <a:avLst/>
            <a:gdLst/>
            <a:ahLst/>
            <a:cxnLst/>
            <a:rect l="l" t="t" r="r" b="b"/>
            <a:pathLst>
              <a:path w="368" h="265">
                <a:moveTo>
                  <a:pt x="184" y="0"/>
                </a:moveTo>
                <a:cubicBezTo>
                  <a:pt x="286" y="0"/>
                  <a:pt x="368" y="60"/>
                  <a:pt x="368" y="133"/>
                </a:cubicBezTo>
                <a:cubicBezTo>
                  <a:pt x="368" y="206"/>
                  <a:pt x="286" y="265"/>
                  <a:pt x="184" y="265"/>
                </a:cubicBezTo>
                <a:cubicBezTo>
                  <a:pt x="83" y="265"/>
                  <a:pt x="0" y="206"/>
                  <a:pt x="0" y="133"/>
                </a:cubicBezTo>
                <a:cubicBezTo>
                  <a:pt x="0" y="60"/>
                  <a:pt x="83" y="0"/>
                  <a:pt x="184" y="0"/>
                </a:cubicBezTo>
                <a:close/>
                <a:moveTo>
                  <a:pt x="184" y="7"/>
                </a:moveTo>
                <a:cubicBezTo>
                  <a:pt x="280" y="7"/>
                  <a:pt x="359" y="64"/>
                  <a:pt x="359" y="133"/>
                </a:cubicBezTo>
                <a:cubicBezTo>
                  <a:pt x="359" y="202"/>
                  <a:pt x="280" y="258"/>
                  <a:pt x="184" y="258"/>
                </a:cubicBezTo>
                <a:cubicBezTo>
                  <a:pt x="88" y="258"/>
                  <a:pt x="9" y="202"/>
                  <a:pt x="9" y="133"/>
                </a:cubicBezTo>
                <a:cubicBezTo>
                  <a:pt x="9" y="64"/>
                  <a:pt x="88" y="7"/>
                  <a:pt x="184" y="7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6" name="Freeform 11"/>
          <p:cNvSpPr>
            <a:spLocks noGrp="1"/>
          </p:cNvSpPr>
          <p:nvPr/>
        </p:nvSpPr>
        <p:spPr>
          <a:xfrm>
            <a:off x="10007600" y="447040"/>
            <a:ext cx="107950" cy="17780"/>
          </a:xfrm>
          <a:custGeom>
            <a:avLst/>
            <a:gdLst/>
            <a:ahLst/>
            <a:cxnLst/>
            <a:rect l="l" t="t" r="r" b="b"/>
            <a:pathLst>
              <a:path w="70" h="11">
                <a:moveTo>
                  <a:pt x="0" y="0"/>
                </a:moveTo>
                <a:lnTo>
                  <a:pt x="1" y="0"/>
                </a:lnTo>
                <a:lnTo>
                  <a:pt x="2" y="6"/>
                </a:lnTo>
                <a:cubicBezTo>
                  <a:pt x="3" y="6"/>
                  <a:pt x="3" y="7"/>
                  <a:pt x="3" y="7"/>
                </a:cubicBezTo>
                <a:cubicBezTo>
                  <a:pt x="3" y="7"/>
                  <a:pt x="3" y="8"/>
                  <a:pt x="3" y="8"/>
                </a:cubicBezTo>
                <a:cubicBezTo>
                  <a:pt x="3" y="8"/>
                  <a:pt x="3" y="7"/>
                  <a:pt x="3" y="6"/>
                </a:cubicBezTo>
                <a:cubicBezTo>
                  <a:pt x="3" y="6"/>
                  <a:pt x="3" y="6"/>
                  <a:pt x="3" y="6"/>
                </a:cubicBezTo>
                <a:lnTo>
                  <a:pt x="4" y="0"/>
                </a:lnTo>
                <a:lnTo>
                  <a:pt x="5" y="0"/>
                </a:lnTo>
                <a:lnTo>
                  <a:pt x="7" y="6"/>
                </a:lnTo>
                <a:cubicBezTo>
                  <a:pt x="7" y="6"/>
                  <a:pt x="7" y="7"/>
                  <a:pt x="7" y="7"/>
                </a:cubicBezTo>
                <a:cubicBezTo>
                  <a:pt x="7" y="7"/>
                  <a:pt x="7" y="8"/>
                  <a:pt x="7" y="8"/>
                </a:cubicBezTo>
                <a:cubicBezTo>
                  <a:pt x="7" y="8"/>
                  <a:pt x="7" y="7"/>
                  <a:pt x="7" y="7"/>
                </a:cubicBezTo>
                <a:cubicBezTo>
                  <a:pt x="7" y="7"/>
                  <a:pt x="7" y="6"/>
                  <a:pt x="7" y="6"/>
                </a:cubicBezTo>
                <a:lnTo>
                  <a:pt x="8" y="0"/>
                </a:lnTo>
                <a:lnTo>
                  <a:pt x="10" y="0"/>
                </a:lnTo>
                <a:lnTo>
                  <a:pt x="7" y="10"/>
                </a:lnTo>
                <a:lnTo>
                  <a:pt x="6" y="10"/>
                </a:lnTo>
                <a:lnTo>
                  <a:pt x="5" y="5"/>
                </a:lnTo>
                <a:cubicBezTo>
                  <a:pt x="5" y="4"/>
                  <a:pt x="5" y="4"/>
                  <a:pt x="5" y="4"/>
                </a:cubicBezTo>
                <a:cubicBezTo>
                  <a:pt x="5" y="3"/>
                  <a:pt x="5" y="3"/>
                  <a:pt x="5" y="2"/>
                </a:cubicBezTo>
                <a:cubicBezTo>
                  <a:pt x="5" y="3"/>
                  <a:pt x="5" y="3"/>
                  <a:pt x="5" y="4"/>
                </a:cubicBezTo>
                <a:cubicBezTo>
                  <a:pt x="5" y="4"/>
                  <a:pt x="5" y="4"/>
                  <a:pt x="4" y="5"/>
                </a:cubicBezTo>
                <a:lnTo>
                  <a:pt x="3" y="10"/>
                </a:lnTo>
                <a:lnTo>
                  <a:pt x="2" y="10"/>
                </a:lnTo>
                <a:lnTo>
                  <a:pt x="0" y="0"/>
                </a:lnTo>
                <a:close/>
              </a:path>
              <a:path w="70" h="11">
                <a:moveTo>
                  <a:pt x="10" y="0"/>
                </a:moveTo>
                <a:lnTo>
                  <a:pt x="12" y="0"/>
                </a:lnTo>
                <a:lnTo>
                  <a:pt x="12" y="7"/>
                </a:lnTo>
                <a:cubicBezTo>
                  <a:pt x="12" y="8"/>
                  <a:pt x="12" y="8"/>
                  <a:pt x="12" y="9"/>
                </a:cubicBezTo>
                <a:cubicBezTo>
                  <a:pt x="12" y="9"/>
                  <a:pt x="13" y="9"/>
                  <a:pt x="13" y="9"/>
                </a:cubicBezTo>
                <a:cubicBezTo>
                  <a:pt x="14" y="9"/>
                  <a:pt x="14" y="9"/>
                  <a:pt x="15" y="9"/>
                </a:cubicBezTo>
                <a:cubicBezTo>
                  <a:pt x="15" y="8"/>
                  <a:pt x="15" y="8"/>
                  <a:pt x="15" y="7"/>
                </a:cubicBezTo>
                <a:lnTo>
                  <a:pt x="15" y="0"/>
                </a:lnTo>
                <a:lnTo>
                  <a:pt x="16" y="0"/>
                </a:lnTo>
                <a:lnTo>
                  <a:pt x="16" y="7"/>
                </a:lnTo>
                <a:cubicBezTo>
                  <a:pt x="16" y="8"/>
                  <a:pt x="16" y="9"/>
                  <a:pt x="15" y="10"/>
                </a:cubicBezTo>
                <a:cubicBezTo>
                  <a:pt x="15" y="10"/>
                  <a:pt x="14" y="11"/>
                  <a:pt x="13" y="11"/>
                </a:cubicBezTo>
                <a:cubicBezTo>
                  <a:pt x="12" y="11"/>
                  <a:pt x="12" y="10"/>
                  <a:pt x="11" y="10"/>
                </a:cubicBezTo>
                <a:cubicBezTo>
                  <a:pt x="11" y="9"/>
                  <a:pt x="10" y="8"/>
                  <a:pt x="10" y="7"/>
                </a:cubicBezTo>
                <a:lnTo>
                  <a:pt x="10" y="0"/>
                </a:lnTo>
                <a:close/>
              </a:path>
              <a:path w="70" h="11">
                <a:moveTo>
                  <a:pt x="18" y="0"/>
                </a:moveTo>
                <a:lnTo>
                  <a:pt x="19" y="0"/>
                </a:lnTo>
                <a:lnTo>
                  <a:pt x="19" y="4"/>
                </a:lnTo>
                <a:lnTo>
                  <a:pt x="22" y="4"/>
                </a:lnTo>
                <a:lnTo>
                  <a:pt x="22" y="0"/>
                </a:lnTo>
                <a:lnTo>
                  <a:pt x="23" y="0"/>
                </a:lnTo>
                <a:lnTo>
                  <a:pt x="23" y="10"/>
                </a:lnTo>
                <a:lnTo>
                  <a:pt x="22" y="10"/>
                </a:lnTo>
                <a:lnTo>
                  <a:pt x="22" y="6"/>
                </a:lnTo>
                <a:lnTo>
                  <a:pt x="19" y="6"/>
                </a:lnTo>
                <a:lnTo>
                  <a:pt x="19" y="10"/>
                </a:lnTo>
                <a:lnTo>
                  <a:pt x="18" y="10"/>
                </a:lnTo>
                <a:lnTo>
                  <a:pt x="18" y="0"/>
                </a:lnTo>
                <a:close/>
              </a:path>
              <a:path w="70" h="11">
                <a:moveTo>
                  <a:pt x="26" y="0"/>
                </a:moveTo>
                <a:lnTo>
                  <a:pt x="28" y="0"/>
                </a:lnTo>
                <a:lnTo>
                  <a:pt x="30" y="10"/>
                </a:lnTo>
                <a:lnTo>
                  <a:pt x="29" y="10"/>
                </a:lnTo>
                <a:lnTo>
                  <a:pt x="29" y="8"/>
                </a:lnTo>
                <a:lnTo>
                  <a:pt x="26" y="8"/>
                </a:lnTo>
                <a:lnTo>
                  <a:pt x="25" y="10"/>
                </a:lnTo>
                <a:lnTo>
                  <a:pt x="24" y="10"/>
                </a:lnTo>
                <a:lnTo>
                  <a:pt x="26" y="0"/>
                </a:lnTo>
                <a:close/>
                <a:moveTo>
                  <a:pt x="27" y="1"/>
                </a:moveTo>
                <a:lnTo>
                  <a:pt x="26" y="6"/>
                </a:lnTo>
                <a:lnTo>
                  <a:pt x="28" y="6"/>
                </a:lnTo>
                <a:lnTo>
                  <a:pt x="27" y="1"/>
                </a:lnTo>
                <a:close/>
              </a:path>
              <a:path w="70" h="11">
                <a:moveTo>
                  <a:pt x="31" y="0"/>
                </a:moveTo>
                <a:lnTo>
                  <a:pt x="32" y="0"/>
                </a:lnTo>
                <a:lnTo>
                  <a:pt x="35" y="6"/>
                </a:lnTo>
                <a:cubicBezTo>
                  <a:pt x="35" y="6"/>
                  <a:pt x="35" y="7"/>
                  <a:pt x="35" y="7"/>
                </a:cubicBezTo>
                <a:cubicBezTo>
                  <a:pt x="36" y="7"/>
                  <a:pt x="36" y="8"/>
                  <a:pt x="36" y="8"/>
                </a:cubicBezTo>
                <a:cubicBezTo>
                  <a:pt x="36" y="8"/>
                  <a:pt x="36" y="7"/>
                  <a:pt x="36" y="7"/>
                </a:cubicBezTo>
                <a:cubicBezTo>
                  <a:pt x="36" y="7"/>
                  <a:pt x="36" y="6"/>
                  <a:pt x="36" y="6"/>
                </a:cubicBezTo>
                <a:lnTo>
                  <a:pt x="36" y="0"/>
                </a:lnTo>
                <a:lnTo>
                  <a:pt x="37" y="0"/>
                </a:lnTo>
                <a:lnTo>
                  <a:pt x="37" y="10"/>
                </a:lnTo>
                <a:lnTo>
                  <a:pt x="36" y="10"/>
                </a:lnTo>
                <a:lnTo>
                  <a:pt x="33" y="4"/>
                </a:lnTo>
                <a:cubicBezTo>
                  <a:pt x="33" y="4"/>
                  <a:pt x="33" y="4"/>
                  <a:pt x="33" y="3"/>
                </a:cubicBezTo>
                <a:cubicBezTo>
                  <a:pt x="32" y="3"/>
                  <a:pt x="32" y="2"/>
                  <a:pt x="32" y="2"/>
                </a:cubicBezTo>
                <a:cubicBezTo>
                  <a:pt x="32" y="2"/>
                  <a:pt x="32" y="2"/>
                  <a:pt x="32" y="3"/>
                </a:cubicBezTo>
                <a:cubicBezTo>
                  <a:pt x="32" y="3"/>
                  <a:pt x="32" y="4"/>
                  <a:pt x="32" y="4"/>
                </a:cubicBezTo>
                <a:lnTo>
                  <a:pt x="32" y="10"/>
                </a:lnTo>
                <a:lnTo>
                  <a:pt x="31" y="10"/>
                </a:lnTo>
                <a:lnTo>
                  <a:pt x="31" y="0"/>
                </a:lnTo>
                <a:close/>
              </a:path>
              <a:path w="70" h="11">
                <a:moveTo>
                  <a:pt x="46" y="3"/>
                </a:moveTo>
                <a:lnTo>
                  <a:pt x="45" y="3"/>
                </a:lnTo>
                <a:cubicBezTo>
                  <a:pt x="45" y="3"/>
                  <a:pt x="45" y="2"/>
                  <a:pt x="44" y="2"/>
                </a:cubicBezTo>
                <a:cubicBezTo>
                  <a:pt x="44" y="1"/>
                  <a:pt x="44" y="1"/>
                  <a:pt x="43" y="1"/>
                </a:cubicBezTo>
                <a:cubicBezTo>
                  <a:pt x="43" y="1"/>
                  <a:pt x="42" y="2"/>
                  <a:pt x="42" y="2"/>
                </a:cubicBezTo>
                <a:cubicBezTo>
                  <a:pt x="42" y="3"/>
                  <a:pt x="42" y="4"/>
                  <a:pt x="42" y="5"/>
                </a:cubicBezTo>
                <a:cubicBezTo>
                  <a:pt x="42" y="7"/>
                  <a:pt x="42" y="8"/>
                  <a:pt x="42" y="8"/>
                </a:cubicBezTo>
                <a:cubicBezTo>
                  <a:pt x="42" y="9"/>
                  <a:pt x="43" y="9"/>
                  <a:pt x="43" y="9"/>
                </a:cubicBezTo>
                <a:cubicBezTo>
                  <a:pt x="44" y="9"/>
                  <a:pt x="44" y="9"/>
                  <a:pt x="45" y="9"/>
                </a:cubicBezTo>
                <a:cubicBezTo>
                  <a:pt x="45" y="8"/>
                  <a:pt x="45" y="8"/>
                  <a:pt x="45" y="7"/>
                </a:cubicBezTo>
                <a:lnTo>
                  <a:pt x="46" y="8"/>
                </a:lnTo>
                <a:cubicBezTo>
                  <a:pt x="46" y="9"/>
                  <a:pt x="46" y="9"/>
                  <a:pt x="45" y="10"/>
                </a:cubicBezTo>
                <a:cubicBezTo>
                  <a:pt x="45" y="10"/>
                  <a:pt x="44" y="11"/>
                  <a:pt x="43" y="11"/>
                </a:cubicBezTo>
                <a:cubicBezTo>
                  <a:pt x="42" y="11"/>
                  <a:pt x="42" y="10"/>
                  <a:pt x="41" y="9"/>
                </a:cubicBezTo>
                <a:cubicBezTo>
                  <a:pt x="41" y="8"/>
                  <a:pt x="40" y="7"/>
                  <a:pt x="40" y="5"/>
                </a:cubicBezTo>
                <a:cubicBezTo>
                  <a:pt x="40" y="4"/>
                  <a:pt x="41" y="2"/>
                  <a:pt x="41" y="1"/>
                </a:cubicBezTo>
                <a:cubicBezTo>
                  <a:pt x="42" y="0"/>
                  <a:pt x="43" y="0"/>
                  <a:pt x="43" y="0"/>
                </a:cubicBezTo>
                <a:cubicBezTo>
                  <a:pt x="44" y="0"/>
                  <a:pt x="45" y="0"/>
                  <a:pt x="45" y="1"/>
                </a:cubicBezTo>
                <a:cubicBezTo>
                  <a:pt x="46" y="1"/>
                  <a:pt x="46" y="2"/>
                  <a:pt x="46" y="3"/>
                </a:cubicBezTo>
                <a:close/>
              </a:path>
              <a:path w="70" h="11">
                <a:moveTo>
                  <a:pt x="47" y="0"/>
                </a:moveTo>
                <a:lnTo>
                  <a:pt x="48" y="0"/>
                </a:lnTo>
                <a:lnTo>
                  <a:pt x="48" y="4"/>
                </a:lnTo>
                <a:lnTo>
                  <a:pt x="52" y="4"/>
                </a:lnTo>
                <a:lnTo>
                  <a:pt x="52" y="0"/>
                </a:lnTo>
                <a:lnTo>
                  <a:pt x="53" y="0"/>
                </a:lnTo>
                <a:lnTo>
                  <a:pt x="53" y="10"/>
                </a:lnTo>
                <a:lnTo>
                  <a:pt x="52" y="10"/>
                </a:lnTo>
                <a:lnTo>
                  <a:pt x="52" y="6"/>
                </a:lnTo>
                <a:lnTo>
                  <a:pt x="48" y="6"/>
                </a:lnTo>
                <a:lnTo>
                  <a:pt x="48" y="10"/>
                </a:lnTo>
                <a:lnTo>
                  <a:pt x="47" y="10"/>
                </a:lnTo>
                <a:lnTo>
                  <a:pt x="47" y="0"/>
                </a:lnTo>
                <a:close/>
              </a:path>
              <a:path w="70" h="11">
                <a:moveTo>
                  <a:pt x="55" y="0"/>
                </a:moveTo>
                <a:lnTo>
                  <a:pt x="56" y="0"/>
                </a:lnTo>
                <a:lnTo>
                  <a:pt x="56" y="10"/>
                </a:lnTo>
                <a:lnTo>
                  <a:pt x="55" y="10"/>
                </a:lnTo>
                <a:lnTo>
                  <a:pt x="55" y="0"/>
                </a:lnTo>
                <a:close/>
              </a:path>
              <a:path w="70" h="11">
                <a:moveTo>
                  <a:pt x="57" y="0"/>
                </a:moveTo>
                <a:lnTo>
                  <a:pt x="59" y="0"/>
                </a:lnTo>
                <a:lnTo>
                  <a:pt x="61" y="6"/>
                </a:lnTo>
                <a:cubicBezTo>
                  <a:pt x="61" y="6"/>
                  <a:pt x="61" y="7"/>
                  <a:pt x="62" y="7"/>
                </a:cubicBezTo>
                <a:cubicBezTo>
                  <a:pt x="62" y="7"/>
                  <a:pt x="62" y="8"/>
                  <a:pt x="62" y="8"/>
                </a:cubicBezTo>
                <a:cubicBezTo>
                  <a:pt x="62" y="8"/>
                  <a:pt x="62" y="7"/>
                  <a:pt x="62" y="7"/>
                </a:cubicBezTo>
                <a:cubicBezTo>
                  <a:pt x="62" y="7"/>
                  <a:pt x="62" y="6"/>
                  <a:pt x="62" y="6"/>
                </a:cubicBezTo>
                <a:lnTo>
                  <a:pt x="62" y="0"/>
                </a:lnTo>
                <a:lnTo>
                  <a:pt x="63" y="0"/>
                </a:lnTo>
                <a:lnTo>
                  <a:pt x="63" y="10"/>
                </a:lnTo>
                <a:lnTo>
                  <a:pt x="62" y="10"/>
                </a:lnTo>
                <a:lnTo>
                  <a:pt x="59" y="4"/>
                </a:lnTo>
                <a:cubicBezTo>
                  <a:pt x="59" y="4"/>
                  <a:pt x="59" y="4"/>
                  <a:pt x="59" y="3"/>
                </a:cubicBezTo>
                <a:cubicBezTo>
                  <a:pt x="59" y="3"/>
                  <a:pt x="59" y="2"/>
                  <a:pt x="58" y="2"/>
                </a:cubicBezTo>
                <a:cubicBezTo>
                  <a:pt x="58" y="2"/>
                  <a:pt x="58" y="2"/>
                  <a:pt x="58" y="3"/>
                </a:cubicBezTo>
                <a:cubicBezTo>
                  <a:pt x="58" y="3"/>
                  <a:pt x="58" y="4"/>
                  <a:pt x="58" y="4"/>
                </a:cubicBezTo>
                <a:lnTo>
                  <a:pt x="58" y="10"/>
                </a:lnTo>
                <a:lnTo>
                  <a:pt x="57" y="10"/>
                </a:lnTo>
                <a:lnTo>
                  <a:pt x="57" y="0"/>
                </a:lnTo>
                <a:close/>
              </a:path>
              <a:path w="70" h="11">
                <a:moveTo>
                  <a:pt x="66" y="0"/>
                </a:moveTo>
                <a:lnTo>
                  <a:pt x="68" y="0"/>
                </a:lnTo>
                <a:lnTo>
                  <a:pt x="70" y="10"/>
                </a:lnTo>
                <a:lnTo>
                  <a:pt x="69" y="10"/>
                </a:lnTo>
                <a:lnTo>
                  <a:pt x="68" y="8"/>
                </a:lnTo>
                <a:lnTo>
                  <a:pt x="66" y="8"/>
                </a:lnTo>
                <a:lnTo>
                  <a:pt x="65" y="10"/>
                </a:lnTo>
                <a:lnTo>
                  <a:pt x="64" y="10"/>
                </a:lnTo>
                <a:lnTo>
                  <a:pt x="66" y="0"/>
                </a:lnTo>
                <a:close/>
                <a:moveTo>
                  <a:pt x="67" y="1"/>
                </a:moveTo>
                <a:lnTo>
                  <a:pt x="66" y="6"/>
                </a:lnTo>
                <a:lnTo>
                  <a:pt x="68" y="6"/>
                </a:lnTo>
                <a:lnTo>
                  <a:pt x="67" y="1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7" name="Freeform 12"/>
          <p:cNvSpPr>
            <a:spLocks noGrp="1"/>
          </p:cNvSpPr>
          <p:nvPr/>
        </p:nvSpPr>
        <p:spPr>
          <a:xfrm>
            <a:off x="9914890" y="411480"/>
            <a:ext cx="297180" cy="30480"/>
          </a:xfrm>
          <a:custGeom>
            <a:avLst/>
            <a:gdLst/>
            <a:ahLst/>
            <a:cxnLst/>
            <a:rect l="l" t="t" r="r" b="b"/>
            <a:pathLst>
              <a:path w="192" h="20">
                <a:moveTo>
                  <a:pt x="0" y="0"/>
                </a:moveTo>
                <a:lnTo>
                  <a:pt x="192" y="0"/>
                </a:lnTo>
                <a:cubicBezTo>
                  <a:pt x="189" y="7"/>
                  <a:pt x="184" y="13"/>
                  <a:pt x="177" y="20"/>
                </a:cubicBezTo>
                <a:lnTo>
                  <a:pt x="14" y="19"/>
                </a:lnTo>
                <a:cubicBezTo>
                  <a:pt x="7" y="15"/>
                  <a:pt x="3" y="8"/>
                  <a:pt x="0" y="0"/>
                </a:cubicBezTo>
                <a:close/>
                <a:moveTo>
                  <a:pt x="39" y="4"/>
                </a:moveTo>
                <a:cubicBezTo>
                  <a:pt x="39" y="4"/>
                  <a:pt x="39" y="5"/>
                  <a:pt x="38" y="5"/>
                </a:cubicBezTo>
                <a:cubicBezTo>
                  <a:pt x="38" y="5"/>
                  <a:pt x="38" y="5"/>
                  <a:pt x="38" y="6"/>
                </a:cubicBezTo>
                <a:cubicBezTo>
                  <a:pt x="38" y="7"/>
                  <a:pt x="38" y="7"/>
                  <a:pt x="38" y="8"/>
                </a:cubicBezTo>
                <a:cubicBezTo>
                  <a:pt x="38" y="8"/>
                  <a:pt x="38" y="9"/>
                  <a:pt x="38" y="9"/>
                </a:cubicBezTo>
                <a:cubicBezTo>
                  <a:pt x="38" y="10"/>
                  <a:pt x="38" y="11"/>
                  <a:pt x="38" y="12"/>
                </a:cubicBezTo>
                <a:lnTo>
                  <a:pt x="38" y="14"/>
                </a:lnTo>
                <a:cubicBezTo>
                  <a:pt x="38" y="15"/>
                  <a:pt x="38" y="16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7" y="17"/>
                </a:cubicBezTo>
                <a:cubicBezTo>
                  <a:pt x="37" y="17"/>
                  <a:pt x="36" y="17"/>
                  <a:pt x="36" y="17"/>
                </a:cubicBezTo>
                <a:cubicBezTo>
                  <a:pt x="35" y="16"/>
                  <a:pt x="35" y="16"/>
                  <a:pt x="35" y="16"/>
                </a:cubicBezTo>
                <a:cubicBezTo>
                  <a:pt x="34" y="16"/>
                  <a:pt x="34" y="16"/>
                  <a:pt x="34" y="16"/>
                </a:cubicBezTo>
                <a:cubicBezTo>
                  <a:pt x="34" y="16"/>
                  <a:pt x="34" y="15"/>
                  <a:pt x="34" y="15"/>
                </a:cubicBezTo>
                <a:cubicBezTo>
                  <a:pt x="34" y="15"/>
                  <a:pt x="34" y="15"/>
                  <a:pt x="34" y="15"/>
                </a:cubicBezTo>
                <a:cubicBezTo>
                  <a:pt x="35" y="15"/>
                  <a:pt x="35" y="15"/>
                  <a:pt x="36" y="15"/>
                </a:cubicBezTo>
                <a:cubicBezTo>
                  <a:pt x="36" y="15"/>
                  <a:pt x="36" y="15"/>
                  <a:pt x="36" y="15"/>
                </a:cubicBezTo>
                <a:cubicBezTo>
                  <a:pt x="37" y="15"/>
                  <a:pt x="37" y="15"/>
                  <a:pt x="37" y="15"/>
                </a:cubicBezTo>
                <a:cubicBezTo>
                  <a:pt x="37" y="15"/>
                  <a:pt x="37" y="15"/>
                  <a:pt x="37" y="14"/>
                </a:cubicBezTo>
                <a:cubicBezTo>
                  <a:pt x="37" y="14"/>
                  <a:pt x="37" y="13"/>
                  <a:pt x="37" y="12"/>
                </a:cubicBezTo>
                <a:cubicBezTo>
                  <a:pt x="36" y="11"/>
                  <a:pt x="36" y="10"/>
                  <a:pt x="36" y="8"/>
                </a:cubicBezTo>
                <a:lnTo>
                  <a:pt x="36" y="6"/>
                </a:lnTo>
                <a:cubicBezTo>
                  <a:pt x="36" y="5"/>
                  <a:pt x="36" y="5"/>
                  <a:pt x="36" y="5"/>
                </a:cubicBezTo>
                <a:cubicBezTo>
                  <a:pt x="35" y="5"/>
                  <a:pt x="35" y="5"/>
                  <a:pt x="35" y="5"/>
                </a:cubicBezTo>
                <a:cubicBezTo>
                  <a:pt x="34" y="5"/>
                  <a:pt x="34" y="5"/>
                  <a:pt x="34" y="6"/>
                </a:cubicBezTo>
                <a:cubicBezTo>
                  <a:pt x="34" y="6"/>
                  <a:pt x="34" y="6"/>
                  <a:pt x="34" y="6"/>
                </a:cubicBezTo>
                <a:cubicBezTo>
                  <a:pt x="34" y="7"/>
                  <a:pt x="34" y="7"/>
                  <a:pt x="34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6" y="7"/>
                  <a:pt x="36" y="7"/>
                  <a:pt x="36" y="7"/>
                </a:cubicBezTo>
                <a:cubicBezTo>
                  <a:pt x="36" y="7"/>
                  <a:pt x="36" y="7"/>
                  <a:pt x="35" y="7"/>
                </a:cubicBezTo>
                <a:cubicBezTo>
                  <a:pt x="35" y="7"/>
                  <a:pt x="35" y="8"/>
                  <a:pt x="35" y="8"/>
                </a:cubicBezTo>
                <a:cubicBezTo>
                  <a:pt x="34" y="8"/>
                  <a:pt x="34" y="8"/>
                  <a:pt x="34" y="8"/>
                </a:cubicBezTo>
                <a:cubicBezTo>
                  <a:pt x="34" y="8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5" y="9"/>
                  <a:pt x="35" y="9"/>
                </a:cubicBezTo>
                <a:cubicBezTo>
                  <a:pt x="35" y="9"/>
                  <a:pt x="35" y="9"/>
                  <a:pt x="35" y="9"/>
                </a:cubicBezTo>
                <a:cubicBezTo>
                  <a:pt x="36" y="9"/>
                  <a:pt x="36" y="9"/>
                  <a:pt x="36" y="9"/>
                </a:cubicBezTo>
                <a:cubicBezTo>
                  <a:pt x="36" y="9"/>
                  <a:pt x="36" y="10"/>
                  <a:pt x="36" y="10"/>
                </a:cubicBezTo>
                <a:cubicBezTo>
                  <a:pt x="36" y="10"/>
                  <a:pt x="36" y="10"/>
                  <a:pt x="36" y="10"/>
                </a:cubicBezTo>
                <a:cubicBezTo>
                  <a:pt x="36" y="10"/>
                  <a:pt x="35" y="10"/>
                  <a:pt x="35" y="11"/>
                </a:cubicBezTo>
                <a:cubicBezTo>
                  <a:pt x="35" y="11"/>
                  <a:pt x="35" y="11"/>
                  <a:pt x="34" y="11"/>
                </a:cubicBezTo>
                <a:cubicBezTo>
                  <a:pt x="34" y="11"/>
                  <a:pt x="33" y="12"/>
                  <a:pt x="33" y="12"/>
                </a:cubicBezTo>
                <a:cubicBezTo>
                  <a:pt x="33" y="12"/>
                  <a:pt x="33" y="12"/>
                  <a:pt x="33" y="12"/>
                </a:cubicBezTo>
                <a:cubicBezTo>
                  <a:pt x="32" y="13"/>
                  <a:pt x="32" y="14"/>
                  <a:pt x="32" y="14"/>
                </a:cubicBezTo>
                <a:cubicBezTo>
                  <a:pt x="32" y="14"/>
                  <a:pt x="32" y="15"/>
                  <a:pt x="32" y="15"/>
                </a:cubicBezTo>
                <a:cubicBezTo>
                  <a:pt x="32" y="15"/>
                  <a:pt x="32" y="15"/>
                  <a:pt x="32" y="15"/>
                </a:cubicBezTo>
                <a:cubicBezTo>
                  <a:pt x="32" y="15"/>
                  <a:pt x="32" y="16"/>
                  <a:pt x="31" y="16"/>
                </a:cubicBezTo>
                <a:cubicBezTo>
                  <a:pt x="31" y="16"/>
                  <a:pt x="31" y="16"/>
                  <a:pt x="30" y="16"/>
                </a:cubicBezTo>
                <a:cubicBezTo>
                  <a:pt x="30" y="16"/>
                  <a:pt x="30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30" y="15"/>
                  <a:pt x="30" y="15"/>
                  <a:pt x="31" y="15"/>
                </a:cubicBezTo>
                <a:cubicBezTo>
                  <a:pt x="31" y="15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0" y="14"/>
                  <a:pt x="29" y="13"/>
                  <a:pt x="29" y="13"/>
                </a:cubicBezTo>
                <a:cubicBezTo>
                  <a:pt x="28" y="13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9" y="13"/>
                  <a:pt x="29" y="13"/>
                  <a:pt x="30" y="13"/>
                </a:cubicBezTo>
                <a:cubicBezTo>
                  <a:pt x="30" y="13"/>
                  <a:pt x="30" y="13"/>
                  <a:pt x="30" y="12"/>
                </a:cubicBezTo>
                <a:lnTo>
                  <a:pt x="30" y="11"/>
                </a:lnTo>
                <a:cubicBezTo>
                  <a:pt x="30" y="11"/>
                  <a:pt x="30" y="11"/>
                  <a:pt x="30" y="11"/>
                </a:cubicBezTo>
                <a:cubicBezTo>
                  <a:pt x="30" y="11"/>
                  <a:pt x="30" y="11"/>
                  <a:pt x="29" y="11"/>
                </a:cubicBezTo>
                <a:cubicBezTo>
                  <a:pt x="29" y="11"/>
                  <a:pt x="29" y="12"/>
                  <a:pt x="28" y="12"/>
                </a:cubicBezTo>
                <a:cubicBezTo>
                  <a:pt x="28" y="12"/>
                  <a:pt x="28" y="13"/>
                  <a:pt x="27" y="13"/>
                </a:cubicBezTo>
                <a:cubicBezTo>
                  <a:pt x="27" y="14"/>
                  <a:pt x="26" y="14"/>
                  <a:pt x="26" y="14"/>
                </a:cubicBezTo>
                <a:cubicBezTo>
                  <a:pt x="26" y="14"/>
                  <a:pt x="26" y="14"/>
                  <a:pt x="26" y="14"/>
                </a:cubicBezTo>
                <a:cubicBezTo>
                  <a:pt x="26" y="14"/>
                  <a:pt x="25" y="14"/>
                  <a:pt x="25" y="14"/>
                </a:cubicBezTo>
                <a:cubicBezTo>
                  <a:pt x="25" y="14"/>
                  <a:pt x="25" y="13"/>
                  <a:pt x="25" y="13"/>
                </a:cubicBezTo>
                <a:cubicBezTo>
                  <a:pt x="25" y="13"/>
                  <a:pt x="25" y="13"/>
                  <a:pt x="25" y="13"/>
                </a:cubicBezTo>
                <a:cubicBezTo>
                  <a:pt x="25" y="13"/>
                  <a:pt x="26" y="13"/>
                  <a:pt x="26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12"/>
                  <a:pt x="27" y="12"/>
                  <a:pt x="27" y="11"/>
                </a:cubicBezTo>
                <a:cubicBezTo>
                  <a:pt x="26" y="10"/>
                  <a:pt x="26" y="9"/>
                  <a:pt x="26" y="9"/>
                </a:cubicBezTo>
                <a:lnTo>
                  <a:pt x="26" y="7"/>
                </a:lnTo>
                <a:lnTo>
                  <a:pt x="26" y="6"/>
                </a:lnTo>
                <a:cubicBezTo>
                  <a:pt x="26" y="6"/>
                  <a:pt x="27" y="6"/>
                  <a:pt x="27" y="6"/>
                </a:cubicBezTo>
                <a:cubicBezTo>
                  <a:pt x="27" y="6"/>
                  <a:pt x="27" y="5"/>
                  <a:pt x="28" y="5"/>
                </a:cubicBezTo>
                <a:cubicBezTo>
                  <a:pt x="28" y="5"/>
                  <a:pt x="28" y="5"/>
                  <a:pt x="29" y="5"/>
                </a:cubicBezTo>
                <a:cubicBezTo>
                  <a:pt x="30" y="5"/>
                  <a:pt x="30" y="5"/>
                  <a:pt x="30" y="5"/>
                </a:cubicBezTo>
                <a:cubicBezTo>
                  <a:pt x="31" y="5"/>
                  <a:pt x="31" y="5"/>
                  <a:pt x="31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6"/>
                  <a:pt x="32" y="6"/>
                  <a:pt x="31" y="6"/>
                </a:cubicBezTo>
                <a:cubicBezTo>
                  <a:pt x="31" y="6"/>
                  <a:pt x="31" y="7"/>
                  <a:pt x="31" y="7"/>
                </a:cubicBezTo>
                <a:cubicBezTo>
                  <a:pt x="31" y="7"/>
                  <a:pt x="31" y="8"/>
                  <a:pt x="31" y="8"/>
                </a:cubicBezTo>
                <a:cubicBezTo>
                  <a:pt x="31" y="8"/>
                  <a:pt x="31" y="9"/>
                  <a:pt x="31" y="10"/>
                </a:cubicBezTo>
                <a:cubicBezTo>
                  <a:pt x="31" y="11"/>
                  <a:pt x="31" y="11"/>
                  <a:pt x="31" y="11"/>
                </a:cubicBezTo>
                <a:cubicBezTo>
                  <a:pt x="31" y="12"/>
                  <a:pt x="31" y="12"/>
                  <a:pt x="31" y="12"/>
                </a:cubicBezTo>
                <a:cubicBezTo>
                  <a:pt x="31" y="13"/>
                  <a:pt x="31" y="13"/>
                  <a:pt x="31" y="13"/>
                </a:cubicBezTo>
                <a:cubicBezTo>
                  <a:pt x="31" y="13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2" y="13"/>
                  <a:pt x="32" y="12"/>
                </a:cubicBezTo>
                <a:cubicBezTo>
                  <a:pt x="32" y="12"/>
                  <a:pt x="32" y="11"/>
                  <a:pt x="33" y="10"/>
                </a:cubicBezTo>
                <a:cubicBezTo>
                  <a:pt x="33" y="8"/>
                  <a:pt x="33" y="6"/>
                  <a:pt x="33" y="6"/>
                </a:cubicBezTo>
                <a:cubicBezTo>
                  <a:pt x="33" y="5"/>
                  <a:pt x="33" y="5"/>
                  <a:pt x="33" y="5"/>
                </a:cubicBezTo>
                <a:cubicBezTo>
                  <a:pt x="33" y="5"/>
                  <a:pt x="33" y="4"/>
                  <a:pt x="34" y="4"/>
                </a:cubicBezTo>
                <a:cubicBezTo>
                  <a:pt x="34" y="4"/>
                  <a:pt x="34" y="4"/>
                  <a:pt x="34" y="4"/>
                </a:cubicBezTo>
                <a:cubicBezTo>
                  <a:pt x="35" y="4"/>
                  <a:pt x="35" y="4"/>
                  <a:pt x="35" y="4"/>
                </a:cubicBezTo>
                <a:cubicBezTo>
                  <a:pt x="35" y="4"/>
                  <a:pt x="36" y="4"/>
                  <a:pt x="36" y="4"/>
                </a:cubicBezTo>
                <a:cubicBezTo>
                  <a:pt x="36" y="4"/>
                  <a:pt x="37" y="4"/>
                  <a:pt x="37" y="4"/>
                </a:cubicBezTo>
                <a:cubicBezTo>
                  <a:pt x="37" y="4"/>
                  <a:pt x="37" y="4"/>
                  <a:pt x="3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39" y="4"/>
                  <a:pt x="39" y="4"/>
                  <a:pt x="39" y="4"/>
                </a:cubicBezTo>
                <a:close/>
                <a:moveTo>
                  <a:pt x="52" y="6"/>
                </a:moveTo>
                <a:cubicBezTo>
                  <a:pt x="52" y="6"/>
                  <a:pt x="53" y="6"/>
                  <a:pt x="53" y="6"/>
                </a:cubicBezTo>
                <a:cubicBezTo>
                  <a:pt x="53" y="6"/>
                  <a:pt x="54" y="6"/>
                  <a:pt x="54" y="6"/>
                </a:cubicBezTo>
                <a:cubicBezTo>
                  <a:pt x="54" y="7"/>
                  <a:pt x="55" y="7"/>
                  <a:pt x="55" y="7"/>
                </a:cubicBezTo>
                <a:cubicBezTo>
                  <a:pt x="55" y="7"/>
                  <a:pt x="55" y="7"/>
                  <a:pt x="55" y="7"/>
                </a:cubicBezTo>
                <a:cubicBezTo>
                  <a:pt x="55" y="7"/>
                  <a:pt x="55" y="7"/>
                  <a:pt x="54" y="7"/>
                </a:cubicBezTo>
                <a:cubicBezTo>
                  <a:pt x="54" y="8"/>
                  <a:pt x="54" y="8"/>
                  <a:pt x="54" y="8"/>
                </a:cubicBezTo>
                <a:cubicBezTo>
                  <a:pt x="54" y="9"/>
                  <a:pt x="54" y="9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2" y="10"/>
                  <a:pt x="52" y="10"/>
                  <a:pt x="52" y="10"/>
                </a:cubicBezTo>
                <a:cubicBezTo>
                  <a:pt x="52" y="10"/>
                  <a:pt x="51" y="10"/>
                  <a:pt x="51" y="10"/>
                </a:cubicBezTo>
                <a:cubicBezTo>
                  <a:pt x="51" y="10"/>
                  <a:pt x="51" y="10"/>
                  <a:pt x="50" y="10"/>
                </a:cubicBezTo>
                <a:cubicBezTo>
                  <a:pt x="50" y="10"/>
                  <a:pt x="49" y="10"/>
                  <a:pt x="49" y="10"/>
                </a:cubicBezTo>
                <a:cubicBezTo>
                  <a:pt x="49" y="11"/>
                  <a:pt x="48" y="11"/>
                  <a:pt x="48" y="11"/>
                </a:cubicBezTo>
                <a:cubicBezTo>
                  <a:pt x="48" y="11"/>
                  <a:pt x="48" y="10"/>
                  <a:pt x="48" y="10"/>
                </a:cubicBezTo>
                <a:cubicBezTo>
                  <a:pt x="47" y="10"/>
                  <a:pt x="47" y="9"/>
                  <a:pt x="47" y="9"/>
                </a:cubicBezTo>
                <a:cubicBezTo>
                  <a:pt x="46" y="8"/>
                  <a:pt x="46" y="8"/>
                  <a:pt x="46" y="8"/>
                </a:cubicBezTo>
                <a:cubicBezTo>
                  <a:pt x="46" y="8"/>
                  <a:pt x="46" y="7"/>
                  <a:pt x="47" y="7"/>
                </a:cubicBezTo>
                <a:cubicBezTo>
                  <a:pt x="47" y="7"/>
                  <a:pt x="47" y="7"/>
                  <a:pt x="48" y="7"/>
                </a:cubicBezTo>
                <a:cubicBezTo>
                  <a:pt x="49" y="7"/>
                  <a:pt x="49" y="7"/>
                  <a:pt x="49" y="6"/>
                </a:cubicBezTo>
                <a:cubicBezTo>
                  <a:pt x="49" y="6"/>
                  <a:pt x="49" y="6"/>
                  <a:pt x="49" y="6"/>
                </a:cubicBezTo>
                <a:cubicBezTo>
                  <a:pt x="48" y="6"/>
                  <a:pt x="48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6" y="6"/>
                  <a:pt x="46" y="5"/>
                  <a:pt x="46" y="5"/>
                </a:cubicBezTo>
                <a:cubicBezTo>
                  <a:pt x="46" y="5"/>
                  <a:pt x="46" y="5"/>
                  <a:pt x="47" y="5"/>
                </a:cubicBezTo>
                <a:cubicBezTo>
                  <a:pt x="47" y="5"/>
                  <a:pt x="47" y="5"/>
                  <a:pt x="47" y="5"/>
                </a:cubicBezTo>
                <a:cubicBezTo>
                  <a:pt x="48" y="5"/>
                  <a:pt x="49" y="5"/>
                  <a:pt x="49" y="4"/>
                </a:cubicBezTo>
                <a:cubicBezTo>
                  <a:pt x="49" y="4"/>
                  <a:pt x="49" y="4"/>
                  <a:pt x="49" y="3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1" y="2"/>
                  <a:pt x="51" y="2"/>
                  <a:pt x="51" y="2"/>
                </a:cubicBezTo>
                <a:cubicBezTo>
                  <a:pt x="51" y="2"/>
                  <a:pt x="51" y="2"/>
                  <a:pt x="51" y="3"/>
                </a:cubicBezTo>
                <a:cubicBezTo>
                  <a:pt x="50" y="3"/>
                  <a:pt x="50" y="3"/>
                  <a:pt x="50" y="4"/>
                </a:cubicBezTo>
                <a:cubicBezTo>
                  <a:pt x="50" y="4"/>
                  <a:pt x="51" y="4"/>
                  <a:pt x="51" y="4"/>
                </a:cubicBezTo>
                <a:cubicBezTo>
                  <a:pt x="51" y="4"/>
                  <a:pt x="51" y="4"/>
                  <a:pt x="52" y="4"/>
                </a:cubicBezTo>
                <a:cubicBezTo>
                  <a:pt x="52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4" y="4"/>
                  <a:pt x="54" y="5"/>
                  <a:pt x="54" y="5"/>
                </a:cubicBezTo>
                <a:cubicBezTo>
                  <a:pt x="54" y="5"/>
                  <a:pt x="54" y="5"/>
                  <a:pt x="54" y="5"/>
                </a:cubicBezTo>
                <a:cubicBezTo>
                  <a:pt x="53" y="5"/>
                  <a:pt x="53" y="5"/>
                  <a:pt x="53" y="5"/>
                </a:cubicBezTo>
                <a:cubicBezTo>
                  <a:pt x="53" y="5"/>
                  <a:pt x="53" y="5"/>
                  <a:pt x="52" y="5"/>
                </a:cubicBezTo>
                <a:cubicBezTo>
                  <a:pt x="52" y="5"/>
                  <a:pt x="51" y="5"/>
                  <a:pt x="51" y="5"/>
                </a:cubicBezTo>
                <a:lnTo>
                  <a:pt x="50" y="6"/>
                </a:lnTo>
                <a:cubicBezTo>
                  <a:pt x="50" y="6"/>
                  <a:pt x="50" y="6"/>
                  <a:pt x="50" y="6"/>
                </a:cubicBezTo>
                <a:cubicBezTo>
                  <a:pt x="50" y="6"/>
                  <a:pt x="50" y="6"/>
                  <a:pt x="51" y="6"/>
                </a:cubicBezTo>
                <a:cubicBezTo>
                  <a:pt x="51" y="6"/>
                  <a:pt x="51" y="6"/>
                  <a:pt x="52" y="6"/>
                </a:cubicBezTo>
                <a:close/>
                <a:moveTo>
                  <a:pt x="45" y="3"/>
                </a:moveTo>
                <a:cubicBezTo>
                  <a:pt x="45" y="3"/>
                  <a:pt x="45" y="3"/>
                  <a:pt x="46" y="4"/>
                </a:cubicBezTo>
                <a:cubicBezTo>
                  <a:pt x="46" y="4"/>
                  <a:pt x="46" y="4"/>
                  <a:pt x="46" y="4"/>
                </a:cubicBezTo>
                <a:cubicBezTo>
                  <a:pt x="46" y="4"/>
                  <a:pt x="46" y="5"/>
                  <a:pt x="45" y="5"/>
                </a:cubicBezTo>
                <a:cubicBezTo>
                  <a:pt x="45" y="6"/>
                  <a:pt x="44" y="6"/>
                  <a:pt x="44" y="6"/>
                </a:cubicBezTo>
                <a:cubicBezTo>
                  <a:pt x="44" y="7"/>
                  <a:pt x="44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6"/>
                  <a:pt x="43" y="6"/>
                </a:cubicBezTo>
                <a:cubicBezTo>
                  <a:pt x="43" y="6"/>
                  <a:pt x="44" y="5"/>
                  <a:pt x="44" y="4"/>
                </a:cubicBezTo>
                <a:cubicBezTo>
                  <a:pt x="44" y="4"/>
                  <a:pt x="45" y="3"/>
                  <a:pt x="45" y="3"/>
                </a:cubicBezTo>
                <a:cubicBezTo>
                  <a:pt x="45" y="3"/>
                  <a:pt x="45" y="3"/>
                  <a:pt x="45" y="3"/>
                </a:cubicBezTo>
                <a:close/>
                <a:moveTo>
                  <a:pt x="45" y="6"/>
                </a:moveTo>
                <a:cubicBezTo>
                  <a:pt x="45" y="6"/>
                  <a:pt x="45" y="6"/>
                  <a:pt x="46" y="7"/>
                </a:cubicBezTo>
                <a:cubicBezTo>
                  <a:pt x="46" y="7"/>
                  <a:pt x="46" y="7"/>
                  <a:pt x="46" y="7"/>
                </a:cubicBezTo>
                <a:cubicBezTo>
                  <a:pt x="46" y="7"/>
                  <a:pt x="46" y="8"/>
                  <a:pt x="45" y="8"/>
                </a:cubicBezTo>
                <a:cubicBezTo>
                  <a:pt x="45" y="9"/>
                  <a:pt x="44" y="9"/>
                  <a:pt x="44" y="9"/>
                </a:cubicBezTo>
                <a:cubicBezTo>
                  <a:pt x="44" y="9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5" y="10"/>
                  <a:pt x="45" y="11"/>
                  <a:pt x="45" y="11"/>
                </a:cubicBezTo>
                <a:cubicBezTo>
                  <a:pt x="45" y="11"/>
                  <a:pt x="45" y="11"/>
                  <a:pt x="45" y="11"/>
                </a:cubicBezTo>
                <a:cubicBezTo>
                  <a:pt x="45" y="11"/>
                  <a:pt x="45" y="11"/>
                  <a:pt x="45" y="12"/>
                </a:cubicBezTo>
                <a:cubicBezTo>
                  <a:pt x="45" y="12"/>
                  <a:pt x="45" y="12"/>
                  <a:pt x="45" y="13"/>
                </a:cubicBezTo>
                <a:cubicBezTo>
                  <a:pt x="45" y="14"/>
                  <a:pt x="45" y="14"/>
                  <a:pt x="45" y="14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6"/>
                  <a:pt x="45" y="16"/>
                </a:cubicBezTo>
                <a:cubicBezTo>
                  <a:pt x="45" y="16"/>
                  <a:pt x="45" y="16"/>
                  <a:pt x="44" y="16"/>
                </a:cubicBezTo>
                <a:cubicBezTo>
                  <a:pt x="44" y="16"/>
                  <a:pt x="44" y="16"/>
                  <a:pt x="44" y="16"/>
                </a:cubicBezTo>
                <a:cubicBezTo>
                  <a:pt x="44" y="16"/>
                  <a:pt x="44" y="15"/>
                  <a:pt x="44" y="14"/>
                </a:cubicBezTo>
                <a:cubicBezTo>
                  <a:pt x="44" y="14"/>
                  <a:pt x="44" y="13"/>
                  <a:pt x="44" y="13"/>
                </a:cubicBezTo>
                <a:cubicBezTo>
                  <a:pt x="44" y="13"/>
                  <a:pt x="44" y="13"/>
                  <a:pt x="44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12"/>
                  <a:pt x="44" y="12"/>
                  <a:pt x="43" y="12"/>
                </a:cubicBezTo>
                <a:cubicBezTo>
                  <a:pt x="43" y="12"/>
                  <a:pt x="43" y="12"/>
                  <a:pt x="43" y="12"/>
                </a:cubicBezTo>
                <a:cubicBezTo>
                  <a:pt x="43" y="12"/>
                  <a:pt x="42" y="12"/>
                  <a:pt x="42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2"/>
                  <a:pt x="41" y="12"/>
                </a:cubicBezTo>
                <a:cubicBezTo>
                  <a:pt x="41" y="12"/>
                  <a:pt x="41" y="11"/>
                  <a:pt x="42" y="11"/>
                </a:cubicBezTo>
                <a:cubicBezTo>
                  <a:pt x="43" y="10"/>
                  <a:pt x="43" y="10"/>
                  <a:pt x="43" y="9"/>
                </a:cubicBezTo>
                <a:cubicBezTo>
                  <a:pt x="43" y="9"/>
                  <a:pt x="44" y="8"/>
                  <a:pt x="44" y="8"/>
                </a:cubicBezTo>
                <a:cubicBezTo>
                  <a:pt x="44" y="7"/>
                  <a:pt x="45" y="7"/>
                  <a:pt x="45" y="7"/>
                </a:cubicBezTo>
                <a:cubicBezTo>
                  <a:pt x="45" y="6"/>
                  <a:pt x="45" y="6"/>
                  <a:pt x="45" y="6"/>
                </a:cubicBezTo>
                <a:close/>
                <a:moveTo>
                  <a:pt x="52" y="12"/>
                </a:moveTo>
                <a:cubicBezTo>
                  <a:pt x="52" y="12"/>
                  <a:pt x="52" y="12"/>
                  <a:pt x="52" y="12"/>
                </a:cubicBezTo>
                <a:cubicBezTo>
                  <a:pt x="53" y="13"/>
                  <a:pt x="54" y="14"/>
                  <a:pt x="54" y="14"/>
                </a:cubicBezTo>
                <a:cubicBezTo>
                  <a:pt x="55" y="15"/>
                  <a:pt x="55" y="16"/>
                  <a:pt x="55" y="16"/>
                </a:cubicBezTo>
                <a:cubicBezTo>
                  <a:pt x="55" y="16"/>
                  <a:pt x="55" y="16"/>
                  <a:pt x="55" y="16"/>
                </a:cubicBezTo>
                <a:cubicBezTo>
                  <a:pt x="55" y="16"/>
                  <a:pt x="55" y="16"/>
                  <a:pt x="54" y="16"/>
                </a:cubicBezTo>
                <a:cubicBezTo>
                  <a:pt x="54" y="16"/>
                  <a:pt x="54" y="16"/>
                  <a:pt x="53" y="16"/>
                </a:cubicBezTo>
                <a:cubicBezTo>
                  <a:pt x="53" y="16"/>
                  <a:pt x="52" y="16"/>
                  <a:pt x="52" y="16"/>
                </a:cubicBezTo>
                <a:cubicBezTo>
                  <a:pt x="52" y="16"/>
                  <a:pt x="51" y="16"/>
                  <a:pt x="51" y="16"/>
                </a:cubicBezTo>
                <a:lnTo>
                  <a:pt x="50" y="16"/>
                </a:lnTo>
                <a:cubicBezTo>
                  <a:pt x="50" y="16"/>
                  <a:pt x="50" y="16"/>
                  <a:pt x="50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5"/>
                  <a:pt x="48" y="15"/>
                  <a:pt x="48" y="15"/>
                </a:cubicBezTo>
                <a:cubicBezTo>
                  <a:pt x="48" y="15"/>
                  <a:pt x="48" y="14"/>
                  <a:pt x="48" y="14"/>
                </a:cubicBezTo>
                <a:cubicBezTo>
                  <a:pt x="48" y="14"/>
                  <a:pt x="48" y="13"/>
                  <a:pt x="48" y="13"/>
                </a:cubicBezTo>
                <a:cubicBezTo>
                  <a:pt x="48" y="13"/>
                  <a:pt x="48" y="13"/>
                  <a:pt x="48" y="13"/>
                </a:cubicBezTo>
                <a:cubicBezTo>
                  <a:pt x="48" y="13"/>
                  <a:pt x="47" y="13"/>
                  <a:pt x="47" y="14"/>
                </a:cubicBezTo>
                <a:cubicBezTo>
                  <a:pt x="47" y="14"/>
                  <a:pt x="47" y="15"/>
                  <a:pt x="47" y="15"/>
                </a:cubicBezTo>
                <a:cubicBezTo>
                  <a:pt x="47" y="15"/>
                  <a:pt x="47" y="15"/>
                  <a:pt x="47" y="15"/>
                </a:cubicBezTo>
                <a:cubicBezTo>
                  <a:pt x="46" y="15"/>
                  <a:pt x="46" y="15"/>
                  <a:pt x="46" y="15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4"/>
                  <a:pt x="46" y="14"/>
                </a:cubicBezTo>
                <a:cubicBezTo>
                  <a:pt x="46" y="13"/>
                  <a:pt x="46" y="13"/>
                  <a:pt x="47" y="13"/>
                </a:cubicBezTo>
                <a:cubicBezTo>
                  <a:pt x="47" y="13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1"/>
                  <a:pt x="47" y="11"/>
                  <a:pt x="47" y="11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11"/>
                  <a:pt x="49" y="11"/>
                  <a:pt x="49" y="11"/>
                </a:cubicBezTo>
                <a:cubicBezTo>
                  <a:pt x="49" y="11"/>
                  <a:pt x="50" y="11"/>
                  <a:pt x="50" y="11"/>
                </a:cubicBezTo>
                <a:cubicBezTo>
                  <a:pt x="50" y="11"/>
                  <a:pt x="50" y="11"/>
                  <a:pt x="50" y="11"/>
                </a:cubicBezTo>
                <a:cubicBezTo>
                  <a:pt x="51" y="11"/>
                  <a:pt x="51" y="11"/>
                  <a:pt x="51" y="11"/>
                </a:cubicBezTo>
                <a:cubicBezTo>
                  <a:pt x="51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2"/>
                  <a:pt x="52" y="12"/>
                </a:cubicBezTo>
                <a:cubicBezTo>
                  <a:pt x="52" y="12"/>
                  <a:pt x="52" y="12"/>
                  <a:pt x="52" y="12"/>
                </a:cubicBezTo>
                <a:close/>
                <a:moveTo>
                  <a:pt x="57" y="13"/>
                </a:moveTo>
                <a:cubicBezTo>
                  <a:pt x="57" y="13"/>
                  <a:pt x="57" y="13"/>
                  <a:pt x="57" y="14"/>
                </a:cubicBezTo>
                <a:cubicBezTo>
                  <a:pt x="57" y="14"/>
                  <a:pt x="57" y="14"/>
                  <a:pt x="57" y="14"/>
                </a:cubicBezTo>
                <a:cubicBezTo>
                  <a:pt x="56" y="14"/>
                  <a:pt x="56" y="14"/>
                  <a:pt x="55" y="13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5" y="12"/>
                  <a:pt x="55" y="12"/>
                  <a:pt x="56" y="12"/>
                </a:cubicBezTo>
                <a:cubicBezTo>
                  <a:pt x="56" y="12"/>
                  <a:pt x="56" y="12"/>
                  <a:pt x="56" y="12"/>
                </a:cubicBezTo>
                <a:cubicBezTo>
                  <a:pt x="56" y="12"/>
                  <a:pt x="57" y="12"/>
                  <a:pt x="57" y="12"/>
                </a:cubicBezTo>
                <a:cubicBezTo>
                  <a:pt x="57" y="12"/>
                  <a:pt x="57" y="12"/>
                  <a:pt x="57" y="13"/>
                </a:cubicBezTo>
                <a:cubicBezTo>
                  <a:pt x="57" y="13"/>
                  <a:pt x="57" y="13"/>
                  <a:pt x="57" y="13"/>
                </a:cubicBezTo>
                <a:close/>
                <a:moveTo>
                  <a:pt x="71" y="5"/>
                </a:move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6"/>
                  <a:pt x="71" y="6"/>
                </a:cubicBezTo>
                <a:cubicBezTo>
                  <a:pt x="70" y="6"/>
                  <a:pt x="70" y="6"/>
                  <a:pt x="70" y="7"/>
                </a:cubicBezTo>
                <a:cubicBezTo>
                  <a:pt x="70" y="7"/>
                  <a:pt x="70" y="7"/>
                  <a:pt x="70" y="8"/>
                </a:cubicBezTo>
                <a:cubicBezTo>
                  <a:pt x="70" y="8"/>
                  <a:pt x="70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8"/>
                  <a:pt x="68" y="8"/>
                </a:cubicBezTo>
                <a:cubicBezTo>
                  <a:pt x="68" y="8"/>
                  <a:pt x="68" y="8"/>
                  <a:pt x="68" y="8"/>
                </a:cubicBezTo>
                <a:cubicBezTo>
                  <a:pt x="68" y="8"/>
                  <a:pt x="67" y="8"/>
                  <a:pt x="66" y="9"/>
                </a:cubicBezTo>
                <a:cubicBezTo>
                  <a:pt x="66" y="9"/>
                  <a:pt x="65" y="9"/>
                  <a:pt x="65" y="9"/>
                </a:cubicBezTo>
                <a:cubicBezTo>
                  <a:pt x="65" y="9"/>
                  <a:pt x="65" y="9"/>
                  <a:pt x="65" y="9"/>
                </a:cubicBezTo>
                <a:cubicBezTo>
                  <a:pt x="65" y="9"/>
                  <a:pt x="65" y="9"/>
                  <a:pt x="64" y="9"/>
                </a:cubicBezTo>
                <a:cubicBezTo>
                  <a:pt x="64" y="8"/>
                  <a:pt x="64" y="8"/>
                  <a:pt x="63" y="7"/>
                </a:cubicBezTo>
                <a:cubicBezTo>
                  <a:pt x="63" y="7"/>
                  <a:pt x="63" y="6"/>
                  <a:pt x="63" y="6"/>
                </a:cubicBezTo>
                <a:cubicBezTo>
                  <a:pt x="63" y="6"/>
                  <a:pt x="63" y="7"/>
                  <a:pt x="63" y="7"/>
                </a:cubicBezTo>
                <a:cubicBezTo>
                  <a:pt x="63" y="8"/>
                  <a:pt x="62" y="10"/>
                  <a:pt x="61" y="11"/>
                </a:cubicBezTo>
                <a:cubicBezTo>
                  <a:pt x="61" y="12"/>
                  <a:pt x="61" y="12"/>
                  <a:pt x="61" y="13"/>
                </a:cubicBezTo>
                <a:cubicBezTo>
                  <a:pt x="61" y="13"/>
                  <a:pt x="61" y="14"/>
                  <a:pt x="61" y="14"/>
                </a:cubicBezTo>
                <a:cubicBezTo>
                  <a:pt x="60" y="14"/>
                  <a:pt x="60" y="14"/>
                  <a:pt x="60" y="14"/>
                </a:cubicBezTo>
                <a:cubicBezTo>
                  <a:pt x="59" y="15"/>
                  <a:pt x="59" y="15"/>
                  <a:pt x="58" y="15"/>
                </a:cubicBezTo>
                <a:cubicBezTo>
                  <a:pt x="58" y="15"/>
                  <a:pt x="58" y="16"/>
                  <a:pt x="58" y="16"/>
                </a:cubicBezTo>
                <a:cubicBezTo>
                  <a:pt x="57" y="16"/>
                  <a:pt x="57" y="16"/>
                  <a:pt x="57" y="15"/>
                </a:cubicBezTo>
                <a:cubicBezTo>
                  <a:pt x="57" y="15"/>
                  <a:pt x="58" y="15"/>
                  <a:pt x="58" y="15"/>
                </a:cubicBezTo>
                <a:cubicBezTo>
                  <a:pt x="58" y="14"/>
                  <a:pt x="59" y="14"/>
                  <a:pt x="59" y="13"/>
                </a:cubicBezTo>
                <a:cubicBezTo>
                  <a:pt x="59" y="13"/>
                  <a:pt x="60" y="13"/>
                  <a:pt x="60" y="12"/>
                </a:cubicBezTo>
                <a:cubicBezTo>
                  <a:pt x="60" y="11"/>
                  <a:pt x="61" y="10"/>
                  <a:pt x="61" y="9"/>
                </a:cubicBezTo>
                <a:cubicBezTo>
                  <a:pt x="62" y="8"/>
                  <a:pt x="62" y="7"/>
                  <a:pt x="62" y="6"/>
                </a:cubicBezTo>
                <a:cubicBezTo>
                  <a:pt x="63" y="5"/>
                  <a:pt x="63" y="4"/>
                  <a:pt x="63" y="3"/>
                </a:cubicBezTo>
                <a:cubicBezTo>
                  <a:pt x="63" y="3"/>
                  <a:pt x="63" y="3"/>
                  <a:pt x="63" y="3"/>
                </a:cubicBezTo>
                <a:cubicBezTo>
                  <a:pt x="63" y="2"/>
                  <a:pt x="63" y="2"/>
                  <a:pt x="63" y="2"/>
                </a:cubicBezTo>
                <a:cubicBezTo>
                  <a:pt x="63" y="2"/>
                  <a:pt x="64" y="2"/>
                  <a:pt x="64" y="3"/>
                </a:cubicBezTo>
                <a:cubicBezTo>
                  <a:pt x="64" y="3"/>
                  <a:pt x="64" y="3"/>
                  <a:pt x="64" y="3"/>
                </a:cubicBezTo>
                <a:cubicBezTo>
                  <a:pt x="64" y="3"/>
                  <a:pt x="65" y="3"/>
                  <a:pt x="65" y="3"/>
                </a:cubicBezTo>
                <a:cubicBezTo>
                  <a:pt x="66" y="2"/>
                  <a:pt x="66" y="2"/>
                  <a:pt x="66" y="2"/>
                </a:cubicBezTo>
                <a:cubicBezTo>
                  <a:pt x="67" y="2"/>
                  <a:pt x="67" y="2"/>
                  <a:pt x="68" y="2"/>
                </a:cubicBezTo>
                <a:cubicBezTo>
                  <a:pt x="68" y="2"/>
                  <a:pt x="68" y="2"/>
                  <a:pt x="68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3"/>
                </a:cubicBezTo>
                <a:cubicBezTo>
                  <a:pt x="70" y="3"/>
                  <a:pt x="70" y="3"/>
                  <a:pt x="70" y="3"/>
                </a:cubicBezTo>
                <a:cubicBezTo>
                  <a:pt x="70" y="3"/>
                  <a:pt x="70" y="3"/>
                  <a:pt x="69" y="3"/>
                </a:cubicBezTo>
                <a:cubicBezTo>
                  <a:pt x="68" y="3"/>
                  <a:pt x="68" y="3"/>
                  <a:pt x="67" y="4"/>
                </a:cubicBezTo>
                <a:cubicBezTo>
                  <a:pt x="67" y="4"/>
                  <a:pt x="67" y="4"/>
                  <a:pt x="67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5" y="4"/>
                  <a:pt x="65" y="4"/>
                </a:cubicBezTo>
                <a:cubicBezTo>
                  <a:pt x="65" y="4"/>
                  <a:pt x="65" y="4"/>
                  <a:pt x="64" y="4"/>
                </a:cubicBezTo>
                <a:cubicBezTo>
                  <a:pt x="64" y="4"/>
                  <a:pt x="64" y="4"/>
                  <a:pt x="64" y="4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5" y="5"/>
                  <a:pt x="66" y="5"/>
                  <a:pt x="67" y="4"/>
                </a:cubicBezTo>
                <a:cubicBezTo>
                  <a:pt x="68" y="4"/>
                  <a:pt x="68" y="4"/>
                  <a:pt x="69" y="4"/>
                </a:cubicBezTo>
                <a:cubicBezTo>
                  <a:pt x="70" y="4"/>
                  <a:pt x="70" y="4"/>
                  <a:pt x="70" y="5"/>
                </a:cubicBez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5"/>
                  <a:pt x="71" y="5"/>
                </a:cubicBezTo>
                <a:close/>
                <a:moveTo>
                  <a:pt x="72" y="12"/>
                </a:moveTo>
                <a:cubicBezTo>
                  <a:pt x="72" y="12"/>
                  <a:pt x="72" y="12"/>
                  <a:pt x="72" y="12"/>
                </a:cubicBezTo>
                <a:cubicBezTo>
                  <a:pt x="72" y="12"/>
                  <a:pt x="73" y="12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2" y="13"/>
                  <a:pt x="72" y="13"/>
                </a:cubicBezTo>
                <a:cubicBezTo>
                  <a:pt x="72" y="13"/>
                  <a:pt x="71" y="13"/>
                  <a:pt x="70" y="13"/>
                </a:cubicBezTo>
                <a:cubicBezTo>
                  <a:pt x="69" y="13"/>
                  <a:pt x="69" y="13"/>
                  <a:pt x="69" y="13"/>
                </a:cubicBezTo>
                <a:cubicBezTo>
                  <a:pt x="68" y="13"/>
                  <a:pt x="68" y="13"/>
                  <a:pt x="68" y="13"/>
                </a:cubicBezTo>
                <a:lnTo>
                  <a:pt x="68" y="14"/>
                </a:lnTo>
                <a:cubicBezTo>
                  <a:pt x="68" y="15"/>
                  <a:pt x="68" y="16"/>
                  <a:pt x="68" y="16"/>
                </a:cubicBezTo>
                <a:cubicBezTo>
                  <a:pt x="68" y="17"/>
                  <a:pt x="68" y="17"/>
                  <a:pt x="68" y="17"/>
                </a:cubicBezTo>
                <a:cubicBezTo>
                  <a:pt x="68" y="18"/>
                  <a:pt x="68" y="18"/>
                  <a:pt x="68" y="18"/>
                </a:cubicBezTo>
                <a:cubicBezTo>
                  <a:pt x="67" y="18"/>
                  <a:pt x="67" y="18"/>
                  <a:pt x="66" y="17"/>
                </a:cubicBezTo>
                <a:cubicBezTo>
                  <a:pt x="65" y="17"/>
                  <a:pt x="65" y="17"/>
                  <a:pt x="64" y="17"/>
                </a:cubicBezTo>
                <a:cubicBezTo>
                  <a:pt x="64" y="16"/>
                  <a:pt x="63" y="16"/>
                  <a:pt x="63" y="16"/>
                </a:cubicBezTo>
                <a:cubicBezTo>
                  <a:pt x="63" y="16"/>
                  <a:pt x="63" y="16"/>
                  <a:pt x="64" y="16"/>
                </a:cubicBezTo>
                <a:cubicBezTo>
                  <a:pt x="64" y="16"/>
                  <a:pt x="64" y="16"/>
                  <a:pt x="64" y="16"/>
                </a:cubicBezTo>
                <a:cubicBezTo>
                  <a:pt x="64" y="16"/>
                  <a:pt x="65" y="16"/>
                  <a:pt x="65" y="16"/>
                </a:cubicBezTo>
                <a:cubicBezTo>
                  <a:pt x="66" y="16"/>
                  <a:pt x="66" y="16"/>
                  <a:pt x="66" y="16"/>
                </a:cubicBezTo>
                <a:cubicBezTo>
                  <a:pt x="66" y="16"/>
                  <a:pt x="67" y="16"/>
                  <a:pt x="67" y="16"/>
                </a:cubicBezTo>
                <a:cubicBezTo>
                  <a:pt x="67" y="16"/>
                  <a:pt x="67" y="16"/>
                  <a:pt x="67" y="16"/>
                </a:cubicBezTo>
                <a:cubicBezTo>
                  <a:pt x="67" y="16"/>
                  <a:pt x="67" y="15"/>
                  <a:pt x="67" y="15"/>
                </a:cubicBezTo>
                <a:cubicBezTo>
                  <a:pt x="67" y="15"/>
                  <a:pt x="67" y="14"/>
                  <a:pt x="67" y="14"/>
                </a:cubicBezTo>
                <a:cubicBezTo>
                  <a:pt x="67" y="14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6" y="13"/>
                  <a:pt x="65" y="13"/>
                  <a:pt x="64" y="13"/>
                </a:cubicBezTo>
                <a:cubicBezTo>
                  <a:pt x="64" y="14"/>
                  <a:pt x="64" y="14"/>
                  <a:pt x="63" y="14"/>
                </a:cubicBezTo>
                <a:cubicBezTo>
                  <a:pt x="63" y="14"/>
                  <a:pt x="63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3"/>
                  <a:pt x="62" y="13"/>
                </a:cubicBezTo>
                <a:cubicBezTo>
                  <a:pt x="62" y="13"/>
                  <a:pt x="62" y="13"/>
                  <a:pt x="62" y="13"/>
                </a:cubicBezTo>
                <a:cubicBezTo>
                  <a:pt x="62" y="13"/>
                  <a:pt x="62" y="13"/>
                  <a:pt x="63" y="13"/>
                </a:cubicBezTo>
                <a:cubicBezTo>
                  <a:pt x="63" y="13"/>
                  <a:pt x="63" y="13"/>
                  <a:pt x="63" y="13"/>
                </a:cubicBezTo>
                <a:cubicBezTo>
                  <a:pt x="64" y="13"/>
                  <a:pt x="65" y="12"/>
                  <a:pt x="66" y="12"/>
                </a:cubicBezTo>
                <a:cubicBezTo>
                  <a:pt x="67" y="12"/>
                  <a:pt x="67" y="12"/>
                  <a:pt x="67" y="12"/>
                </a:cubicBezTo>
                <a:cubicBezTo>
                  <a:pt x="67" y="12"/>
                  <a:pt x="67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7" y="11"/>
                  <a:pt x="67" y="11"/>
                  <a:pt x="67" y="11"/>
                </a:cubicBezTo>
                <a:cubicBezTo>
                  <a:pt x="67" y="11"/>
                  <a:pt x="68" y="11"/>
                  <a:pt x="68" y="10"/>
                </a:cubicBezTo>
                <a:cubicBezTo>
                  <a:pt x="68" y="10"/>
                  <a:pt x="68" y="10"/>
                  <a:pt x="68" y="10"/>
                </a:cubicBezTo>
                <a:cubicBezTo>
                  <a:pt x="68" y="10"/>
                  <a:pt x="68" y="9"/>
                  <a:pt x="68" y="9"/>
                </a:cubicBezTo>
                <a:cubicBezTo>
                  <a:pt x="68" y="9"/>
                  <a:pt x="67" y="10"/>
                  <a:pt x="66" y="10"/>
                </a:cubicBezTo>
                <a:cubicBezTo>
                  <a:pt x="65" y="11"/>
                  <a:pt x="65" y="11"/>
                  <a:pt x="64" y="11"/>
                </a:cubicBezTo>
                <a:cubicBezTo>
                  <a:pt x="64" y="11"/>
                  <a:pt x="64" y="11"/>
                  <a:pt x="64" y="11"/>
                </a:cubicBezTo>
                <a:cubicBezTo>
                  <a:pt x="64" y="11"/>
                  <a:pt x="63" y="11"/>
                  <a:pt x="63" y="11"/>
                </a:cubicBezTo>
                <a:cubicBezTo>
                  <a:pt x="63" y="11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4" y="10"/>
                  <a:pt x="64" y="10"/>
                </a:cubicBezTo>
                <a:cubicBezTo>
                  <a:pt x="64" y="10"/>
                  <a:pt x="65" y="10"/>
                  <a:pt x="66" y="9"/>
                </a:cubicBezTo>
                <a:cubicBezTo>
                  <a:pt x="67" y="9"/>
                  <a:pt x="67" y="9"/>
                  <a:pt x="68" y="9"/>
                </a:cubicBezTo>
                <a:cubicBezTo>
                  <a:pt x="68" y="9"/>
                  <a:pt x="68" y="9"/>
                  <a:pt x="68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70" y="9"/>
                  <a:pt x="70" y="10"/>
                  <a:pt x="70" y="10"/>
                </a:cubicBezTo>
                <a:cubicBezTo>
                  <a:pt x="70" y="10"/>
                  <a:pt x="70" y="10"/>
                  <a:pt x="69" y="10"/>
                </a:cubicBezTo>
                <a:cubicBezTo>
                  <a:pt x="69" y="11"/>
                  <a:pt x="69" y="11"/>
                  <a:pt x="68" y="11"/>
                </a:cubicBezTo>
                <a:cubicBezTo>
                  <a:pt x="68" y="11"/>
                  <a:pt x="68" y="11"/>
                  <a:pt x="68" y="11"/>
                </a:cubicBezTo>
                <a:cubicBezTo>
                  <a:pt x="68" y="11"/>
                  <a:pt x="68" y="12"/>
                  <a:pt x="68" y="12"/>
                </a:cubicBezTo>
                <a:cubicBezTo>
                  <a:pt x="68" y="12"/>
                  <a:pt x="68" y="12"/>
                  <a:pt x="69" y="12"/>
                </a:cubicBezTo>
                <a:lnTo>
                  <a:pt x="70" y="12"/>
                </a:lnTo>
                <a:cubicBezTo>
                  <a:pt x="70" y="12"/>
                  <a:pt x="71" y="12"/>
                  <a:pt x="71" y="12"/>
                </a:cubicBezTo>
                <a:cubicBezTo>
                  <a:pt x="71" y="12"/>
                  <a:pt x="71" y="12"/>
                  <a:pt x="72" y="12"/>
                </a:cubicBezTo>
                <a:close/>
                <a:moveTo>
                  <a:pt x="84" y="6"/>
                </a:moveTo>
                <a:cubicBezTo>
                  <a:pt x="84" y="6"/>
                  <a:pt x="84" y="6"/>
                  <a:pt x="85" y="6"/>
                </a:cubicBezTo>
                <a:cubicBezTo>
                  <a:pt x="85" y="6"/>
                  <a:pt x="85" y="6"/>
                  <a:pt x="86" y="6"/>
                </a:cubicBezTo>
                <a:cubicBezTo>
                  <a:pt x="86" y="6"/>
                  <a:pt x="86" y="6"/>
                  <a:pt x="87" y="6"/>
                </a:cubicBezTo>
                <a:cubicBezTo>
                  <a:pt x="87" y="6"/>
                  <a:pt x="87" y="6"/>
                  <a:pt x="88" y="7"/>
                </a:cubicBezTo>
                <a:cubicBezTo>
                  <a:pt x="88" y="7"/>
                  <a:pt x="89" y="8"/>
                  <a:pt x="89" y="8"/>
                </a:cubicBezTo>
                <a:cubicBezTo>
                  <a:pt x="89" y="8"/>
                  <a:pt x="89" y="8"/>
                  <a:pt x="89" y="8"/>
                </a:cubicBezTo>
                <a:cubicBezTo>
                  <a:pt x="89" y="8"/>
                  <a:pt x="89" y="9"/>
                  <a:pt x="89" y="9"/>
                </a:cubicBezTo>
                <a:cubicBezTo>
                  <a:pt x="89" y="9"/>
                  <a:pt x="89" y="9"/>
                  <a:pt x="89" y="9"/>
                </a:cubicBezTo>
                <a:cubicBezTo>
                  <a:pt x="89" y="9"/>
                  <a:pt x="89" y="9"/>
                  <a:pt x="88" y="9"/>
                </a:cubicBezTo>
                <a:cubicBezTo>
                  <a:pt x="88" y="9"/>
                  <a:pt x="88" y="9"/>
                  <a:pt x="87" y="9"/>
                </a:cubicBezTo>
                <a:lnTo>
                  <a:pt x="86" y="9"/>
                </a:lnTo>
                <a:cubicBezTo>
                  <a:pt x="86" y="9"/>
                  <a:pt x="86" y="9"/>
                  <a:pt x="86" y="9"/>
                </a:cubicBezTo>
                <a:cubicBezTo>
                  <a:pt x="85" y="9"/>
                  <a:pt x="85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5" y="11"/>
                  <a:pt x="86" y="11"/>
                  <a:pt x="87" y="11"/>
                </a:cubicBezTo>
                <a:cubicBezTo>
                  <a:pt x="87" y="11"/>
                  <a:pt x="88" y="11"/>
                  <a:pt x="88" y="11"/>
                </a:cubicBezTo>
                <a:cubicBezTo>
                  <a:pt x="88" y="11"/>
                  <a:pt x="88" y="11"/>
                  <a:pt x="88" y="11"/>
                </a:cubicBezTo>
                <a:cubicBezTo>
                  <a:pt x="88" y="12"/>
                  <a:pt x="88" y="12"/>
                  <a:pt x="88" y="12"/>
                </a:cubicBezTo>
                <a:cubicBezTo>
                  <a:pt x="88" y="12"/>
                  <a:pt x="88" y="12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7" y="13"/>
                  <a:pt x="87" y="12"/>
                  <a:pt x="86" y="12"/>
                </a:cubicBezTo>
                <a:cubicBezTo>
                  <a:pt x="85" y="12"/>
                  <a:pt x="84" y="12"/>
                  <a:pt x="84" y="13"/>
                </a:cubicBezTo>
                <a:cubicBezTo>
                  <a:pt x="84" y="13"/>
                  <a:pt x="84" y="13"/>
                  <a:pt x="84" y="13"/>
                </a:cubicBezTo>
                <a:cubicBezTo>
                  <a:pt x="84" y="13"/>
                  <a:pt x="84" y="14"/>
                  <a:pt x="84" y="15"/>
                </a:cubicBezTo>
                <a:cubicBezTo>
                  <a:pt x="84" y="15"/>
                  <a:pt x="84" y="16"/>
                  <a:pt x="84" y="16"/>
                </a:cubicBezTo>
                <a:cubicBezTo>
                  <a:pt x="83" y="17"/>
                  <a:pt x="83" y="17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2" y="18"/>
                  <a:pt x="82" y="18"/>
                  <a:pt x="82" y="18"/>
                </a:cubicBezTo>
                <a:cubicBezTo>
                  <a:pt x="81" y="17"/>
                  <a:pt x="80" y="17"/>
                  <a:pt x="80" y="17"/>
                </a:cubicBezTo>
                <a:cubicBezTo>
                  <a:pt x="80" y="17"/>
                  <a:pt x="79" y="16"/>
                  <a:pt x="79" y="16"/>
                </a:cubicBezTo>
                <a:cubicBezTo>
                  <a:pt x="79" y="16"/>
                  <a:pt x="79" y="16"/>
                  <a:pt x="80" y="16"/>
                </a:cubicBezTo>
                <a:cubicBezTo>
                  <a:pt x="80" y="16"/>
                  <a:pt x="80" y="16"/>
                  <a:pt x="81" y="16"/>
                </a:cubicBezTo>
                <a:cubicBezTo>
                  <a:pt x="81" y="16"/>
                  <a:pt x="81" y="16"/>
                  <a:pt x="81" y="16"/>
                </a:cubicBezTo>
                <a:cubicBezTo>
                  <a:pt x="82" y="16"/>
                  <a:pt x="82" y="16"/>
                  <a:pt x="82" y="16"/>
                </a:cubicBezTo>
                <a:cubicBezTo>
                  <a:pt x="82" y="16"/>
                  <a:pt x="82" y="15"/>
                  <a:pt x="82" y="15"/>
                </a:cubicBezTo>
                <a:cubicBezTo>
                  <a:pt x="82" y="15"/>
                  <a:pt x="82" y="14"/>
                  <a:pt x="82" y="14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1" y="13"/>
                </a:cubicBezTo>
                <a:cubicBezTo>
                  <a:pt x="80" y="13"/>
                  <a:pt x="79" y="13"/>
                  <a:pt x="78" y="13"/>
                </a:cubicBezTo>
                <a:cubicBezTo>
                  <a:pt x="78" y="14"/>
                  <a:pt x="78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8" y="13"/>
                  <a:pt x="78" y="13"/>
                  <a:pt x="79" y="12"/>
                </a:cubicBezTo>
                <a:cubicBezTo>
                  <a:pt x="80" y="12"/>
                  <a:pt x="81" y="12"/>
                  <a:pt x="82" y="12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0"/>
                  <a:pt x="82" y="10"/>
                </a:cubicBezTo>
                <a:cubicBezTo>
                  <a:pt x="82" y="10"/>
                  <a:pt x="82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4" y="10"/>
                  <a:pt x="84" y="9"/>
                  <a:pt x="84" y="9"/>
                </a:cubicBezTo>
                <a:cubicBezTo>
                  <a:pt x="84" y="9"/>
                  <a:pt x="84" y="9"/>
                  <a:pt x="84" y="9"/>
                </a:cubicBezTo>
                <a:cubicBezTo>
                  <a:pt x="84" y="9"/>
                  <a:pt x="84" y="9"/>
                  <a:pt x="83" y="9"/>
                </a:cubicBezTo>
                <a:cubicBezTo>
                  <a:pt x="83" y="9"/>
                  <a:pt x="83" y="9"/>
                  <a:pt x="82" y="9"/>
                </a:cubicBezTo>
                <a:cubicBezTo>
                  <a:pt x="82" y="9"/>
                  <a:pt x="82" y="9"/>
                  <a:pt x="82" y="9"/>
                </a:cubicBezTo>
                <a:cubicBezTo>
                  <a:pt x="82" y="9"/>
                  <a:pt x="82" y="10"/>
                  <a:pt x="81" y="10"/>
                </a:cubicBezTo>
                <a:cubicBezTo>
                  <a:pt x="81" y="10"/>
                  <a:pt x="81" y="10"/>
                  <a:pt x="81" y="10"/>
                </a:cubicBezTo>
                <a:cubicBezTo>
                  <a:pt x="80" y="10"/>
                  <a:pt x="80" y="10"/>
                  <a:pt x="80" y="10"/>
                </a:cubicBezTo>
                <a:cubicBezTo>
                  <a:pt x="80" y="10"/>
                  <a:pt x="80" y="11"/>
                  <a:pt x="80" y="11"/>
                </a:cubicBezTo>
                <a:cubicBezTo>
                  <a:pt x="80" y="11"/>
                  <a:pt x="79" y="10"/>
                  <a:pt x="79" y="10"/>
                </a:cubicBezTo>
                <a:cubicBezTo>
                  <a:pt x="79" y="10"/>
                  <a:pt x="79" y="10"/>
                  <a:pt x="79" y="9"/>
                </a:cubicBezTo>
                <a:cubicBezTo>
                  <a:pt x="79" y="9"/>
                  <a:pt x="79" y="9"/>
                  <a:pt x="79" y="9"/>
                </a:cubicBezTo>
                <a:cubicBezTo>
                  <a:pt x="80" y="9"/>
                  <a:pt x="81" y="9"/>
                  <a:pt x="81" y="9"/>
                </a:cubicBezTo>
                <a:cubicBezTo>
                  <a:pt x="82" y="8"/>
                  <a:pt x="83" y="8"/>
                  <a:pt x="84" y="8"/>
                </a:cubicBezTo>
                <a:cubicBezTo>
                  <a:pt x="84" y="8"/>
                  <a:pt x="84" y="8"/>
                  <a:pt x="85" y="8"/>
                </a:cubicBezTo>
                <a:cubicBezTo>
                  <a:pt x="85" y="8"/>
                  <a:pt x="85" y="8"/>
                  <a:pt x="85" y="9"/>
                </a:cubicBezTo>
                <a:cubicBezTo>
                  <a:pt x="86" y="9"/>
                  <a:pt x="86" y="9"/>
                  <a:pt x="86" y="9"/>
                </a:cubicBezTo>
                <a:cubicBezTo>
                  <a:pt x="86" y="9"/>
                  <a:pt x="86" y="9"/>
                  <a:pt x="87" y="8"/>
                </a:cubicBezTo>
                <a:cubicBezTo>
                  <a:pt x="87" y="8"/>
                  <a:pt x="87" y="8"/>
                  <a:pt x="87" y="7"/>
                </a:cubicBezTo>
                <a:cubicBezTo>
                  <a:pt x="87" y="7"/>
                  <a:pt x="87" y="7"/>
                  <a:pt x="87" y="7"/>
                </a:cubicBezTo>
                <a:cubicBezTo>
                  <a:pt x="86" y="6"/>
                  <a:pt x="86" y="6"/>
                  <a:pt x="86" y="6"/>
                </a:cubicBezTo>
                <a:cubicBezTo>
                  <a:pt x="86" y="6"/>
                  <a:pt x="85" y="6"/>
                  <a:pt x="84" y="7"/>
                </a:cubicBezTo>
                <a:cubicBezTo>
                  <a:pt x="84" y="7"/>
                  <a:pt x="83" y="7"/>
                  <a:pt x="83" y="7"/>
                </a:cubicBezTo>
                <a:cubicBezTo>
                  <a:pt x="83" y="7"/>
                  <a:pt x="82" y="7"/>
                  <a:pt x="82" y="7"/>
                </a:cubicBezTo>
                <a:cubicBezTo>
                  <a:pt x="81" y="7"/>
                  <a:pt x="81" y="7"/>
                  <a:pt x="80" y="8"/>
                </a:cubicBezTo>
                <a:cubicBezTo>
                  <a:pt x="80" y="8"/>
                  <a:pt x="80" y="8"/>
                  <a:pt x="79" y="8"/>
                </a:cubicBezTo>
                <a:cubicBezTo>
                  <a:pt x="79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9" y="7"/>
                </a:cubicBezTo>
                <a:cubicBezTo>
                  <a:pt x="80" y="7"/>
                  <a:pt x="81" y="6"/>
                  <a:pt x="82" y="6"/>
                </a:cubicBezTo>
                <a:cubicBezTo>
                  <a:pt x="82" y="6"/>
                  <a:pt x="83" y="6"/>
                  <a:pt x="83" y="5"/>
                </a:cubicBezTo>
                <a:cubicBezTo>
                  <a:pt x="84" y="4"/>
                  <a:pt x="84" y="3"/>
                  <a:pt x="85" y="2"/>
                </a:cubicBezTo>
                <a:cubicBezTo>
                  <a:pt x="85" y="2"/>
                  <a:pt x="85" y="2"/>
                  <a:pt x="85" y="2"/>
                </a:cubicBezTo>
                <a:cubicBezTo>
                  <a:pt x="86" y="2"/>
                  <a:pt x="86" y="2"/>
                  <a:pt x="86" y="2"/>
                </a:cubicBezTo>
                <a:cubicBezTo>
                  <a:pt x="86" y="3"/>
                  <a:pt x="87" y="3"/>
                  <a:pt x="87" y="3"/>
                </a:cubicBezTo>
                <a:cubicBezTo>
                  <a:pt x="87" y="3"/>
                  <a:pt x="87" y="3"/>
                  <a:pt x="86" y="3"/>
                </a:cubicBezTo>
                <a:cubicBezTo>
                  <a:pt x="86" y="3"/>
                  <a:pt x="86" y="4"/>
                  <a:pt x="86" y="4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4" y="5"/>
                  <a:pt x="84" y="5"/>
                </a:cubicBezTo>
                <a:cubicBezTo>
                  <a:pt x="84" y="5"/>
                  <a:pt x="84" y="5"/>
                  <a:pt x="84" y="6"/>
                </a:cubicBezTo>
                <a:close/>
                <a:moveTo>
                  <a:pt x="83" y="2"/>
                </a:moveTo>
                <a:cubicBezTo>
                  <a:pt x="83" y="2"/>
                  <a:pt x="83" y="2"/>
                  <a:pt x="83" y="3"/>
                </a:cubicBezTo>
                <a:cubicBezTo>
                  <a:pt x="83" y="3"/>
                  <a:pt x="83" y="3"/>
                  <a:pt x="83" y="3"/>
                </a:cubicBezTo>
                <a:cubicBezTo>
                  <a:pt x="82" y="3"/>
                  <a:pt x="82" y="4"/>
                  <a:pt x="82" y="4"/>
                </a:cubicBezTo>
                <a:cubicBezTo>
                  <a:pt x="82" y="4"/>
                  <a:pt x="82" y="4"/>
                  <a:pt x="82" y="4"/>
                </a:cubicBezTo>
                <a:cubicBezTo>
                  <a:pt x="82" y="4"/>
                  <a:pt x="81" y="4"/>
                  <a:pt x="81" y="4"/>
                </a:cubicBezTo>
                <a:cubicBezTo>
                  <a:pt x="81" y="4"/>
                  <a:pt x="81" y="3"/>
                  <a:pt x="81" y="3"/>
                </a:cubicBezTo>
                <a:cubicBezTo>
                  <a:pt x="81" y="3"/>
                  <a:pt x="81" y="3"/>
                  <a:pt x="81" y="3"/>
                </a:cubicBezTo>
                <a:cubicBezTo>
                  <a:pt x="81" y="3"/>
                  <a:pt x="81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3" y="3"/>
                </a:cubicBezTo>
                <a:cubicBezTo>
                  <a:pt x="83" y="2"/>
                  <a:pt x="83" y="2"/>
                  <a:pt x="83" y="2"/>
                </a:cubicBezTo>
                <a:close/>
                <a:moveTo>
                  <a:pt x="80" y="5"/>
                </a:moveTo>
                <a:cubicBezTo>
                  <a:pt x="80" y="6"/>
                  <a:pt x="80" y="6"/>
                  <a:pt x="80" y="6"/>
                </a:cubicBezTo>
                <a:cubicBezTo>
                  <a:pt x="80" y="6"/>
                  <a:pt x="80" y="6"/>
                  <a:pt x="80" y="6"/>
                </a:cubicBezTo>
                <a:cubicBezTo>
                  <a:pt x="79" y="6"/>
                  <a:pt x="79" y="6"/>
                  <a:pt x="79" y="6"/>
                </a:cubicBezTo>
                <a:cubicBezTo>
                  <a:pt x="79" y="6"/>
                  <a:pt x="78" y="6"/>
                  <a:pt x="78" y="6"/>
                </a:cubicBezTo>
                <a:cubicBezTo>
                  <a:pt x="78" y="6"/>
                  <a:pt x="78" y="5"/>
                  <a:pt x="78" y="5"/>
                </a:cubicBezTo>
                <a:cubicBezTo>
                  <a:pt x="78" y="5"/>
                  <a:pt x="78" y="5"/>
                  <a:pt x="78" y="4"/>
                </a:cubicBezTo>
                <a:cubicBezTo>
                  <a:pt x="78" y="4"/>
                  <a:pt x="78" y="4"/>
                  <a:pt x="78" y="4"/>
                </a:cubicBezTo>
                <a:cubicBezTo>
                  <a:pt x="78" y="4"/>
                  <a:pt x="78" y="4"/>
                  <a:pt x="79" y="4"/>
                </a:cubicBezTo>
                <a:cubicBezTo>
                  <a:pt x="79" y="4"/>
                  <a:pt x="79" y="4"/>
                  <a:pt x="79" y="4"/>
                </a:cubicBezTo>
                <a:cubicBezTo>
                  <a:pt x="79" y="4"/>
                  <a:pt x="79" y="4"/>
                  <a:pt x="80" y="4"/>
                </a:cubicBezTo>
                <a:cubicBezTo>
                  <a:pt x="80" y="5"/>
                  <a:pt x="80" y="5"/>
                  <a:pt x="80" y="5"/>
                </a:cubicBezTo>
                <a:close/>
                <a:moveTo>
                  <a:pt x="77" y="9"/>
                </a:move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1"/>
                  <a:pt x="77" y="11"/>
                </a:cubicBezTo>
                <a:cubicBezTo>
                  <a:pt x="76" y="11"/>
                  <a:pt x="76" y="10"/>
                  <a:pt x="76" y="10"/>
                </a:cubicBezTo>
                <a:cubicBezTo>
                  <a:pt x="75" y="10"/>
                  <a:pt x="75" y="10"/>
                  <a:pt x="75" y="10"/>
                </a:cubicBezTo>
                <a:cubicBezTo>
                  <a:pt x="75" y="10"/>
                  <a:pt x="75" y="9"/>
                  <a:pt x="75" y="9"/>
                </a:cubicBezTo>
                <a:cubicBezTo>
                  <a:pt x="75" y="9"/>
                  <a:pt x="76" y="9"/>
                  <a:pt x="76" y="9"/>
                </a:cubicBezTo>
                <a:cubicBezTo>
                  <a:pt x="76" y="8"/>
                  <a:pt x="77" y="8"/>
                  <a:pt x="77" y="8"/>
                </a:cubicBezTo>
                <a:cubicBezTo>
                  <a:pt x="77" y="8"/>
                  <a:pt x="77" y="8"/>
                  <a:pt x="77" y="8"/>
                </a:cubicBezTo>
                <a:cubicBezTo>
                  <a:pt x="77" y="9"/>
                  <a:pt x="77" y="9"/>
                  <a:pt x="77" y="9"/>
                </a:cubicBezTo>
                <a:cubicBezTo>
                  <a:pt x="77" y="9"/>
                  <a:pt x="77" y="9"/>
                  <a:pt x="77" y="9"/>
                </a:cubicBezTo>
                <a:close/>
                <a:moveTo>
                  <a:pt x="118" y="15"/>
                </a:moveTo>
                <a:cubicBezTo>
                  <a:pt x="118" y="15"/>
                  <a:pt x="118" y="15"/>
                  <a:pt x="117" y="15"/>
                </a:cubicBezTo>
                <a:cubicBezTo>
                  <a:pt x="117" y="15"/>
                  <a:pt x="117" y="15"/>
                  <a:pt x="116" y="15"/>
                </a:cubicBezTo>
                <a:cubicBezTo>
                  <a:pt x="115" y="15"/>
                  <a:pt x="114" y="15"/>
                  <a:pt x="114" y="15"/>
                </a:cubicBezTo>
                <a:cubicBezTo>
                  <a:pt x="113" y="15"/>
                  <a:pt x="113" y="15"/>
                  <a:pt x="113" y="14"/>
                </a:cubicBezTo>
                <a:cubicBezTo>
                  <a:pt x="113" y="14"/>
                  <a:pt x="113" y="14"/>
                  <a:pt x="113" y="14"/>
                </a:cubicBezTo>
                <a:cubicBezTo>
                  <a:pt x="113" y="13"/>
                  <a:pt x="112" y="13"/>
                  <a:pt x="112" y="13"/>
                </a:cubicBezTo>
                <a:cubicBezTo>
                  <a:pt x="111" y="12"/>
                  <a:pt x="111" y="12"/>
                  <a:pt x="110" y="12"/>
                </a:cubicBezTo>
                <a:cubicBezTo>
                  <a:pt x="110" y="12"/>
                  <a:pt x="110" y="11"/>
                  <a:pt x="110" y="11"/>
                </a:cubicBezTo>
                <a:cubicBezTo>
                  <a:pt x="110" y="11"/>
                  <a:pt x="110" y="12"/>
                  <a:pt x="110" y="12"/>
                </a:cubicBezTo>
                <a:cubicBezTo>
                  <a:pt x="110" y="12"/>
                  <a:pt x="110" y="12"/>
                  <a:pt x="110" y="13"/>
                </a:cubicBezTo>
                <a:cubicBezTo>
                  <a:pt x="110" y="14"/>
                  <a:pt x="110" y="14"/>
                  <a:pt x="110" y="15"/>
                </a:cubicBezTo>
                <a:cubicBezTo>
                  <a:pt x="110" y="16"/>
                  <a:pt x="110" y="16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09" y="17"/>
                  <a:pt x="109" y="17"/>
                  <a:pt x="109" y="17"/>
                </a:cubicBezTo>
                <a:cubicBezTo>
                  <a:pt x="109" y="17"/>
                  <a:pt x="108" y="17"/>
                  <a:pt x="108" y="17"/>
                </a:cubicBezTo>
                <a:cubicBezTo>
                  <a:pt x="107" y="16"/>
                  <a:pt x="107" y="16"/>
                  <a:pt x="106" y="16"/>
                </a:cubicBezTo>
                <a:cubicBezTo>
                  <a:pt x="106" y="15"/>
                  <a:pt x="105" y="15"/>
                  <a:pt x="105" y="15"/>
                </a:cubicBezTo>
                <a:cubicBezTo>
                  <a:pt x="105" y="15"/>
                  <a:pt x="105" y="15"/>
                  <a:pt x="105" y="15"/>
                </a:cubicBezTo>
                <a:cubicBezTo>
                  <a:pt x="105" y="15"/>
                  <a:pt x="105" y="15"/>
                  <a:pt x="106" y="15"/>
                </a:cubicBezTo>
                <a:cubicBezTo>
                  <a:pt x="106" y="15"/>
                  <a:pt x="107" y="15"/>
                  <a:pt x="107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4"/>
                  <a:pt x="108" y="14"/>
                  <a:pt x="108" y="13"/>
                </a:cubicBezTo>
                <a:cubicBezTo>
                  <a:pt x="108" y="12"/>
                  <a:pt x="108" y="12"/>
                  <a:pt x="108" y="11"/>
                </a:cubicBezTo>
                <a:cubicBezTo>
                  <a:pt x="108" y="10"/>
                  <a:pt x="108" y="9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7" y="8"/>
                  <a:pt x="106" y="8"/>
                </a:cubicBezTo>
                <a:cubicBezTo>
                  <a:pt x="106" y="8"/>
                  <a:pt x="105" y="8"/>
                  <a:pt x="105" y="8"/>
                </a:cubicBezTo>
                <a:cubicBezTo>
                  <a:pt x="105" y="8"/>
                  <a:pt x="105" y="8"/>
                  <a:pt x="105" y="8"/>
                </a:cubicBezTo>
                <a:cubicBezTo>
                  <a:pt x="104" y="8"/>
                  <a:pt x="104" y="8"/>
                  <a:pt x="104" y="8"/>
                </a:cubicBezTo>
                <a:cubicBezTo>
                  <a:pt x="104" y="8"/>
                  <a:pt x="104" y="8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5" y="6"/>
                  <a:pt x="105" y="6"/>
                </a:cubicBezTo>
                <a:cubicBezTo>
                  <a:pt x="106" y="6"/>
                  <a:pt x="107" y="6"/>
                  <a:pt x="107" y="6"/>
                </a:cubicBezTo>
                <a:cubicBezTo>
                  <a:pt x="107" y="6"/>
                  <a:pt x="108" y="6"/>
                  <a:pt x="108" y="6"/>
                </a:cubicBezTo>
                <a:cubicBezTo>
                  <a:pt x="108" y="6"/>
                  <a:pt x="108" y="6"/>
                  <a:pt x="108" y="6"/>
                </a:cubicBezTo>
                <a:lnTo>
                  <a:pt x="108" y="5"/>
                </a:lnTo>
                <a:cubicBezTo>
                  <a:pt x="108" y="4"/>
                  <a:pt x="108" y="4"/>
                  <a:pt x="108" y="3"/>
                </a:cubicBezTo>
                <a:cubicBezTo>
                  <a:pt x="108" y="3"/>
                  <a:pt x="108" y="3"/>
                  <a:pt x="109" y="2"/>
                </a:cubicBezTo>
                <a:cubicBezTo>
                  <a:pt x="109" y="2"/>
                  <a:pt x="109" y="1"/>
                  <a:pt x="109" y="1"/>
                </a:cubicBezTo>
                <a:cubicBezTo>
                  <a:pt x="109" y="1"/>
                  <a:pt x="109" y="1"/>
                  <a:pt x="109" y="1"/>
                </a:cubicBezTo>
                <a:cubicBezTo>
                  <a:pt x="109" y="1"/>
                  <a:pt x="109" y="1"/>
                  <a:pt x="110" y="1"/>
                </a:cubicBezTo>
                <a:cubicBezTo>
                  <a:pt x="110" y="1"/>
                  <a:pt x="110" y="1"/>
                  <a:pt x="110" y="1"/>
                </a:cubicBezTo>
                <a:cubicBezTo>
                  <a:pt x="110" y="2"/>
                  <a:pt x="110" y="2"/>
                  <a:pt x="110" y="2"/>
                </a:cubicBezTo>
                <a:cubicBezTo>
                  <a:pt x="110" y="2"/>
                  <a:pt x="110" y="3"/>
                  <a:pt x="110" y="3"/>
                </a:cubicBezTo>
                <a:lnTo>
                  <a:pt x="110" y="4"/>
                </a:lnTo>
                <a:lnTo>
                  <a:pt x="110" y="5"/>
                </a:lnTo>
                <a:cubicBezTo>
                  <a:pt x="110" y="5"/>
                  <a:pt x="110" y="5"/>
                  <a:pt x="110" y="5"/>
                </a:cubicBezTo>
                <a:cubicBezTo>
                  <a:pt x="110" y="5"/>
                  <a:pt x="110" y="5"/>
                  <a:pt x="110" y="5"/>
                </a:cubicBezTo>
                <a:cubicBezTo>
                  <a:pt x="111" y="5"/>
                  <a:pt x="111" y="5"/>
                  <a:pt x="111" y="5"/>
                </a:cubicBezTo>
                <a:cubicBezTo>
                  <a:pt x="111" y="5"/>
                  <a:pt x="112" y="5"/>
                  <a:pt x="112" y="5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7"/>
                  <a:pt x="112" y="7"/>
                  <a:pt x="112" y="7"/>
                </a:cubicBezTo>
                <a:cubicBezTo>
                  <a:pt x="112" y="7"/>
                  <a:pt x="111" y="7"/>
                  <a:pt x="111" y="7"/>
                </a:cubicBezTo>
                <a:cubicBezTo>
                  <a:pt x="111" y="7"/>
                  <a:pt x="110" y="7"/>
                  <a:pt x="110" y="7"/>
                </a:cubicBezTo>
                <a:cubicBezTo>
                  <a:pt x="110" y="7"/>
                  <a:pt x="110" y="7"/>
                  <a:pt x="110" y="7"/>
                </a:cubicBezTo>
                <a:cubicBezTo>
                  <a:pt x="109" y="7"/>
                  <a:pt x="109" y="8"/>
                  <a:pt x="109" y="8"/>
                </a:cubicBezTo>
                <a:cubicBezTo>
                  <a:pt x="109" y="8"/>
                  <a:pt x="109" y="8"/>
                  <a:pt x="109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1" y="9"/>
                  <a:pt x="111" y="9"/>
                </a:cubicBezTo>
                <a:cubicBezTo>
                  <a:pt x="112" y="8"/>
                  <a:pt x="112" y="8"/>
                  <a:pt x="113" y="7"/>
                </a:cubicBezTo>
                <a:cubicBezTo>
                  <a:pt x="113" y="7"/>
                  <a:pt x="113" y="7"/>
                  <a:pt x="113" y="7"/>
                </a:cubicBezTo>
                <a:cubicBezTo>
                  <a:pt x="113" y="7"/>
                  <a:pt x="113" y="7"/>
                  <a:pt x="114" y="8"/>
                </a:cubicBezTo>
                <a:cubicBezTo>
                  <a:pt x="114" y="8"/>
                  <a:pt x="114" y="8"/>
                  <a:pt x="114" y="8"/>
                </a:cubicBezTo>
                <a:cubicBezTo>
                  <a:pt x="114" y="8"/>
                  <a:pt x="114" y="8"/>
                  <a:pt x="113" y="8"/>
                </a:cubicBezTo>
                <a:cubicBezTo>
                  <a:pt x="113" y="8"/>
                  <a:pt x="113" y="9"/>
                  <a:pt x="113" y="9"/>
                </a:cubicBezTo>
                <a:cubicBezTo>
                  <a:pt x="112" y="9"/>
                  <a:pt x="112" y="9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1"/>
                  <a:pt x="111" y="11"/>
                  <a:pt x="112" y="11"/>
                </a:cubicBezTo>
                <a:cubicBezTo>
                  <a:pt x="112" y="12"/>
                  <a:pt x="113" y="12"/>
                  <a:pt x="113" y="12"/>
                </a:cubicBezTo>
                <a:cubicBezTo>
                  <a:pt x="114" y="13"/>
                  <a:pt x="114" y="13"/>
                  <a:pt x="115" y="13"/>
                </a:cubicBezTo>
                <a:cubicBezTo>
                  <a:pt x="117" y="14"/>
                  <a:pt x="118" y="14"/>
                  <a:pt x="118" y="15"/>
                </a:cubicBezTo>
                <a:close/>
                <a:moveTo>
                  <a:pt x="113" y="3"/>
                </a:moveTo>
                <a:cubicBezTo>
                  <a:pt x="113" y="3"/>
                  <a:pt x="113" y="3"/>
                  <a:pt x="113" y="3"/>
                </a:cubicBezTo>
                <a:cubicBezTo>
                  <a:pt x="113" y="3"/>
                  <a:pt x="113" y="3"/>
                  <a:pt x="114" y="3"/>
                </a:cubicBezTo>
                <a:cubicBezTo>
                  <a:pt x="114" y="4"/>
                  <a:pt x="114" y="4"/>
                  <a:pt x="114" y="4"/>
                </a:cubicBezTo>
                <a:cubicBezTo>
                  <a:pt x="115" y="4"/>
                  <a:pt x="115" y="5"/>
                  <a:pt x="115" y="5"/>
                </a:cubicBezTo>
                <a:cubicBezTo>
                  <a:pt x="115" y="5"/>
                  <a:pt x="115" y="5"/>
                  <a:pt x="114" y="5"/>
                </a:cubicBezTo>
                <a:cubicBezTo>
                  <a:pt x="114" y="5"/>
                  <a:pt x="114" y="5"/>
                  <a:pt x="113" y="5"/>
                </a:cubicBezTo>
                <a:cubicBezTo>
                  <a:pt x="113" y="5"/>
                  <a:pt x="113" y="5"/>
                  <a:pt x="113" y="5"/>
                </a:cubicBezTo>
                <a:cubicBezTo>
                  <a:pt x="112" y="5"/>
                  <a:pt x="112" y="5"/>
                  <a:pt x="112" y="4"/>
                </a:cubicBezTo>
                <a:cubicBezTo>
                  <a:pt x="112" y="4"/>
                  <a:pt x="112" y="4"/>
                  <a:pt x="112" y="4"/>
                </a:cubicBezTo>
                <a:cubicBezTo>
                  <a:pt x="112" y="4"/>
                  <a:pt x="112" y="3"/>
                  <a:pt x="112" y="3"/>
                </a:cubicBezTo>
                <a:cubicBezTo>
                  <a:pt x="112" y="3"/>
                  <a:pt x="113" y="3"/>
                  <a:pt x="113" y="3"/>
                </a:cubicBezTo>
                <a:close/>
                <a:moveTo>
                  <a:pt x="105" y="9"/>
                </a:move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6" y="9"/>
                </a:cubicBezTo>
                <a:cubicBezTo>
                  <a:pt x="106" y="10"/>
                  <a:pt x="107" y="10"/>
                  <a:pt x="107" y="10"/>
                </a:cubicBezTo>
                <a:cubicBezTo>
                  <a:pt x="107" y="11"/>
                  <a:pt x="106" y="11"/>
                  <a:pt x="106" y="11"/>
                </a:cubicBezTo>
                <a:cubicBezTo>
                  <a:pt x="105" y="11"/>
                  <a:pt x="105" y="11"/>
                  <a:pt x="105" y="11"/>
                </a:cubicBezTo>
                <a:cubicBezTo>
                  <a:pt x="105" y="11"/>
                  <a:pt x="104" y="11"/>
                  <a:pt x="104" y="10"/>
                </a:cubicBezTo>
                <a:cubicBezTo>
                  <a:pt x="104" y="10"/>
                  <a:pt x="104" y="10"/>
                  <a:pt x="104" y="10"/>
                </a:cubicBezTo>
                <a:cubicBezTo>
                  <a:pt x="104" y="9"/>
                  <a:pt x="104" y="9"/>
                  <a:pt x="104" y="9"/>
                </a:cubicBezTo>
                <a:cubicBezTo>
                  <a:pt x="104" y="9"/>
                  <a:pt x="105" y="9"/>
                  <a:pt x="105" y="9"/>
                </a:cubicBezTo>
                <a:close/>
                <a:moveTo>
                  <a:pt x="108" y="11"/>
                </a:moveTo>
                <a:cubicBezTo>
                  <a:pt x="108" y="11"/>
                  <a:pt x="107" y="11"/>
                  <a:pt x="107" y="11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6" y="12"/>
                  <a:pt x="106" y="12"/>
                  <a:pt x="106" y="13"/>
                </a:cubicBezTo>
                <a:cubicBezTo>
                  <a:pt x="106" y="13"/>
                  <a:pt x="105" y="14"/>
                  <a:pt x="104" y="14"/>
                </a:cubicBezTo>
                <a:cubicBezTo>
                  <a:pt x="104" y="14"/>
                  <a:pt x="104" y="14"/>
                  <a:pt x="104" y="15"/>
                </a:cubicBezTo>
                <a:cubicBezTo>
                  <a:pt x="104" y="15"/>
                  <a:pt x="104" y="15"/>
                  <a:pt x="104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2" y="14"/>
                  <a:pt x="102" y="14"/>
                  <a:pt x="102" y="14"/>
                </a:cubicBezTo>
                <a:cubicBezTo>
                  <a:pt x="102" y="14"/>
                  <a:pt x="102" y="14"/>
                  <a:pt x="103" y="14"/>
                </a:cubicBezTo>
                <a:cubicBezTo>
                  <a:pt x="103" y="13"/>
                  <a:pt x="104" y="13"/>
                  <a:pt x="104" y="13"/>
                </a:cubicBezTo>
                <a:cubicBezTo>
                  <a:pt x="105" y="12"/>
                  <a:pt x="106" y="11"/>
                  <a:pt x="107" y="11"/>
                </a:cubicBezTo>
                <a:cubicBezTo>
                  <a:pt x="107" y="11"/>
                  <a:pt x="107" y="11"/>
                  <a:pt x="107" y="11"/>
                </a:cubicBezTo>
                <a:cubicBezTo>
                  <a:pt x="107" y="11"/>
                  <a:pt x="108" y="11"/>
                  <a:pt x="108" y="11"/>
                </a:cubicBezTo>
                <a:close/>
                <a:moveTo>
                  <a:pt x="127" y="13"/>
                </a:moveTo>
                <a:cubicBezTo>
                  <a:pt x="127" y="13"/>
                  <a:pt x="127" y="13"/>
                  <a:pt x="127" y="14"/>
                </a:cubicBezTo>
                <a:cubicBezTo>
                  <a:pt x="127" y="14"/>
                  <a:pt x="127" y="14"/>
                  <a:pt x="128" y="14"/>
                </a:cubicBezTo>
                <a:cubicBezTo>
                  <a:pt x="128" y="14"/>
                  <a:pt x="129" y="15"/>
                  <a:pt x="129" y="15"/>
                </a:cubicBezTo>
                <a:cubicBezTo>
                  <a:pt x="130" y="15"/>
                  <a:pt x="130" y="15"/>
                  <a:pt x="131" y="15"/>
                </a:cubicBezTo>
                <a:cubicBezTo>
                  <a:pt x="131" y="16"/>
                  <a:pt x="132" y="16"/>
                  <a:pt x="134" y="16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4" y="18"/>
                  <a:pt x="134" y="18"/>
                  <a:pt x="133" y="18"/>
                </a:cubicBezTo>
                <a:cubicBezTo>
                  <a:pt x="133" y="18"/>
                  <a:pt x="132" y="18"/>
                  <a:pt x="131" y="18"/>
                </a:cubicBezTo>
                <a:cubicBezTo>
                  <a:pt x="131" y="18"/>
                  <a:pt x="130" y="17"/>
                  <a:pt x="130" y="17"/>
                </a:cubicBezTo>
                <a:cubicBezTo>
                  <a:pt x="130" y="17"/>
                  <a:pt x="129" y="17"/>
                  <a:pt x="129" y="17"/>
                </a:cubicBezTo>
                <a:cubicBezTo>
                  <a:pt x="129" y="17"/>
                  <a:pt x="129" y="17"/>
                  <a:pt x="129" y="17"/>
                </a:cubicBezTo>
                <a:cubicBezTo>
                  <a:pt x="129" y="16"/>
                  <a:pt x="129" y="16"/>
                  <a:pt x="129" y="16"/>
                </a:cubicBezTo>
                <a:cubicBezTo>
                  <a:pt x="128" y="15"/>
                  <a:pt x="128" y="15"/>
                  <a:pt x="127" y="15"/>
                </a:cubicBezTo>
                <a:cubicBezTo>
                  <a:pt x="126" y="15"/>
                  <a:pt x="126" y="14"/>
                  <a:pt x="126" y="14"/>
                </a:cubicBezTo>
                <a:cubicBezTo>
                  <a:pt x="125" y="14"/>
                  <a:pt x="125" y="14"/>
                  <a:pt x="124" y="14"/>
                </a:cubicBezTo>
                <a:cubicBezTo>
                  <a:pt x="124" y="13"/>
                  <a:pt x="123" y="13"/>
                  <a:pt x="123" y="13"/>
                </a:cubicBezTo>
                <a:cubicBezTo>
                  <a:pt x="123" y="13"/>
                  <a:pt x="123" y="13"/>
                  <a:pt x="123" y="14"/>
                </a:cubicBezTo>
                <a:cubicBezTo>
                  <a:pt x="123" y="14"/>
                  <a:pt x="122" y="14"/>
                  <a:pt x="122" y="14"/>
                </a:cubicBezTo>
                <a:cubicBezTo>
                  <a:pt x="122" y="14"/>
                  <a:pt x="122" y="15"/>
                  <a:pt x="122" y="15"/>
                </a:cubicBezTo>
                <a:cubicBezTo>
                  <a:pt x="122" y="15"/>
                  <a:pt x="122" y="15"/>
                  <a:pt x="122" y="15"/>
                </a:cubicBezTo>
                <a:cubicBezTo>
                  <a:pt x="121" y="15"/>
                  <a:pt x="121" y="15"/>
                  <a:pt x="120" y="15"/>
                </a:cubicBezTo>
                <a:cubicBezTo>
                  <a:pt x="120" y="16"/>
                  <a:pt x="119" y="16"/>
                  <a:pt x="119" y="16"/>
                </a:cubicBezTo>
                <a:cubicBezTo>
                  <a:pt x="119" y="16"/>
                  <a:pt x="119" y="16"/>
                  <a:pt x="118" y="16"/>
                </a:cubicBezTo>
                <a:cubicBezTo>
                  <a:pt x="118" y="15"/>
                  <a:pt x="118" y="15"/>
                  <a:pt x="118" y="15"/>
                </a:cubicBezTo>
                <a:cubicBezTo>
                  <a:pt x="118" y="15"/>
                  <a:pt x="119" y="15"/>
                  <a:pt x="119" y="15"/>
                </a:cubicBezTo>
                <a:cubicBezTo>
                  <a:pt x="120" y="15"/>
                  <a:pt x="120" y="15"/>
                  <a:pt x="121" y="14"/>
                </a:cubicBezTo>
                <a:cubicBezTo>
                  <a:pt x="121" y="14"/>
                  <a:pt x="122" y="13"/>
                  <a:pt x="122" y="12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0"/>
                  <a:pt x="123" y="10"/>
                  <a:pt x="123" y="10"/>
                </a:cubicBezTo>
                <a:cubicBezTo>
                  <a:pt x="122" y="10"/>
                  <a:pt x="122" y="11"/>
                  <a:pt x="122" y="11"/>
                </a:cubicBezTo>
                <a:cubicBezTo>
                  <a:pt x="122" y="11"/>
                  <a:pt x="121" y="11"/>
                  <a:pt x="121" y="11"/>
                </a:cubicBezTo>
                <a:cubicBezTo>
                  <a:pt x="120" y="11"/>
                  <a:pt x="120" y="11"/>
                  <a:pt x="120" y="11"/>
                </a:cubicBezTo>
                <a:cubicBezTo>
                  <a:pt x="120" y="11"/>
                  <a:pt x="119" y="11"/>
                  <a:pt x="119" y="11"/>
                </a:cubicBezTo>
                <a:cubicBezTo>
                  <a:pt x="119" y="11"/>
                  <a:pt x="119" y="11"/>
                  <a:pt x="119" y="11"/>
                </a:cubicBezTo>
                <a:cubicBezTo>
                  <a:pt x="119" y="11"/>
                  <a:pt x="119" y="11"/>
                  <a:pt x="119" y="10"/>
                </a:cubicBezTo>
                <a:cubicBezTo>
                  <a:pt x="119" y="10"/>
                  <a:pt x="119" y="10"/>
                  <a:pt x="119" y="10"/>
                </a:cubicBezTo>
                <a:cubicBezTo>
                  <a:pt x="120" y="10"/>
                  <a:pt x="121" y="10"/>
                  <a:pt x="123" y="9"/>
                </a:cubicBezTo>
                <a:cubicBezTo>
                  <a:pt x="124" y="9"/>
                  <a:pt x="126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6" y="7"/>
                  <a:pt x="126" y="7"/>
                  <a:pt x="126" y="7"/>
                </a:cubicBezTo>
                <a:cubicBezTo>
                  <a:pt x="126" y="7"/>
                  <a:pt x="126" y="7"/>
                  <a:pt x="125" y="7"/>
                </a:cubicBezTo>
                <a:cubicBezTo>
                  <a:pt x="125" y="8"/>
                  <a:pt x="125" y="8"/>
                  <a:pt x="125" y="8"/>
                </a:cubicBezTo>
                <a:cubicBezTo>
                  <a:pt x="125" y="8"/>
                  <a:pt x="124" y="8"/>
                  <a:pt x="124" y="8"/>
                </a:cubicBezTo>
                <a:cubicBezTo>
                  <a:pt x="124" y="8"/>
                  <a:pt x="124" y="8"/>
                  <a:pt x="123" y="7"/>
                </a:cubicBezTo>
                <a:cubicBezTo>
                  <a:pt x="123" y="7"/>
                  <a:pt x="123" y="7"/>
                  <a:pt x="123" y="6"/>
                </a:cubicBezTo>
                <a:cubicBezTo>
                  <a:pt x="123" y="5"/>
                  <a:pt x="123" y="4"/>
                  <a:pt x="123" y="3"/>
                </a:cubicBezTo>
                <a:cubicBezTo>
                  <a:pt x="123" y="3"/>
                  <a:pt x="123" y="2"/>
                  <a:pt x="124" y="2"/>
                </a:cubicBezTo>
                <a:cubicBezTo>
                  <a:pt x="124" y="2"/>
                  <a:pt x="124" y="2"/>
                  <a:pt x="125" y="2"/>
                </a:cubicBezTo>
                <a:cubicBezTo>
                  <a:pt x="126" y="2"/>
                  <a:pt x="127" y="2"/>
                  <a:pt x="128" y="2"/>
                </a:cubicBezTo>
                <a:cubicBezTo>
                  <a:pt x="128" y="2"/>
                  <a:pt x="129" y="2"/>
                  <a:pt x="129" y="2"/>
                </a:cubicBezTo>
                <a:cubicBezTo>
                  <a:pt x="129" y="2"/>
                  <a:pt x="130" y="2"/>
                  <a:pt x="130" y="2"/>
                </a:cubicBezTo>
                <a:cubicBezTo>
                  <a:pt x="130" y="2"/>
                  <a:pt x="130" y="2"/>
                  <a:pt x="129" y="3"/>
                </a:cubicBezTo>
                <a:cubicBezTo>
                  <a:pt x="129" y="3"/>
                  <a:pt x="129" y="3"/>
                  <a:pt x="129" y="3"/>
                </a:cubicBezTo>
                <a:cubicBezTo>
                  <a:pt x="129" y="4"/>
                  <a:pt x="129" y="4"/>
                  <a:pt x="129" y="4"/>
                </a:cubicBezTo>
                <a:lnTo>
                  <a:pt x="129" y="6"/>
                </a:lnTo>
                <a:cubicBezTo>
                  <a:pt x="129" y="7"/>
                  <a:pt x="129" y="7"/>
                  <a:pt x="129" y="7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30" y="8"/>
                  <a:pt x="130" y="8"/>
                </a:cubicBezTo>
                <a:cubicBezTo>
                  <a:pt x="130" y="8"/>
                  <a:pt x="130" y="8"/>
                  <a:pt x="131" y="8"/>
                </a:cubicBezTo>
                <a:cubicBezTo>
                  <a:pt x="131" y="8"/>
                  <a:pt x="131" y="8"/>
                  <a:pt x="131" y="8"/>
                </a:cubicBezTo>
                <a:cubicBezTo>
                  <a:pt x="131" y="8"/>
                  <a:pt x="131" y="8"/>
                  <a:pt x="131" y="9"/>
                </a:cubicBezTo>
                <a:cubicBezTo>
                  <a:pt x="131" y="9"/>
                  <a:pt x="131" y="9"/>
                  <a:pt x="131" y="9"/>
                </a:cubicBezTo>
                <a:cubicBezTo>
                  <a:pt x="131" y="9"/>
                  <a:pt x="131" y="10"/>
                  <a:pt x="131" y="10"/>
                </a:cubicBezTo>
                <a:cubicBezTo>
                  <a:pt x="130" y="10"/>
                  <a:pt x="130" y="10"/>
                  <a:pt x="129" y="10"/>
                </a:cubicBezTo>
                <a:cubicBezTo>
                  <a:pt x="128" y="10"/>
                  <a:pt x="128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1"/>
                  <a:pt x="127" y="11"/>
                </a:cubicBezTo>
                <a:cubicBezTo>
                  <a:pt x="127" y="11"/>
                  <a:pt x="127" y="11"/>
                  <a:pt x="128" y="11"/>
                </a:cubicBezTo>
                <a:cubicBezTo>
                  <a:pt x="128" y="11"/>
                  <a:pt x="128" y="11"/>
                  <a:pt x="128" y="11"/>
                </a:cubicBezTo>
                <a:cubicBezTo>
                  <a:pt x="128" y="10"/>
                  <a:pt x="129" y="10"/>
                  <a:pt x="129" y="10"/>
                </a:cubicBezTo>
                <a:cubicBezTo>
                  <a:pt x="129" y="10"/>
                  <a:pt x="129" y="11"/>
                  <a:pt x="129" y="11"/>
                </a:cubicBezTo>
                <a:cubicBezTo>
                  <a:pt x="129" y="11"/>
                  <a:pt x="129" y="11"/>
                  <a:pt x="129" y="11"/>
                </a:cubicBezTo>
                <a:cubicBezTo>
                  <a:pt x="129" y="11"/>
                  <a:pt x="129" y="12"/>
                  <a:pt x="129" y="12"/>
                </a:cubicBezTo>
                <a:cubicBezTo>
                  <a:pt x="129" y="12"/>
                  <a:pt x="129" y="12"/>
                  <a:pt x="128" y="12"/>
                </a:cubicBezTo>
                <a:cubicBezTo>
                  <a:pt x="128" y="12"/>
                  <a:pt x="128" y="12"/>
                  <a:pt x="127" y="12"/>
                </a:cubicBezTo>
                <a:cubicBezTo>
                  <a:pt x="127" y="12"/>
                  <a:pt x="127" y="12"/>
                  <a:pt x="127" y="12"/>
                </a:cubicBezTo>
                <a:cubicBezTo>
                  <a:pt x="127" y="12"/>
                  <a:pt x="127" y="13"/>
                  <a:pt x="127" y="13"/>
                </a:cubicBezTo>
                <a:cubicBezTo>
                  <a:pt x="127" y="13"/>
                  <a:pt x="127" y="13"/>
                  <a:pt x="127" y="13"/>
                </a:cubicBezTo>
                <a:close/>
                <a:moveTo>
                  <a:pt x="148" y="11"/>
                </a:moveTo>
                <a:cubicBezTo>
                  <a:pt x="148" y="12"/>
                  <a:pt x="148" y="13"/>
                  <a:pt x="148" y="14"/>
                </a:cubicBezTo>
                <a:cubicBezTo>
                  <a:pt x="148" y="15"/>
                  <a:pt x="148" y="15"/>
                  <a:pt x="148" y="16"/>
                </a:cubicBezTo>
                <a:cubicBezTo>
                  <a:pt x="148" y="16"/>
                  <a:pt x="148" y="16"/>
                  <a:pt x="148" y="17"/>
                </a:cubicBezTo>
                <a:cubicBezTo>
                  <a:pt x="148" y="17"/>
                  <a:pt x="148" y="17"/>
                  <a:pt x="148" y="17"/>
                </a:cubicBezTo>
                <a:cubicBezTo>
                  <a:pt x="148" y="18"/>
                  <a:pt x="148" y="18"/>
                  <a:pt x="148" y="18"/>
                </a:cubicBezTo>
                <a:cubicBezTo>
                  <a:pt x="148" y="18"/>
                  <a:pt x="147" y="18"/>
                  <a:pt x="146" y="17"/>
                </a:cubicBezTo>
                <a:cubicBezTo>
                  <a:pt x="145" y="17"/>
                  <a:pt x="144" y="16"/>
                  <a:pt x="144" y="16"/>
                </a:cubicBezTo>
                <a:cubicBezTo>
                  <a:pt x="143" y="16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4" y="16"/>
                  <a:pt x="145" y="16"/>
                  <a:pt x="146" y="16"/>
                </a:cubicBezTo>
                <a:cubicBezTo>
                  <a:pt x="146" y="16"/>
                  <a:pt x="147" y="16"/>
                  <a:pt x="147" y="16"/>
                </a:cubicBezTo>
                <a:cubicBezTo>
                  <a:pt x="147" y="16"/>
                  <a:pt x="147" y="15"/>
                  <a:pt x="147" y="15"/>
                </a:cubicBezTo>
                <a:cubicBezTo>
                  <a:pt x="147" y="14"/>
                  <a:pt x="147" y="14"/>
                  <a:pt x="147" y="12"/>
                </a:cubicBezTo>
                <a:cubicBezTo>
                  <a:pt x="147" y="11"/>
                  <a:pt x="146" y="9"/>
                  <a:pt x="146" y="8"/>
                </a:cubicBezTo>
                <a:lnTo>
                  <a:pt x="146" y="5"/>
                </a:lnTo>
                <a:lnTo>
                  <a:pt x="146" y="3"/>
                </a:lnTo>
                <a:cubicBezTo>
                  <a:pt x="146" y="3"/>
                  <a:pt x="147" y="3"/>
                  <a:pt x="147" y="3"/>
                </a:cubicBezTo>
                <a:cubicBezTo>
                  <a:pt x="147" y="3"/>
                  <a:pt x="147" y="3"/>
                  <a:pt x="148" y="3"/>
                </a:cubicBezTo>
                <a:cubicBezTo>
                  <a:pt x="148" y="3"/>
                  <a:pt x="148" y="3"/>
                  <a:pt x="148" y="3"/>
                </a:cubicBezTo>
                <a:cubicBezTo>
                  <a:pt x="148" y="4"/>
                  <a:pt x="148" y="4"/>
                  <a:pt x="148" y="4"/>
                </a:cubicBezTo>
                <a:cubicBezTo>
                  <a:pt x="148" y="4"/>
                  <a:pt x="148" y="5"/>
                  <a:pt x="148" y="6"/>
                </a:cubicBezTo>
                <a:cubicBezTo>
                  <a:pt x="148" y="6"/>
                  <a:pt x="148" y="6"/>
                  <a:pt x="148" y="7"/>
                </a:cubicBezTo>
                <a:cubicBezTo>
                  <a:pt x="148" y="9"/>
                  <a:pt x="148" y="9"/>
                  <a:pt x="148" y="10"/>
                </a:cubicBezTo>
                <a:lnTo>
                  <a:pt x="148" y="11"/>
                </a:lnTo>
                <a:close/>
                <a:moveTo>
                  <a:pt x="143" y="7"/>
                </a:moveTo>
                <a:cubicBezTo>
                  <a:pt x="143" y="7"/>
                  <a:pt x="143" y="7"/>
                  <a:pt x="142" y="7"/>
                </a:cubicBezTo>
                <a:cubicBezTo>
                  <a:pt x="142" y="7"/>
                  <a:pt x="142" y="7"/>
                  <a:pt x="141" y="7"/>
                </a:cubicBezTo>
                <a:cubicBezTo>
                  <a:pt x="141" y="7"/>
                  <a:pt x="141" y="7"/>
                  <a:pt x="141" y="7"/>
                </a:cubicBezTo>
                <a:cubicBezTo>
                  <a:pt x="141" y="7"/>
                  <a:pt x="141" y="7"/>
                  <a:pt x="140" y="7"/>
                </a:cubicBezTo>
                <a:cubicBezTo>
                  <a:pt x="140" y="7"/>
                  <a:pt x="140" y="6"/>
                  <a:pt x="140" y="6"/>
                </a:cubicBezTo>
                <a:cubicBezTo>
                  <a:pt x="140" y="6"/>
                  <a:pt x="140" y="7"/>
                  <a:pt x="140" y="7"/>
                </a:cubicBezTo>
                <a:cubicBezTo>
                  <a:pt x="139" y="7"/>
                  <a:pt x="139" y="7"/>
                  <a:pt x="139" y="7"/>
                </a:cubicBezTo>
                <a:cubicBezTo>
                  <a:pt x="138" y="8"/>
                  <a:pt x="138" y="8"/>
                  <a:pt x="138" y="9"/>
                </a:cubicBezTo>
                <a:cubicBezTo>
                  <a:pt x="138" y="9"/>
                  <a:pt x="137" y="9"/>
                  <a:pt x="137" y="10"/>
                </a:cubicBezTo>
                <a:cubicBezTo>
                  <a:pt x="137" y="10"/>
                  <a:pt x="138" y="10"/>
                  <a:pt x="138" y="10"/>
                </a:cubicBezTo>
                <a:cubicBezTo>
                  <a:pt x="138" y="10"/>
                  <a:pt x="138" y="10"/>
                  <a:pt x="138" y="10"/>
                </a:cubicBezTo>
                <a:cubicBezTo>
                  <a:pt x="139" y="9"/>
                  <a:pt x="140" y="9"/>
                  <a:pt x="141" y="9"/>
                </a:cubicBezTo>
                <a:cubicBezTo>
                  <a:pt x="141" y="9"/>
                  <a:pt x="141" y="9"/>
                  <a:pt x="141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10"/>
                  <a:pt x="142" y="10"/>
                  <a:pt x="142" y="10"/>
                </a:cubicBezTo>
                <a:cubicBezTo>
                  <a:pt x="142" y="11"/>
                  <a:pt x="141" y="11"/>
                  <a:pt x="141" y="12"/>
                </a:cubicBezTo>
                <a:cubicBezTo>
                  <a:pt x="141" y="12"/>
                  <a:pt x="141" y="13"/>
                  <a:pt x="141" y="13"/>
                </a:cubicBezTo>
                <a:cubicBezTo>
                  <a:pt x="141" y="13"/>
                  <a:pt x="140" y="13"/>
                  <a:pt x="140" y="13"/>
                </a:cubicBezTo>
                <a:cubicBezTo>
                  <a:pt x="140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4"/>
                </a:cubicBezTo>
                <a:cubicBezTo>
                  <a:pt x="138" y="14"/>
                  <a:pt x="138" y="14"/>
                  <a:pt x="138" y="15"/>
                </a:cubicBezTo>
                <a:cubicBezTo>
                  <a:pt x="138" y="15"/>
                  <a:pt x="138" y="15"/>
                  <a:pt x="139" y="15"/>
                </a:cubicBezTo>
                <a:cubicBezTo>
                  <a:pt x="139" y="15"/>
                  <a:pt x="139" y="15"/>
                  <a:pt x="139" y="15"/>
                </a:cubicBezTo>
                <a:cubicBezTo>
                  <a:pt x="139" y="15"/>
                  <a:pt x="140" y="15"/>
                  <a:pt x="140" y="15"/>
                </a:cubicBezTo>
                <a:cubicBezTo>
                  <a:pt x="140" y="15"/>
                  <a:pt x="140" y="15"/>
                  <a:pt x="141" y="15"/>
                </a:cubicBezTo>
                <a:cubicBezTo>
                  <a:pt x="141" y="15"/>
                  <a:pt x="141" y="14"/>
                  <a:pt x="141" y="14"/>
                </a:cubicBezTo>
                <a:cubicBezTo>
                  <a:pt x="141" y="14"/>
                  <a:pt x="141" y="13"/>
                  <a:pt x="141" y="13"/>
                </a:cubicBezTo>
                <a:cubicBezTo>
                  <a:pt x="141" y="13"/>
                  <a:pt x="141" y="14"/>
                  <a:pt x="142" y="14"/>
                </a:cubicBezTo>
                <a:cubicBezTo>
                  <a:pt x="142" y="15"/>
                  <a:pt x="142" y="15"/>
                  <a:pt x="142" y="16"/>
                </a:cubicBezTo>
                <a:cubicBezTo>
                  <a:pt x="142" y="16"/>
                  <a:pt x="142" y="16"/>
                  <a:pt x="141" y="16"/>
                </a:cubicBezTo>
                <a:cubicBezTo>
                  <a:pt x="141" y="16"/>
                  <a:pt x="141" y="16"/>
                  <a:pt x="141" y="16"/>
                </a:cubicBezTo>
                <a:cubicBezTo>
                  <a:pt x="140" y="16"/>
                  <a:pt x="140" y="16"/>
                  <a:pt x="139" y="16"/>
                </a:cubicBezTo>
                <a:cubicBezTo>
                  <a:pt x="139" y="16"/>
                  <a:pt x="138" y="16"/>
                  <a:pt x="138" y="16"/>
                </a:cubicBezTo>
                <a:cubicBezTo>
                  <a:pt x="138" y="16"/>
                  <a:pt x="137" y="15"/>
                  <a:pt x="137" y="14"/>
                </a:cubicBezTo>
                <a:cubicBezTo>
                  <a:pt x="137" y="14"/>
                  <a:pt x="138" y="13"/>
                  <a:pt x="138" y="13"/>
                </a:cubicBezTo>
                <a:cubicBezTo>
                  <a:pt x="138" y="12"/>
                  <a:pt x="138" y="12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9" y="11"/>
                  <a:pt x="139" y="11"/>
                </a:cubicBezTo>
                <a:cubicBezTo>
                  <a:pt x="139" y="11"/>
                  <a:pt x="139" y="11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40" y="12"/>
                  <a:pt x="140" y="12"/>
                  <a:pt x="140" y="11"/>
                </a:cubicBezTo>
                <a:cubicBezTo>
                  <a:pt x="140" y="11"/>
                  <a:pt x="140" y="11"/>
                  <a:pt x="140" y="10"/>
                </a:cubicBezTo>
                <a:cubicBezTo>
                  <a:pt x="140" y="10"/>
                  <a:pt x="140" y="10"/>
                  <a:pt x="140" y="10"/>
                </a:cubicBezTo>
                <a:cubicBezTo>
                  <a:pt x="139" y="10"/>
                  <a:pt x="139" y="10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8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6" y="12"/>
                </a:cubicBezTo>
                <a:cubicBezTo>
                  <a:pt x="135" y="12"/>
                  <a:pt x="135" y="12"/>
                  <a:pt x="135" y="12"/>
                </a:cubicBezTo>
                <a:cubicBezTo>
                  <a:pt x="134" y="12"/>
                  <a:pt x="134" y="12"/>
                  <a:pt x="134" y="12"/>
                </a:cubicBezTo>
                <a:cubicBezTo>
                  <a:pt x="134" y="12"/>
                  <a:pt x="133" y="12"/>
                  <a:pt x="133" y="12"/>
                </a:cubicBezTo>
                <a:cubicBezTo>
                  <a:pt x="133" y="12"/>
                  <a:pt x="134" y="12"/>
                  <a:pt x="134" y="12"/>
                </a:cubicBezTo>
                <a:cubicBezTo>
                  <a:pt x="134" y="11"/>
                  <a:pt x="135" y="11"/>
                  <a:pt x="135" y="10"/>
                </a:cubicBezTo>
                <a:cubicBezTo>
                  <a:pt x="136" y="10"/>
                  <a:pt x="136" y="9"/>
                  <a:pt x="137" y="8"/>
                </a:cubicBezTo>
                <a:cubicBezTo>
                  <a:pt x="137" y="8"/>
                  <a:pt x="138" y="7"/>
                  <a:pt x="138" y="7"/>
                </a:cubicBezTo>
                <a:cubicBezTo>
                  <a:pt x="138" y="7"/>
                  <a:pt x="138" y="6"/>
                  <a:pt x="139" y="6"/>
                </a:cubicBezTo>
                <a:cubicBezTo>
                  <a:pt x="139" y="5"/>
                  <a:pt x="140" y="4"/>
                  <a:pt x="140" y="4"/>
                </a:cubicBezTo>
                <a:cubicBezTo>
                  <a:pt x="140" y="4"/>
                  <a:pt x="140" y="4"/>
                  <a:pt x="140" y="4"/>
                </a:cubicBezTo>
                <a:cubicBezTo>
                  <a:pt x="140" y="4"/>
                  <a:pt x="141" y="3"/>
                  <a:pt x="141" y="3"/>
                </a:cubicBezTo>
                <a:cubicBezTo>
                  <a:pt x="141" y="3"/>
                  <a:pt x="141" y="4"/>
                  <a:pt x="141" y="4"/>
                </a:cubicBezTo>
                <a:cubicBezTo>
                  <a:pt x="141" y="4"/>
                  <a:pt x="141" y="4"/>
                  <a:pt x="141" y="4"/>
                </a:cubicBezTo>
                <a:cubicBezTo>
                  <a:pt x="141" y="5"/>
                  <a:pt x="141" y="5"/>
                  <a:pt x="141" y="5"/>
                </a:cubicBezTo>
                <a:cubicBezTo>
                  <a:pt x="141" y="5"/>
                  <a:pt x="141" y="5"/>
                  <a:pt x="141" y="6"/>
                </a:cubicBezTo>
                <a:cubicBezTo>
                  <a:pt x="141" y="6"/>
                  <a:pt x="141" y="6"/>
                  <a:pt x="141" y="6"/>
                </a:cubicBezTo>
                <a:cubicBezTo>
                  <a:pt x="141" y="6"/>
                  <a:pt x="141" y="6"/>
                  <a:pt x="142" y="6"/>
                </a:cubicBezTo>
                <a:cubicBezTo>
                  <a:pt x="142" y="6"/>
                  <a:pt x="143" y="6"/>
                  <a:pt x="143" y="7"/>
                </a:cubicBezTo>
                <a:close/>
                <a:moveTo>
                  <a:pt x="145" y="8"/>
                </a:move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9"/>
                  <a:pt x="145" y="9"/>
                </a:cubicBezTo>
                <a:cubicBezTo>
                  <a:pt x="145" y="9"/>
                  <a:pt x="145" y="10"/>
                  <a:pt x="145" y="10"/>
                </a:cubicBezTo>
                <a:cubicBezTo>
                  <a:pt x="145" y="11"/>
                  <a:pt x="145" y="11"/>
                  <a:pt x="144" y="11"/>
                </a:cubicBezTo>
                <a:cubicBezTo>
                  <a:pt x="144" y="11"/>
                  <a:pt x="144" y="11"/>
                  <a:pt x="144" y="11"/>
                </a:cubicBezTo>
                <a:cubicBezTo>
                  <a:pt x="144" y="11"/>
                  <a:pt x="143" y="11"/>
                  <a:pt x="143" y="10"/>
                </a:cubicBezTo>
                <a:cubicBezTo>
                  <a:pt x="143" y="9"/>
                  <a:pt x="143" y="9"/>
                  <a:pt x="143" y="9"/>
                </a:cubicBezTo>
                <a:lnTo>
                  <a:pt x="143" y="8"/>
                </a:lnTo>
                <a:cubicBezTo>
                  <a:pt x="143" y="8"/>
                  <a:pt x="143" y="8"/>
                  <a:pt x="144" y="8"/>
                </a:cubicBezTo>
                <a:cubicBezTo>
                  <a:pt x="144" y="8"/>
                  <a:pt x="144" y="8"/>
                  <a:pt x="144" y="8"/>
                </a:cubicBez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8"/>
                  <a:pt x="145" y="8"/>
                </a:cubicBezTo>
                <a:close/>
                <a:moveTo>
                  <a:pt x="157" y="2"/>
                </a:moveTo>
                <a:cubicBezTo>
                  <a:pt x="157" y="2"/>
                  <a:pt x="158" y="2"/>
                  <a:pt x="158" y="2"/>
                </a:cubicBezTo>
                <a:cubicBezTo>
                  <a:pt x="158" y="2"/>
                  <a:pt x="158" y="2"/>
                  <a:pt x="158" y="3"/>
                </a:cubicBezTo>
                <a:cubicBezTo>
                  <a:pt x="158" y="3"/>
                  <a:pt x="158" y="3"/>
                  <a:pt x="158" y="3"/>
                </a:cubicBezTo>
                <a:cubicBezTo>
                  <a:pt x="158" y="3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7" y="4"/>
                  <a:pt x="157" y="4"/>
                </a:cubicBezTo>
                <a:cubicBezTo>
                  <a:pt x="157" y="4"/>
                  <a:pt x="156" y="4"/>
                  <a:pt x="156" y="3"/>
                </a:cubicBezTo>
                <a:cubicBezTo>
                  <a:pt x="156" y="3"/>
                  <a:pt x="157" y="3"/>
                  <a:pt x="157" y="2"/>
                </a:cubicBezTo>
                <a:cubicBezTo>
                  <a:pt x="157" y="2"/>
                  <a:pt x="157" y="2"/>
                  <a:pt x="157" y="2"/>
                </a:cubicBezTo>
                <a:close/>
                <a:moveTo>
                  <a:pt x="159" y="5"/>
                </a:moveTo>
                <a:cubicBezTo>
                  <a:pt x="159" y="5"/>
                  <a:pt x="159" y="6"/>
                  <a:pt x="159" y="6"/>
                </a:cubicBezTo>
                <a:cubicBezTo>
                  <a:pt x="159" y="6"/>
                  <a:pt x="159" y="6"/>
                  <a:pt x="159" y="6"/>
                </a:cubicBezTo>
                <a:cubicBezTo>
                  <a:pt x="159" y="6"/>
                  <a:pt x="158" y="6"/>
                  <a:pt x="158" y="6"/>
                </a:cubicBezTo>
                <a:cubicBezTo>
                  <a:pt x="158" y="6"/>
                  <a:pt x="158" y="6"/>
                  <a:pt x="159" y="6"/>
                </a:cubicBezTo>
                <a:cubicBezTo>
                  <a:pt x="159" y="6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8"/>
                  <a:pt x="159" y="8"/>
                  <a:pt x="158" y="8"/>
                </a:cubicBezTo>
                <a:cubicBezTo>
                  <a:pt x="158" y="8"/>
                  <a:pt x="158" y="8"/>
                  <a:pt x="158" y="8"/>
                </a:cubicBezTo>
                <a:cubicBezTo>
                  <a:pt x="158" y="8"/>
                  <a:pt x="158" y="8"/>
                  <a:pt x="159" y="8"/>
                </a:cubicBezTo>
                <a:cubicBezTo>
                  <a:pt x="159" y="8"/>
                  <a:pt x="159" y="8"/>
                  <a:pt x="159" y="8"/>
                </a:cubicBezTo>
                <a:cubicBezTo>
                  <a:pt x="159" y="8"/>
                  <a:pt x="159" y="8"/>
                  <a:pt x="159" y="9"/>
                </a:cubicBezTo>
                <a:cubicBezTo>
                  <a:pt x="159" y="9"/>
                  <a:pt x="159" y="9"/>
                  <a:pt x="159" y="9"/>
                </a:cubicBezTo>
                <a:cubicBezTo>
                  <a:pt x="159" y="9"/>
                  <a:pt x="158" y="9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9" y="10"/>
                  <a:pt x="159" y="10"/>
                </a:cubicBezTo>
                <a:cubicBezTo>
                  <a:pt x="159" y="10"/>
                  <a:pt x="159" y="10"/>
                  <a:pt x="159" y="10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8" y="11"/>
                </a:cubicBezTo>
                <a:cubicBezTo>
                  <a:pt x="158" y="11"/>
                  <a:pt x="157" y="12"/>
                  <a:pt x="157" y="12"/>
                </a:cubicBezTo>
                <a:cubicBezTo>
                  <a:pt x="157" y="12"/>
                  <a:pt x="157" y="12"/>
                  <a:pt x="157" y="12"/>
                </a:cubicBezTo>
                <a:cubicBezTo>
                  <a:pt x="157" y="12"/>
                  <a:pt x="157" y="12"/>
                  <a:pt x="158" y="12"/>
                </a:cubicBezTo>
                <a:cubicBezTo>
                  <a:pt x="158" y="12"/>
                  <a:pt x="159" y="13"/>
                  <a:pt x="159" y="13"/>
                </a:cubicBezTo>
                <a:cubicBezTo>
                  <a:pt x="159" y="13"/>
                  <a:pt x="159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7" y="13"/>
                  <a:pt x="157" y="13"/>
                </a:cubicBezTo>
                <a:cubicBezTo>
                  <a:pt x="157" y="13"/>
                  <a:pt x="157" y="13"/>
                  <a:pt x="157" y="13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57" y="14"/>
                  <a:pt x="157" y="15"/>
                  <a:pt x="157" y="15"/>
                </a:cubicBezTo>
                <a:cubicBezTo>
                  <a:pt x="157" y="16"/>
                  <a:pt x="157" y="16"/>
                  <a:pt x="157" y="16"/>
                </a:cubicBezTo>
                <a:cubicBezTo>
                  <a:pt x="157" y="16"/>
                  <a:pt x="156" y="16"/>
                  <a:pt x="156" y="16"/>
                </a:cubicBezTo>
                <a:cubicBezTo>
                  <a:pt x="156" y="15"/>
                  <a:pt x="155" y="15"/>
                  <a:pt x="155" y="15"/>
                </a:cubicBezTo>
                <a:cubicBezTo>
                  <a:pt x="155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6"/>
                  <a:pt x="154" y="16"/>
                </a:cubicBezTo>
                <a:cubicBezTo>
                  <a:pt x="154" y="16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4"/>
                  <a:pt x="153" y="14"/>
                  <a:pt x="153" y="14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2"/>
                  <a:pt x="154" y="12"/>
                  <a:pt x="154" y="12"/>
                </a:cubicBezTo>
                <a:cubicBezTo>
                  <a:pt x="154" y="12"/>
                  <a:pt x="154" y="12"/>
                  <a:pt x="153" y="13"/>
                </a:cubicBezTo>
                <a:cubicBezTo>
                  <a:pt x="153" y="13"/>
                  <a:pt x="153" y="13"/>
                  <a:pt x="153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3" y="12"/>
                  <a:pt x="154" y="11"/>
                  <a:pt x="155" y="11"/>
                </a:cubicBezTo>
                <a:cubicBezTo>
                  <a:pt x="155" y="11"/>
                  <a:pt x="155" y="11"/>
                  <a:pt x="156" y="11"/>
                </a:cubicBezTo>
                <a:cubicBezTo>
                  <a:pt x="156" y="11"/>
                  <a:pt x="156" y="11"/>
                  <a:pt x="156" y="11"/>
                </a:cubicBezTo>
                <a:cubicBezTo>
                  <a:pt x="156" y="10"/>
                  <a:pt x="156" y="10"/>
                  <a:pt x="156" y="10"/>
                </a:cubicBezTo>
                <a:cubicBezTo>
                  <a:pt x="156" y="10"/>
                  <a:pt x="155" y="10"/>
                  <a:pt x="155" y="10"/>
                </a:cubicBezTo>
                <a:cubicBezTo>
                  <a:pt x="155" y="10"/>
                  <a:pt x="154" y="10"/>
                  <a:pt x="154" y="10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4" y="11"/>
                  <a:pt x="154" y="10"/>
                  <a:pt x="154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154" y="10"/>
                  <a:pt x="154" y="10"/>
                  <a:pt x="154" y="9"/>
                </a:cubicBezTo>
                <a:cubicBezTo>
                  <a:pt x="154" y="9"/>
                  <a:pt x="154" y="9"/>
                  <a:pt x="154" y="9"/>
                </a:cubicBezTo>
                <a:cubicBezTo>
                  <a:pt x="155" y="9"/>
                  <a:pt x="155" y="9"/>
                  <a:pt x="156" y="9"/>
                </a:cubicBezTo>
                <a:cubicBezTo>
                  <a:pt x="156" y="9"/>
                  <a:pt x="157" y="8"/>
                  <a:pt x="157" y="8"/>
                </a:cubicBezTo>
                <a:cubicBezTo>
                  <a:pt x="157" y="8"/>
                  <a:pt x="157" y="8"/>
                  <a:pt x="157" y="8"/>
                </a:cubicBezTo>
                <a:cubicBezTo>
                  <a:pt x="157" y="8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6" y="7"/>
                  <a:pt x="156" y="7"/>
                  <a:pt x="156" y="7"/>
                </a:cubicBezTo>
                <a:cubicBezTo>
                  <a:pt x="156" y="7"/>
                  <a:pt x="156" y="8"/>
                  <a:pt x="156" y="8"/>
                </a:cubicBezTo>
                <a:cubicBezTo>
                  <a:pt x="156" y="8"/>
                  <a:pt x="156" y="8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5" y="6"/>
                  <a:pt x="156" y="6"/>
                </a:cubicBezTo>
                <a:cubicBezTo>
                  <a:pt x="157" y="5"/>
                  <a:pt x="158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lose/>
                <a:moveTo>
                  <a:pt x="166" y="8"/>
                </a:moveTo>
                <a:cubicBezTo>
                  <a:pt x="166" y="8"/>
                  <a:pt x="166" y="8"/>
                  <a:pt x="166" y="8"/>
                </a:cubicBezTo>
                <a:cubicBezTo>
                  <a:pt x="166" y="8"/>
                  <a:pt x="166" y="8"/>
                  <a:pt x="166" y="9"/>
                </a:cubicBezTo>
                <a:cubicBezTo>
                  <a:pt x="167" y="9"/>
                  <a:pt x="167" y="9"/>
                  <a:pt x="167" y="9"/>
                </a:cubicBezTo>
                <a:cubicBezTo>
                  <a:pt x="167" y="9"/>
                  <a:pt x="167" y="9"/>
                  <a:pt x="167" y="10"/>
                </a:cubicBezTo>
                <a:cubicBezTo>
                  <a:pt x="167" y="10"/>
                  <a:pt x="167" y="10"/>
                  <a:pt x="167" y="10"/>
                </a:cubicBezTo>
                <a:cubicBezTo>
                  <a:pt x="167" y="10"/>
                  <a:pt x="166" y="10"/>
                  <a:pt x="166" y="10"/>
                </a:cubicBezTo>
                <a:cubicBezTo>
                  <a:pt x="166" y="10"/>
                  <a:pt x="166" y="10"/>
                  <a:pt x="165" y="10"/>
                </a:cubicBezTo>
                <a:cubicBezTo>
                  <a:pt x="165" y="10"/>
                  <a:pt x="164" y="10"/>
                  <a:pt x="164" y="10"/>
                </a:cubicBezTo>
                <a:cubicBezTo>
                  <a:pt x="164" y="10"/>
                  <a:pt x="164" y="10"/>
                  <a:pt x="164" y="11"/>
                </a:cubicBezTo>
                <a:cubicBezTo>
                  <a:pt x="164" y="12"/>
                  <a:pt x="164" y="12"/>
                  <a:pt x="164" y="13"/>
                </a:cubicBezTo>
                <a:cubicBezTo>
                  <a:pt x="164" y="13"/>
                  <a:pt x="164" y="13"/>
                  <a:pt x="164" y="14"/>
                </a:cubicBezTo>
                <a:cubicBezTo>
                  <a:pt x="164" y="14"/>
                  <a:pt x="164" y="14"/>
                  <a:pt x="164" y="15"/>
                </a:cubicBezTo>
                <a:cubicBezTo>
                  <a:pt x="164" y="15"/>
                  <a:pt x="164" y="15"/>
                  <a:pt x="164" y="16"/>
                </a:cubicBezTo>
                <a:cubicBezTo>
                  <a:pt x="164" y="16"/>
                  <a:pt x="164" y="16"/>
                  <a:pt x="164" y="16"/>
                </a:cubicBezTo>
                <a:cubicBezTo>
                  <a:pt x="164" y="17"/>
                  <a:pt x="164" y="17"/>
                  <a:pt x="164" y="17"/>
                </a:cubicBezTo>
                <a:cubicBezTo>
                  <a:pt x="164" y="17"/>
                  <a:pt x="164" y="18"/>
                  <a:pt x="164" y="18"/>
                </a:cubicBezTo>
                <a:cubicBezTo>
                  <a:pt x="164" y="18"/>
                  <a:pt x="164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lnTo>
                  <a:pt x="163" y="17"/>
                </a:lnTo>
                <a:cubicBezTo>
                  <a:pt x="163" y="17"/>
                  <a:pt x="163" y="15"/>
                  <a:pt x="163" y="14"/>
                </a:cubicBezTo>
                <a:cubicBezTo>
                  <a:pt x="163" y="12"/>
                  <a:pt x="163" y="11"/>
                  <a:pt x="163" y="11"/>
                </a:cubicBezTo>
                <a:cubicBezTo>
                  <a:pt x="163" y="11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1" y="10"/>
                  <a:pt x="161" y="10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0" y="12"/>
                  <a:pt x="160" y="12"/>
                  <a:pt x="160" y="12"/>
                </a:cubicBezTo>
                <a:lnTo>
                  <a:pt x="160" y="13"/>
                </a:lnTo>
                <a:cubicBezTo>
                  <a:pt x="160" y="13"/>
                  <a:pt x="160" y="13"/>
                  <a:pt x="160" y="14"/>
                </a:cubicBezTo>
                <a:cubicBezTo>
                  <a:pt x="160" y="14"/>
                  <a:pt x="159" y="14"/>
                  <a:pt x="159" y="15"/>
                </a:cubicBezTo>
                <a:cubicBezTo>
                  <a:pt x="159" y="15"/>
                  <a:pt x="158" y="15"/>
                  <a:pt x="158" y="15"/>
                </a:cubicBezTo>
                <a:cubicBezTo>
                  <a:pt x="158" y="15"/>
                  <a:pt x="158" y="15"/>
                  <a:pt x="158" y="15"/>
                </a:cubicBezTo>
                <a:cubicBezTo>
                  <a:pt x="158" y="15"/>
                  <a:pt x="158" y="14"/>
                  <a:pt x="159" y="14"/>
                </a:cubicBezTo>
                <a:cubicBezTo>
                  <a:pt x="159" y="13"/>
                  <a:pt x="159" y="12"/>
                  <a:pt x="160" y="12"/>
                </a:cubicBezTo>
                <a:cubicBezTo>
                  <a:pt x="160" y="11"/>
                  <a:pt x="160" y="11"/>
                  <a:pt x="160" y="10"/>
                </a:cubicBezTo>
                <a:cubicBezTo>
                  <a:pt x="160" y="9"/>
                  <a:pt x="160" y="8"/>
                  <a:pt x="160" y="8"/>
                </a:cubicBezTo>
                <a:lnTo>
                  <a:pt x="160" y="7"/>
                </a:lnTo>
                <a:cubicBezTo>
                  <a:pt x="160" y="7"/>
                  <a:pt x="160" y="6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6"/>
                  <a:pt x="162" y="6"/>
                  <a:pt x="162" y="6"/>
                </a:cubicBezTo>
                <a:cubicBezTo>
                  <a:pt x="163" y="5"/>
                  <a:pt x="164" y="5"/>
                  <a:pt x="164" y="5"/>
                </a:cubicBezTo>
                <a:cubicBezTo>
                  <a:pt x="164" y="5"/>
                  <a:pt x="165" y="5"/>
                  <a:pt x="165" y="5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7"/>
                  <a:pt x="164" y="7"/>
                  <a:pt x="164" y="7"/>
                </a:cubicBezTo>
                <a:cubicBezTo>
                  <a:pt x="164" y="7"/>
                  <a:pt x="164" y="7"/>
                  <a:pt x="164" y="7"/>
                </a:cubicBezTo>
                <a:cubicBezTo>
                  <a:pt x="163" y="7"/>
                  <a:pt x="163" y="7"/>
                  <a:pt x="163" y="7"/>
                </a:cubicBezTo>
                <a:cubicBezTo>
                  <a:pt x="162" y="7"/>
                  <a:pt x="162" y="7"/>
                  <a:pt x="161" y="8"/>
                </a:cubicBezTo>
                <a:cubicBezTo>
                  <a:pt x="161" y="8"/>
                  <a:pt x="161" y="9"/>
                  <a:pt x="161" y="9"/>
                </a:cubicBezTo>
                <a:cubicBezTo>
                  <a:pt x="161" y="9"/>
                  <a:pt x="161" y="9"/>
                  <a:pt x="161" y="9"/>
                </a:cubicBezTo>
                <a:cubicBezTo>
                  <a:pt x="161" y="9"/>
                  <a:pt x="162" y="9"/>
                  <a:pt x="163" y="9"/>
                </a:cubicBezTo>
                <a:cubicBezTo>
                  <a:pt x="163" y="8"/>
                  <a:pt x="164" y="8"/>
                  <a:pt x="165" y="8"/>
                </a:cubicBezTo>
                <a:cubicBezTo>
                  <a:pt x="165" y="8"/>
                  <a:pt x="165" y="8"/>
                  <a:pt x="166" y="8"/>
                </a:cubicBezTo>
                <a:close/>
              </a:path>
              <a:path w="192" h="20">
                <a:moveTo>
                  <a:pt x="28" y="11"/>
                </a:moveTo>
                <a:cubicBezTo>
                  <a:pt x="28" y="11"/>
                  <a:pt x="28" y="11"/>
                  <a:pt x="28" y="11"/>
                </a:cubicBezTo>
                <a:cubicBezTo>
                  <a:pt x="28" y="11"/>
                  <a:pt x="29" y="10"/>
                  <a:pt x="30" y="10"/>
                </a:cubicBezTo>
                <a:cubicBezTo>
                  <a:pt x="30" y="10"/>
                  <a:pt x="30" y="10"/>
                  <a:pt x="30" y="10"/>
                </a:cubicBezTo>
                <a:cubicBezTo>
                  <a:pt x="30" y="10"/>
                  <a:pt x="30" y="9"/>
                  <a:pt x="30" y="9"/>
                </a:cubicBezTo>
                <a:lnTo>
                  <a:pt x="30" y="7"/>
                </a:lnTo>
                <a:cubicBezTo>
                  <a:pt x="30" y="6"/>
                  <a:pt x="30" y="6"/>
                  <a:pt x="30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8" y="6"/>
                  <a:pt x="28" y="6"/>
                  <a:pt x="28" y="6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8"/>
                  <a:pt x="29" y="8"/>
                  <a:pt x="29" y="8"/>
                </a:cubicBezTo>
                <a:cubicBezTo>
                  <a:pt x="29" y="8"/>
                  <a:pt x="29" y="8"/>
                  <a:pt x="29" y="9"/>
                </a:cubicBez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28" y="9"/>
                  <a:pt x="28" y="9"/>
                </a:cubicBezTo>
                <a:cubicBezTo>
                  <a:pt x="28" y="9"/>
                  <a:pt x="28" y="9"/>
                  <a:pt x="28" y="10"/>
                </a:cubicBezTo>
                <a:cubicBezTo>
                  <a:pt x="28" y="10"/>
                  <a:pt x="28" y="10"/>
                  <a:pt x="28" y="10"/>
                </a:cubicBezTo>
                <a:cubicBezTo>
                  <a:pt x="28" y="10"/>
                  <a:pt x="28" y="11"/>
                  <a:pt x="28" y="11"/>
                </a:cubicBezTo>
                <a:cubicBezTo>
                  <a:pt x="28" y="11"/>
                  <a:pt x="28" y="11"/>
                  <a:pt x="28" y="11"/>
                </a:cubicBezTo>
                <a:close/>
              </a:path>
              <a:path w="192" h="20">
                <a:moveTo>
                  <a:pt x="53" y="8"/>
                </a:moveTo>
                <a:cubicBezTo>
                  <a:pt x="53" y="7"/>
                  <a:pt x="53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8"/>
                </a:cubicBezTo>
                <a:cubicBezTo>
                  <a:pt x="51" y="8"/>
                  <a:pt x="51" y="9"/>
                  <a:pt x="51" y="9"/>
                </a:cubicBezTo>
                <a:cubicBezTo>
                  <a:pt x="51" y="9"/>
                  <a:pt x="52" y="9"/>
                  <a:pt x="52" y="9"/>
                </a:cubicBezTo>
                <a:cubicBezTo>
                  <a:pt x="52" y="9"/>
                  <a:pt x="52" y="9"/>
                  <a:pt x="52" y="9"/>
                </a:cubicBezTo>
                <a:cubicBezTo>
                  <a:pt x="53" y="8"/>
                  <a:pt x="53" y="8"/>
                  <a:pt x="53" y="8"/>
                </a:cubicBezTo>
                <a:close/>
              </a:path>
              <a:path w="192" h="20">
                <a:moveTo>
                  <a:pt x="50" y="8"/>
                </a:moveTo>
                <a:cubicBezTo>
                  <a:pt x="50" y="8"/>
                  <a:pt x="50" y="8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8"/>
                  <a:pt x="50" y="8"/>
                </a:cubicBezTo>
                <a:cubicBezTo>
                  <a:pt x="50" y="8"/>
                  <a:pt x="50" y="8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8"/>
                  <a:pt x="50" y="8"/>
                  <a:pt x="50" y="8"/>
                </a:cubicBezTo>
                <a:close/>
              </a:path>
              <a:path w="192" h="20">
                <a:moveTo>
                  <a:pt x="49" y="9"/>
                </a:moveTo>
                <a:cubicBezTo>
                  <a:pt x="49" y="9"/>
                  <a:pt x="49" y="9"/>
                  <a:pt x="49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9"/>
                  <a:pt x="48" y="9"/>
                  <a:pt x="48" y="9"/>
                </a:cubicBezTo>
                <a:cubicBezTo>
                  <a:pt x="48" y="9"/>
                  <a:pt x="48" y="9"/>
                  <a:pt x="48" y="9"/>
                </a:cubicBezTo>
                <a:cubicBezTo>
                  <a:pt x="49" y="9"/>
                  <a:pt x="49" y="9"/>
                  <a:pt x="49" y="9"/>
                </a:cubicBezTo>
                <a:close/>
              </a:path>
              <a:path w="192" h="20">
                <a:moveTo>
                  <a:pt x="51" y="13"/>
                </a:moveTo>
                <a:cubicBezTo>
                  <a:pt x="51" y="13"/>
                  <a:pt x="51" y="13"/>
                  <a:pt x="51" y="13"/>
                </a:cubicBezTo>
                <a:cubicBezTo>
                  <a:pt x="51" y="13"/>
                  <a:pt x="52" y="13"/>
                  <a:pt x="52" y="13"/>
                </a:cubicBezTo>
                <a:cubicBezTo>
                  <a:pt x="52" y="13"/>
                  <a:pt x="52" y="12"/>
                  <a:pt x="52" y="12"/>
                </a:cubicBezTo>
                <a:cubicBezTo>
                  <a:pt x="52" y="12"/>
                  <a:pt x="52" y="12"/>
                  <a:pt x="51" y="12"/>
                </a:cubicBezTo>
                <a:cubicBezTo>
                  <a:pt x="51" y="12"/>
                  <a:pt x="51" y="12"/>
                  <a:pt x="51" y="12"/>
                </a:cubicBezTo>
                <a:cubicBezTo>
                  <a:pt x="51" y="12"/>
                  <a:pt x="51" y="12"/>
                  <a:pt x="50" y="12"/>
                </a:cubicBezTo>
                <a:cubicBezTo>
                  <a:pt x="50" y="12"/>
                  <a:pt x="50" y="12"/>
                  <a:pt x="50" y="12"/>
                </a:cubicBezTo>
                <a:cubicBezTo>
                  <a:pt x="50" y="12"/>
                  <a:pt x="50" y="12"/>
                  <a:pt x="50" y="13"/>
                </a:cubicBezTo>
                <a:cubicBezTo>
                  <a:pt x="50" y="13"/>
                  <a:pt x="50" y="13"/>
                  <a:pt x="51" y="13"/>
                </a:cubicBezTo>
                <a:close/>
              </a:path>
              <a:path w="192" h="20">
                <a:moveTo>
                  <a:pt x="51" y="15"/>
                </a:moveTo>
                <a:cubicBezTo>
                  <a:pt x="52" y="15"/>
                  <a:pt x="52" y="15"/>
                  <a:pt x="52" y="15"/>
                </a:cubicBezTo>
                <a:cubicBezTo>
                  <a:pt x="53" y="15"/>
                  <a:pt x="53" y="15"/>
                  <a:pt x="53" y="14"/>
                </a:cubicBezTo>
                <a:cubicBezTo>
                  <a:pt x="53" y="14"/>
                  <a:pt x="53" y="14"/>
                  <a:pt x="53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1" y="14"/>
                  <a:pt x="51" y="14"/>
                </a:cubicBezTo>
                <a:cubicBezTo>
                  <a:pt x="51" y="14"/>
                  <a:pt x="51" y="14"/>
                  <a:pt x="51" y="14"/>
                </a:cubicBezTo>
                <a:lnTo>
                  <a:pt x="50" y="14"/>
                </a:lnTo>
                <a:cubicBezTo>
                  <a:pt x="50" y="14"/>
                  <a:pt x="50" y="14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3"/>
                </a:cubicBezTo>
                <a:cubicBezTo>
                  <a:pt x="49" y="13"/>
                  <a:pt x="49" y="13"/>
                  <a:pt x="49" y="13"/>
                </a:cubicBezTo>
                <a:cubicBezTo>
                  <a:pt x="49" y="14"/>
                  <a:pt x="49" y="14"/>
                  <a:pt x="49" y="15"/>
                </a:cubicBezTo>
                <a:cubicBezTo>
                  <a:pt x="50" y="15"/>
                  <a:pt x="50" y="15"/>
                  <a:pt x="51" y="15"/>
                </a:cubicBezTo>
                <a:close/>
              </a:path>
              <a:path w="192" h="20">
                <a:moveTo>
                  <a:pt x="68" y="8"/>
                </a:moveTo>
                <a:cubicBezTo>
                  <a:pt x="68" y="8"/>
                  <a:pt x="69" y="8"/>
                  <a:pt x="69" y="8"/>
                </a:cubicBezTo>
                <a:cubicBezTo>
                  <a:pt x="69" y="8"/>
                  <a:pt x="69" y="7"/>
                  <a:pt x="69" y="7"/>
                </a:cubicBezTo>
                <a:cubicBezTo>
                  <a:pt x="69" y="7"/>
                  <a:pt x="69" y="6"/>
                  <a:pt x="69" y="6"/>
                </a:cubicBezTo>
                <a:cubicBezTo>
                  <a:pt x="69" y="6"/>
                  <a:pt x="69" y="5"/>
                  <a:pt x="69" y="5"/>
                </a:cubicBezTo>
                <a:cubicBezTo>
                  <a:pt x="68" y="5"/>
                  <a:pt x="68" y="5"/>
                  <a:pt x="68" y="5"/>
                </a:cubicBezTo>
                <a:cubicBezTo>
                  <a:pt x="68" y="5"/>
                  <a:pt x="67" y="5"/>
                  <a:pt x="67" y="5"/>
                </a:cubicBezTo>
                <a:cubicBezTo>
                  <a:pt x="67" y="5"/>
                  <a:pt x="67" y="5"/>
                  <a:pt x="66" y="5"/>
                </a:cubicBezTo>
                <a:cubicBezTo>
                  <a:pt x="66" y="6"/>
                  <a:pt x="66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7"/>
                  <a:pt x="65" y="7"/>
                  <a:pt x="65" y="8"/>
                </a:cubicBezTo>
                <a:cubicBezTo>
                  <a:pt x="65" y="8"/>
                  <a:pt x="65" y="8"/>
                  <a:pt x="65" y="8"/>
                </a:cubicBezTo>
                <a:cubicBezTo>
                  <a:pt x="66" y="8"/>
                  <a:pt x="66" y="8"/>
                  <a:pt x="66" y="8"/>
                </a:cubicBezTo>
                <a:cubicBezTo>
                  <a:pt x="67" y="7"/>
                  <a:pt x="68" y="7"/>
                  <a:pt x="68" y="7"/>
                </a:cubicBezTo>
                <a:cubicBezTo>
                  <a:pt x="68" y="7"/>
                  <a:pt x="68" y="7"/>
                  <a:pt x="68" y="8"/>
                </a:cubicBezTo>
                <a:cubicBezTo>
                  <a:pt x="68" y="8"/>
                  <a:pt x="68" y="8"/>
                  <a:pt x="68" y="8"/>
                </a:cubicBezTo>
                <a:close/>
                <a:moveTo>
                  <a:pt x="68" y="6"/>
                </a:moveTo>
                <a:cubicBezTo>
                  <a:pt x="68" y="6"/>
                  <a:pt x="68" y="6"/>
                  <a:pt x="68" y="6"/>
                </a:cubicBezTo>
                <a:cubicBezTo>
                  <a:pt x="68" y="7"/>
                  <a:pt x="68" y="7"/>
                  <a:pt x="67" y="7"/>
                </a:cubicBezTo>
                <a:cubicBezTo>
                  <a:pt x="67" y="7"/>
                  <a:pt x="66" y="7"/>
                  <a:pt x="66" y="7"/>
                </a:cubicBezTo>
                <a:cubicBezTo>
                  <a:pt x="66" y="7"/>
                  <a:pt x="66" y="7"/>
                  <a:pt x="66" y="7"/>
                </a:cubicBezTo>
                <a:cubicBezTo>
                  <a:pt x="65" y="7"/>
                  <a:pt x="65" y="7"/>
                  <a:pt x="65" y="6"/>
                </a:cubicBezTo>
                <a:cubicBezTo>
                  <a:pt x="65" y="6"/>
                  <a:pt x="66" y="6"/>
                  <a:pt x="66" y="6"/>
                </a:cubicBezTo>
                <a:cubicBezTo>
                  <a:pt x="66" y="6"/>
                  <a:pt x="67" y="6"/>
                  <a:pt x="67" y="6"/>
                </a:cubicBezTo>
                <a:cubicBezTo>
                  <a:pt x="67" y="6"/>
                  <a:pt x="67" y="6"/>
                  <a:pt x="68" y="6"/>
                </a:cubicBezTo>
                <a:close/>
              </a:path>
              <a:path w="192" h="20">
                <a:moveTo>
                  <a:pt x="127" y="7"/>
                </a:moveTo>
                <a:cubicBezTo>
                  <a:pt x="127" y="7"/>
                  <a:pt x="127" y="7"/>
                  <a:pt x="127" y="7"/>
                </a:cubicBezTo>
                <a:cubicBezTo>
                  <a:pt x="127" y="7"/>
                  <a:pt x="127" y="7"/>
                  <a:pt x="127" y="6"/>
                </a:cubicBezTo>
                <a:cubicBezTo>
                  <a:pt x="127" y="6"/>
                  <a:pt x="127" y="5"/>
                  <a:pt x="127" y="5"/>
                </a:cubicBezTo>
                <a:cubicBezTo>
                  <a:pt x="127" y="4"/>
                  <a:pt x="127" y="4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6" y="3"/>
                  <a:pt x="126" y="3"/>
                </a:cubicBezTo>
                <a:cubicBezTo>
                  <a:pt x="125" y="3"/>
                  <a:pt x="125" y="3"/>
                  <a:pt x="125" y="4"/>
                </a:cubicBezTo>
                <a:cubicBezTo>
                  <a:pt x="125" y="4"/>
                  <a:pt x="125" y="4"/>
                  <a:pt x="125" y="4"/>
                </a:cubicBezTo>
                <a:cubicBezTo>
                  <a:pt x="125" y="4"/>
                  <a:pt x="125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5"/>
                  <a:pt x="126" y="5"/>
                  <a:pt x="126" y="5"/>
                </a:cubicBezTo>
                <a:cubicBezTo>
                  <a:pt x="125" y="5"/>
                  <a:pt x="125" y="5"/>
                  <a:pt x="125" y="5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7" y="7"/>
                </a:cubicBezTo>
                <a:cubicBezTo>
                  <a:pt x="127" y="7"/>
                  <a:pt x="127" y="7"/>
                  <a:pt x="127" y="7"/>
                </a:cubicBezTo>
                <a:close/>
              </a:path>
              <a:path w="192" h="20">
                <a:moveTo>
                  <a:pt x="125" y="13"/>
                </a:moveTo>
                <a:cubicBezTo>
                  <a:pt x="125" y="13"/>
                  <a:pt x="125" y="13"/>
                  <a:pt x="125" y="13"/>
                </a:cubicBezTo>
                <a:cubicBezTo>
                  <a:pt x="125" y="13"/>
                  <a:pt x="125" y="12"/>
                  <a:pt x="125" y="12"/>
                </a:cubicBezTo>
                <a:cubicBezTo>
                  <a:pt x="126" y="12"/>
                  <a:pt x="126" y="11"/>
                  <a:pt x="126" y="11"/>
                </a:cubicBezTo>
                <a:cubicBezTo>
                  <a:pt x="126" y="11"/>
                  <a:pt x="125" y="11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4" y="10"/>
                  <a:pt x="124" y="10"/>
                  <a:pt x="124" y="11"/>
                </a:cubicBezTo>
                <a:cubicBezTo>
                  <a:pt x="124" y="11"/>
                  <a:pt x="124" y="11"/>
                  <a:pt x="124" y="11"/>
                </a:cubicBezTo>
                <a:cubicBezTo>
                  <a:pt x="124" y="12"/>
                  <a:pt x="124" y="12"/>
                  <a:pt x="124" y="12"/>
                </a:cubicBezTo>
                <a:cubicBezTo>
                  <a:pt x="125" y="12"/>
                  <a:pt x="125" y="12"/>
                  <a:pt x="125" y="12"/>
                </a:cubicBezTo>
                <a:cubicBezTo>
                  <a:pt x="125" y="13"/>
                  <a:pt x="125" y="13"/>
                  <a:pt x="125" y="13"/>
                </a:cubicBezTo>
                <a:close/>
              </a:path>
              <a:path w="192" h="20">
                <a:moveTo>
                  <a:pt x="156" y="13"/>
                </a:moveTo>
                <a:cubicBezTo>
                  <a:pt x="156" y="13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5" y="12"/>
                </a:cubicBezTo>
                <a:cubicBezTo>
                  <a:pt x="155" y="12"/>
                  <a:pt x="155" y="12"/>
                  <a:pt x="155" y="12"/>
                </a:cubicBezTo>
                <a:cubicBezTo>
                  <a:pt x="155" y="12"/>
                  <a:pt x="155" y="12"/>
                  <a:pt x="155" y="13"/>
                </a:cubicBezTo>
                <a:cubicBezTo>
                  <a:pt x="155" y="13"/>
                  <a:pt x="155" y="13"/>
                  <a:pt x="155" y="13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3"/>
                  <a:pt x="156" y="13"/>
                  <a:pt x="156" y="13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8" name="Rectangle 13"/>
          <p:cNvSpPr>
            <a:spLocks noGrp="1"/>
          </p:cNvSpPr>
          <p:nvPr/>
        </p:nvSpPr>
        <p:spPr>
          <a:xfrm>
            <a:off x="9972040" y="260350"/>
            <a:ext cx="182880" cy="6350"/>
          </a:xfrm>
          <a:prstGeom prst="rect">
            <a:avLst/>
          </a:prstGeom>
          <a:solidFill>
            <a:srgbClr val="005A9F"/>
          </a:solidFill>
          <a:ln>
            <a:noFill/>
          </a:ln>
        </p:spPr>
      </p:sp>
      <p:sp>
        <p:nvSpPr>
          <p:cNvPr id="19" name="Freeform 14"/>
          <p:cNvSpPr>
            <a:spLocks noGrp="1"/>
          </p:cNvSpPr>
          <p:nvPr/>
        </p:nvSpPr>
        <p:spPr>
          <a:xfrm>
            <a:off x="9881870" y="177800"/>
            <a:ext cx="358140" cy="91440"/>
          </a:xfrm>
          <a:custGeom>
            <a:avLst/>
            <a:gdLst/>
            <a:ahLst/>
            <a:cxnLst/>
            <a:rect l="l" t="t" r="r" b="b"/>
            <a:pathLst>
              <a:path w="232" h="59">
                <a:moveTo>
                  <a:pt x="7" y="34"/>
                </a:moveTo>
                <a:lnTo>
                  <a:pt x="2" y="31"/>
                </a:lnTo>
                <a:lnTo>
                  <a:pt x="1" y="31"/>
                </a:lnTo>
                <a:lnTo>
                  <a:pt x="1" y="30"/>
                </a:lnTo>
                <a:lnTo>
                  <a:pt x="2" y="30"/>
                </a:lnTo>
                <a:lnTo>
                  <a:pt x="3" y="30"/>
                </a:lnTo>
                <a:lnTo>
                  <a:pt x="3" y="29"/>
                </a:lnTo>
                <a:lnTo>
                  <a:pt x="4" y="29"/>
                </a:lnTo>
                <a:lnTo>
                  <a:pt x="5" y="30"/>
                </a:lnTo>
                <a:lnTo>
                  <a:pt x="6" y="30"/>
                </a:lnTo>
                <a:lnTo>
                  <a:pt x="7" y="31"/>
                </a:lnTo>
                <a:lnTo>
                  <a:pt x="7" y="32"/>
                </a:lnTo>
                <a:lnTo>
                  <a:pt x="8" y="34"/>
                </a:lnTo>
                <a:lnTo>
                  <a:pt x="9" y="33"/>
                </a:lnTo>
                <a:lnTo>
                  <a:pt x="9" y="28"/>
                </a:lnTo>
                <a:lnTo>
                  <a:pt x="9" y="27"/>
                </a:lnTo>
                <a:lnTo>
                  <a:pt x="9" y="26"/>
                </a:lnTo>
                <a:lnTo>
                  <a:pt x="10" y="26"/>
                </a:lnTo>
                <a:lnTo>
                  <a:pt x="11" y="26"/>
                </a:lnTo>
                <a:lnTo>
                  <a:pt x="12" y="26"/>
                </a:lnTo>
                <a:lnTo>
                  <a:pt x="13" y="26"/>
                </a:lnTo>
                <a:lnTo>
                  <a:pt x="14" y="27"/>
                </a:lnTo>
                <a:lnTo>
                  <a:pt x="14" y="28"/>
                </a:lnTo>
                <a:lnTo>
                  <a:pt x="15" y="28"/>
                </a:lnTo>
                <a:lnTo>
                  <a:pt x="15" y="29"/>
                </a:lnTo>
                <a:lnTo>
                  <a:pt x="14" y="29"/>
                </a:lnTo>
                <a:lnTo>
                  <a:pt x="12" y="32"/>
                </a:lnTo>
                <a:lnTo>
                  <a:pt x="12" y="33"/>
                </a:lnTo>
                <a:lnTo>
                  <a:pt x="11" y="33"/>
                </a:lnTo>
                <a:lnTo>
                  <a:pt x="11" y="34"/>
                </a:lnTo>
                <a:lnTo>
                  <a:pt x="11" y="35"/>
                </a:lnTo>
                <a:lnTo>
                  <a:pt x="11" y="37"/>
                </a:lnTo>
                <a:lnTo>
                  <a:pt x="13" y="37"/>
                </a:lnTo>
                <a:lnTo>
                  <a:pt x="14" y="36"/>
                </a:lnTo>
                <a:lnTo>
                  <a:pt x="14" y="35"/>
                </a:lnTo>
                <a:lnTo>
                  <a:pt x="14" y="34"/>
                </a:lnTo>
                <a:lnTo>
                  <a:pt x="14" y="33"/>
                </a:lnTo>
                <a:lnTo>
                  <a:pt x="13" y="33"/>
                </a:lnTo>
                <a:lnTo>
                  <a:pt x="13" y="32"/>
                </a:lnTo>
                <a:lnTo>
                  <a:pt x="14" y="32"/>
                </a:lnTo>
                <a:lnTo>
                  <a:pt x="16" y="32"/>
                </a:lnTo>
                <a:lnTo>
                  <a:pt x="17" y="32"/>
                </a:lnTo>
                <a:lnTo>
                  <a:pt x="18" y="32"/>
                </a:lnTo>
                <a:lnTo>
                  <a:pt x="18" y="33"/>
                </a:lnTo>
                <a:lnTo>
                  <a:pt x="18" y="34"/>
                </a:lnTo>
                <a:lnTo>
                  <a:pt x="17" y="34"/>
                </a:lnTo>
                <a:lnTo>
                  <a:pt x="17" y="35"/>
                </a:lnTo>
                <a:lnTo>
                  <a:pt x="17" y="36"/>
                </a:lnTo>
                <a:lnTo>
                  <a:pt x="16" y="36"/>
                </a:lnTo>
                <a:lnTo>
                  <a:pt x="16" y="38"/>
                </a:lnTo>
                <a:lnTo>
                  <a:pt x="17" y="38"/>
                </a:lnTo>
                <a:lnTo>
                  <a:pt x="19" y="35"/>
                </a:lnTo>
                <a:lnTo>
                  <a:pt x="19" y="34"/>
                </a:lnTo>
                <a:lnTo>
                  <a:pt x="20" y="34"/>
                </a:lnTo>
                <a:lnTo>
                  <a:pt x="21" y="34"/>
                </a:lnTo>
                <a:lnTo>
                  <a:pt x="22" y="34"/>
                </a:lnTo>
                <a:lnTo>
                  <a:pt x="22" y="35"/>
                </a:lnTo>
                <a:lnTo>
                  <a:pt x="23" y="35"/>
                </a:lnTo>
                <a:lnTo>
                  <a:pt x="23" y="36"/>
                </a:lnTo>
                <a:lnTo>
                  <a:pt x="22" y="36"/>
                </a:lnTo>
                <a:lnTo>
                  <a:pt x="19" y="42"/>
                </a:lnTo>
                <a:lnTo>
                  <a:pt x="18" y="42"/>
                </a:lnTo>
                <a:lnTo>
                  <a:pt x="18" y="43"/>
                </a:lnTo>
                <a:lnTo>
                  <a:pt x="19" y="43"/>
                </a:lnTo>
                <a:lnTo>
                  <a:pt x="20" y="43"/>
                </a:lnTo>
                <a:lnTo>
                  <a:pt x="22" y="43"/>
                </a:lnTo>
                <a:lnTo>
                  <a:pt x="23" y="43"/>
                </a:lnTo>
                <a:lnTo>
                  <a:pt x="23" y="44"/>
                </a:lnTo>
                <a:lnTo>
                  <a:pt x="20" y="48"/>
                </a:lnTo>
                <a:lnTo>
                  <a:pt x="24" y="54"/>
                </a:lnTo>
                <a:lnTo>
                  <a:pt x="24" y="56"/>
                </a:lnTo>
                <a:lnTo>
                  <a:pt x="25" y="57"/>
                </a:lnTo>
                <a:lnTo>
                  <a:pt x="25" y="58"/>
                </a:lnTo>
                <a:lnTo>
                  <a:pt x="25" y="59"/>
                </a:lnTo>
                <a:lnTo>
                  <a:pt x="24" y="59"/>
                </a:lnTo>
                <a:lnTo>
                  <a:pt x="23" y="59"/>
                </a:lnTo>
                <a:lnTo>
                  <a:pt x="22" y="59"/>
                </a:lnTo>
                <a:lnTo>
                  <a:pt x="22" y="58"/>
                </a:lnTo>
                <a:lnTo>
                  <a:pt x="17" y="51"/>
                </a:lnTo>
                <a:lnTo>
                  <a:pt x="13" y="57"/>
                </a:lnTo>
                <a:lnTo>
                  <a:pt x="12" y="58"/>
                </a:lnTo>
                <a:lnTo>
                  <a:pt x="11" y="58"/>
                </a:lnTo>
                <a:lnTo>
                  <a:pt x="10" y="58"/>
                </a:lnTo>
                <a:lnTo>
                  <a:pt x="10" y="57"/>
                </a:lnTo>
                <a:lnTo>
                  <a:pt x="12" y="52"/>
                </a:lnTo>
                <a:lnTo>
                  <a:pt x="14" y="47"/>
                </a:lnTo>
                <a:lnTo>
                  <a:pt x="14" y="46"/>
                </a:lnTo>
                <a:lnTo>
                  <a:pt x="13" y="46"/>
                </a:lnTo>
                <a:lnTo>
                  <a:pt x="8" y="53"/>
                </a:lnTo>
                <a:lnTo>
                  <a:pt x="7" y="54"/>
                </a:lnTo>
                <a:lnTo>
                  <a:pt x="7" y="55"/>
                </a:lnTo>
                <a:lnTo>
                  <a:pt x="6" y="55"/>
                </a:lnTo>
                <a:lnTo>
                  <a:pt x="5" y="56"/>
                </a:lnTo>
                <a:lnTo>
                  <a:pt x="3" y="56"/>
                </a:lnTo>
                <a:lnTo>
                  <a:pt x="2" y="55"/>
                </a:lnTo>
                <a:lnTo>
                  <a:pt x="12" y="44"/>
                </a:lnTo>
                <a:lnTo>
                  <a:pt x="11" y="42"/>
                </a:lnTo>
                <a:lnTo>
                  <a:pt x="11" y="43"/>
                </a:lnTo>
                <a:lnTo>
                  <a:pt x="10" y="43"/>
                </a:lnTo>
                <a:lnTo>
                  <a:pt x="10" y="44"/>
                </a:lnTo>
                <a:lnTo>
                  <a:pt x="10" y="45"/>
                </a:lnTo>
                <a:lnTo>
                  <a:pt x="10" y="46"/>
                </a:lnTo>
                <a:lnTo>
                  <a:pt x="9" y="47"/>
                </a:lnTo>
                <a:lnTo>
                  <a:pt x="5" y="46"/>
                </a:lnTo>
                <a:lnTo>
                  <a:pt x="5" y="45"/>
                </a:lnTo>
                <a:lnTo>
                  <a:pt x="5" y="44"/>
                </a:lnTo>
                <a:lnTo>
                  <a:pt x="3" y="43"/>
                </a:lnTo>
                <a:lnTo>
                  <a:pt x="3" y="42"/>
                </a:lnTo>
                <a:lnTo>
                  <a:pt x="4" y="42"/>
                </a:lnTo>
                <a:lnTo>
                  <a:pt x="7" y="42"/>
                </a:lnTo>
                <a:lnTo>
                  <a:pt x="8" y="42"/>
                </a:lnTo>
                <a:lnTo>
                  <a:pt x="8" y="41"/>
                </a:lnTo>
                <a:lnTo>
                  <a:pt x="9" y="41"/>
                </a:lnTo>
                <a:lnTo>
                  <a:pt x="10" y="41"/>
                </a:lnTo>
                <a:lnTo>
                  <a:pt x="10" y="40"/>
                </a:lnTo>
                <a:lnTo>
                  <a:pt x="8" y="39"/>
                </a:lnTo>
                <a:lnTo>
                  <a:pt x="8" y="38"/>
                </a:lnTo>
                <a:lnTo>
                  <a:pt x="8" y="37"/>
                </a:lnTo>
                <a:lnTo>
                  <a:pt x="9" y="37"/>
                </a:lnTo>
                <a:lnTo>
                  <a:pt x="10" y="37"/>
                </a:lnTo>
                <a:lnTo>
                  <a:pt x="10" y="36"/>
                </a:lnTo>
                <a:lnTo>
                  <a:pt x="10" y="35"/>
                </a:lnTo>
                <a:lnTo>
                  <a:pt x="9" y="35"/>
                </a:lnTo>
                <a:lnTo>
                  <a:pt x="5" y="39"/>
                </a:lnTo>
                <a:lnTo>
                  <a:pt x="4" y="40"/>
                </a:lnTo>
                <a:lnTo>
                  <a:pt x="3" y="40"/>
                </a:lnTo>
                <a:lnTo>
                  <a:pt x="2" y="40"/>
                </a:lnTo>
                <a:lnTo>
                  <a:pt x="1" y="40"/>
                </a:lnTo>
                <a:lnTo>
                  <a:pt x="0" y="40"/>
                </a:lnTo>
                <a:lnTo>
                  <a:pt x="0" y="39"/>
                </a:lnTo>
                <a:lnTo>
                  <a:pt x="1" y="38"/>
                </a:lnTo>
                <a:lnTo>
                  <a:pt x="7" y="34"/>
                </a:lnTo>
                <a:close/>
                <a:moveTo>
                  <a:pt x="17" y="45"/>
                </a:moveTo>
                <a:lnTo>
                  <a:pt x="17" y="45"/>
                </a:lnTo>
                <a:lnTo>
                  <a:pt x="18" y="45"/>
                </a:lnTo>
                <a:lnTo>
                  <a:pt x="18" y="46"/>
                </a:lnTo>
                <a:lnTo>
                  <a:pt x="19" y="46"/>
                </a:lnTo>
                <a:lnTo>
                  <a:pt x="19" y="45"/>
                </a:lnTo>
                <a:lnTo>
                  <a:pt x="18" y="44"/>
                </a:lnTo>
                <a:lnTo>
                  <a:pt x="17" y="44"/>
                </a:lnTo>
                <a:lnTo>
                  <a:pt x="17" y="45"/>
                </a:lnTo>
                <a:close/>
                <a:moveTo>
                  <a:pt x="16" y="42"/>
                </a:moveTo>
                <a:lnTo>
                  <a:pt x="18" y="39"/>
                </a:lnTo>
                <a:lnTo>
                  <a:pt x="19" y="39"/>
                </a:lnTo>
                <a:lnTo>
                  <a:pt x="17" y="42"/>
                </a:lnTo>
                <a:lnTo>
                  <a:pt x="17" y="43"/>
                </a:lnTo>
                <a:lnTo>
                  <a:pt x="16" y="43"/>
                </a:lnTo>
                <a:lnTo>
                  <a:pt x="16" y="42"/>
                </a:lnTo>
                <a:close/>
                <a:moveTo>
                  <a:pt x="13" y="38"/>
                </a:moveTo>
                <a:lnTo>
                  <a:pt x="15" y="41"/>
                </a:lnTo>
                <a:lnTo>
                  <a:pt x="15" y="40"/>
                </a:lnTo>
                <a:lnTo>
                  <a:pt x="16" y="40"/>
                </a:lnTo>
                <a:lnTo>
                  <a:pt x="16" y="39"/>
                </a:lnTo>
                <a:lnTo>
                  <a:pt x="15" y="39"/>
                </a:lnTo>
                <a:lnTo>
                  <a:pt x="15" y="38"/>
                </a:lnTo>
                <a:lnTo>
                  <a:pt x="15" y="37"/>
                </a:lnTo>
                <a:lnTo>
                  <a:pt x="14" y="37"/>
                </a:lnTo>
                <a:lnTo>
                  <a:pt x="13" y="38"/>
                </a:lnTo>
                <a:close/>
                <a:moveTo>
                  <a:pt x="11" y="29"/>
                </a:moveTo>
                <a:lnTo>
                  <a:pt x="11" y="29"/>
                </a:lnTo>
                <a:lnTo>
                  <a:pt x="11" y="28"/>
                </a:lnTo>
                <a:lnTo>
                  <a:pt x="12" y="28"/>
                </a:lnTo>
                <a:lnTo>
                  <a:pt x="12" y="29"/>
                </a:lnTo>
                <a:lnTo>
                  <a:pt x="12" y="30"/>
                </a:lnTo>
                <a:lnTo>
                  <a:pt x="12" y="31"/>
                </a:lnTo>
                <a:lnTo>
                  <a:pt x="11" y="31"/>
                </a:lnTo>
                <a:lnTo>
                  <a:pt x="11" y="30"/>
                </a:lnTo>
                <a:lnTo>
                  <a:pt x="11" y="29"/>
                </a:lnTo>
                <a:close/>
                <a:moveTo>
                  <a:pt x="15" y="48"/>
                </a:moveTo>
                <a:lnTo>
                  <a:pt x="16" y="49"/>
                </a:lnTo>
                <a:lnTo>
                  <a:pt x="13" y="53"/>
                </a:lnTo>
                <a:lnTo>
                  <a:pt x="12" y="53"/>
                </a:lnTo>
                <a:lnTo>
                  <a:pt x="15" y="48"/>
                </a:lnTo>
                <a:close/>
              </a:path>
              <a:path w="232" h="59">
                <a:moveTo>
                  <a:pt x="204" y="57"/>
                </a:moveTo>
                <a:cubicBezTo>
                  <a:pt x="202" y="54"/>
                  <a:pt x="202" y="53"/>
                  <a:pt x="201" y="52"/>
                </a:cubicBezTo>
                <a:cubicBezTo>
                  <a:pt x="201" y="52"/>
                  <a:pt x="201" y="52"/>
                  <a:pt x="201" y="52"/>
                </a:cubicBezTo>
                <a:cubicBezTo>
                  <a:pt x="203" y="53"/>
                  <a:pt x="204" y="54"/>
                  <a:pt x="206" y="52"/>
                </a:cubicBezTo>
                <a:cubicBezTo>
                  <a:pt x="208" y="50"/>
                  <a:pt x="209" y="48"/>
                  <a:pt x="210" y="46"/>
                </a:cubicBezTo>
                <a:cubicBezTo>
                  <a:pt x="210" y="45"/>
                  <a:pt x="210" y="45"/>
                  <a:pt x="210" y="45"/>
                </a:cubicBezTo>
                <a:cubicBezTo>
                  <a:pt x="207" y="45"/>
                  <a:pt x="204" y="46"/>
                  <a:pt x="200" y="46"/>
                </a:cubicBezTo>
                <a:cubicBezTo>
                  <a:pt x="199" y="45"/>
                  <a:pt x="198" y="43"/>
                  <a:pt x="198" y="42"/>
                </a:cubicBezTo>
                <a:cubicBezTo>
                  <a:pt x="198" y="42"/>
                  <a:pt x="198" y="42"/>
                  <a:pt x="198" y="42"/>
                </a:cubicBezTo>
                <a:cubicBezTo>
                  <a:pt x="203" y="42"/>
                  <a:pt x="208" y="44"/>
                  <a:pt x="213" y="43"/>
                </a:cubicBezTo>
                <a:cubicBezTo>
                  <a:pt x="214" y="43"/>
                  <a:pt x="217" y="41"/>
                  <a:pt x="216" y="41"/>
                </a:cubicBezTo>
                <a:cubicBezTo>
                  <a:pt x="215" y="39"/>
                  <a:pt x="210" y="41"/>
                  <a:pt x="209" y="38"/>
                </a:cubicBezTo>
                <a:cubicBezTo>
                  <a:pt x="209" y="38"/>
                  <a:pt x="209" y="38"/>
                  <a:pt x="209" y="38"/>
                </a:cubicBezTo>
                <a:cubicBezTo>
                  <a:pt x="213" y="38"/>
                  <a:pt x="216" y="39"/>
                  <a:pt x="219" y="39"/>
                </a:cubicBezTo>
                <a:cubicBezTo>
                  <a:pt x="221" y="38"/>
                  <a:pt x="223" y="37"/>
                  <a:pt x="224" y="37"/>
                </a:cubicBezTo>
                <a:cubicBezTo>
                  <a:pt x="225" y="36"/>
                  <a:pt x="225" y="36"/>
                  <a:pt x="226" y="35"/>
                </a:cubicBezTo>
                <a:cubicBezTo>
                  <a:pt x="225" y="34"/>
                  <a:pt x="222" y="33"/>
                  <a:pt x="222" y="34"/>
                </a:cubicBezTo>
                <a:cubicBezTo>
                  <a:pt x="221" y="36"/>
                  <a:pt x="221" y="38"/>
                  <a:pt x="218" y="38"/>
                </a:cubicBezTo>
                <a:cubicBezTo>
                  <a:pt x="216" y="38"/>
                  <a:pt x="216" y="37"/>
                  <a:pt x="215" y="36"/>
                </a:cubicBezTo>
                <a:cubicBezTo>
                  <a:pt x="215" y="33"/>
                  <a:pt x="217" y="33"/>
                  <a:pt x="218" y="32"/>
                </a:cubicBezTo>
                <a:cubicBezTo>
                  <a:pt x="217" y="31"/>
                  <a:pt x="216" y="32"/>
                  <a:pt x="215" y="32"/>
                </a:cubicBezTo>
                <a:cubicBezTo>
                  <a:pt x="215" y="33"/>
                  <a:pt x="215" y="33"/>
                  <a:pt x="214" y="34"/>
                </a:cubicBezTo>
                <a:cubicBezTo>
                  <a:pt x="214" y="35"/>
                  <a:pt x="214" y="36"/>
                  <a:pt x="213" y="36"/>
                </a:cubicBezTo>
                <a:cubicBezTo>
                  <a:pt x="212" y="36"/>
                  <a:pt x="212" y="34"/>
                  <a:pt x="212" y="34"/>
                </a:cubicBezTo>
                <a:cubicBezTo>
                  <a:pt x="211" y="34"/>
                  <a:pt x="211" y="35"/>
                  <a:pt x="210" y="36"/>
                </a:cubicBezTo>
                <a:cubicBezTo>
                  <a:pt x="209" y="36"/>
                  <a:pt x="209" y="36"/>
                  <a:pt x="209" y="35"/>
                </a:cubicBezTo>
                <a:cubicBezTo>
                  <a:pt x="210" y="33"/>
                  <a:pt x="210" y="29"/>
                  <a:pt x="211" y="27"/>
                </a:cubicBezTo>
                <a:cubicBezTo>
                  <a:pt x="212" y="27"/>
                  <a:pt x="211" y="29"/>
                  <a:pt x="212" y="30"/>
                </a:cubicBezTo>
                <a:cubicBezTo>
                  <a:pt x="212" y="30"/>
                  <a:pt x="213" y="30"/>
                  <a:pt x="213" y="30"/>
                </a:cubicBezTo>
                <a:cubicBezTo>
                  <a:pt x="213" y="28"/>
                  <a:pt x="213" y="26"/>
                  <a:pt x="213" y="24"/>
                </a:cubicBezTo>
                <a:cubicBezTo>
                  <a:pt x="213" y="24"/>
                  <a:pt x="213" y="24"/>
                  <a:pt x="213" y="24"/>
                </a:cubicBezTo>
                <a:cubicBezTo>
                  <a:pt x="214" y="23"/>
                  <a:pt x="215" y="26"/>
                  <a:pt x="215" y="27"/>
                </a:cubicBezTo>
                <a:cubicBezTo>
                  <a:pt x="215" y="28"/>
                  <a:pt x="215" y="29"/>
                  <a:pt x="215" y="30"/>
                </a:cubicBezTo>
                <a:cubicBezTo>
                  <a:pt x="216" y="31"/>
                  <a:pt x="217" y="31"/>
                  <a:pt x="218" y="30"/>
                </a:cubicBezTo>
                <a:cubicBezTo>
                  <a:pt x="218" y="29"/>
                  <a:pt x="217" y="28"/>
                  <a:pt x="218" y="27"/>
                </a:cubicBezTo>
                <a:cubicBezTo>
                  <a:pt x="219" y="27"/>
                  <a:pt x="219" y="29"/>
                  <a:pt x="221" y="29"/>
                </a:cubicBezTo>
                <a:cubicBezTo>
                  <a:pt x="221" y="28"/>
                  <a:pt x="222" y="28"/>
                  <a:pt x="223" y="27"/>
                </a:cubicBezTo>
                <a:cubicBezTo>
                  <a:pt x="224" y="28"/>
                  <a:pt x="225" y="30"/>
                  <a:pt x="224" y="31"/>
                </a:cubicBezTo>
                <a:cubicBezTo>
                  <a:pt x="224" y="31"/>
                  <a:pt x="223" y="31"/>
                  <a:pt x="223" y="32"/>
                </a:cubicBezTo>
                <a:cubicBezTo>
                  <a:pt x="224" y="32"/>
                  <a:pt x="228" y="33"/>
                  <a:pt x="229" y="33"/>
                </a:cubicBezTo>
                <a:cubicBezTo>
                  <a:pt x="230" y="33"/>
                  <a:pt x="232" y="37"/>
                  <a:pt x="230" y="39"/>
                </a:cubicBezTo>
                <a:cubicBezTo>
                  <a:pt x="229" y="39"/>
                  <a:pt x="226" y="39"/>
                  <a:pt x="225" y="39"/>
                </a:cubicBezTo>
                <a:cubicBezTo>
                  <a:pt x="223" y="39"/>
                  <a:pt x="223" y="39"/>
                  <a:pt x="222" y="39"/>
                </a:cubicBezTo>
                <a:cubicBezTo>
                  <a:pt x="221" y="40"/>
                  <a:pt x="221" y="40"/>
                  <a:pt x="222" y="42"/>
                </a:cubicBezTo>
                <a:cubicBezTo>
                  <a:pt x="221" y="44"/>
                  <a:pt x="218" y="42"/>
                  <a:pt x="217" y="44"/>
                </a:cubicBezTo>
                <a:cubicBezTo>
                  <a:pt x="218" y="45"/>
                  <a:pt x="220" y="46"/>
                  <a:pt x="219" y="48"/>
                </a:cubicBezTo>
                <a:cubicBezTo>
                  <a:pt x="218" y="49"/>
                  <a:pt x="215" y="49"/>
                  <a:pt x="214" y="48"/>
                </a:cubicBezTo>
                <a:cubicBezTo>
                  <a:pt x="215" y="46"/>
                  <a:pt x="215" y="46"/>
                  <a:pt x="215" y="46"/>
                </a:cubicBezTo>
                <a:cubicBezTo>
                  <a:pt x="215" y="46"/>
                  <a:pt x="215" y="46"/>
                  <a:pt x="214" y="46"/>
                </a:cubicBezTo>
                <a:cubicBezTo>
                  <a:pt x="212" y="46"/>
                  <a:pt x="210" y="51"/>
                  <a:pt x="209" y="53"/>
                </a:cubicBezTo>
                <a:cubicBezTo>
                  <a:pt x="208" y="54"/>
                  <a:pt x="207" y="58"/>
                  <a:pt x="204" y="57"/>
                </a:cubicBezTo>
                <a:close/>
                <a:moveTo>
                  <a:pt x="218" y="36"/>
                </a:moveTo>
                <a:cubicBezTo>
                  <a:pt x="218" y="35"/>
                  <a:pt x="218" y="35"/>
                  <a:pt x="218" y="35"/>
                </a:cubicBezTo>
                <a:cubicBezTo>
                  <a:pt x="218" y="35"/>
                  <a:pt x="219" y="34"/>
                  <a:pt x="219" y="34"/>
                </a:cubicBezTo>
                <a:cubicBezTo>
                  <a:pt x="219" y="35"/>
                  <a:pt x="219" y="35"/>
                  <a:pt x="218" y="36"/>
                </a:cubicBezTo>
                <a:cubicBezTo>
                  <a:pt x="218" y="36"/>
                  <a:pt x="218" y="36"/>
                  <a:pt x="218" y="36"/>
                </a:cubicBezTo>
                <a:close/>
              </a:path>
              <a:path w="232" h="59">
                <a:moveTo>
                  <a:pt x="177" y="37"/>
                </a:moveTo>
                <a:cubicBezTo>
                  <a:pt x="176" y="36"/>
                  <a:pt x="176" y="36"/>
                  <a:pt x="176" y="35"/>
                </a:cubicBezTo>
                <a:cubicBezTo>
                  <a:pt x="177" y="33"/>
                  <a:pt x="177" y="28"/>
                  <a:pt x="178" y="27"/>
                </a:cubicBezTo>
                <a:cubicBezTo>
                  <a:pt x="179" y="27"/>
                  <a:pt x="179" y="27"/>
                  <a:pt x="179" y="27"/>
                </a:cubicBezTo>
                <a:cubicBezTo>
                  <a:pt x="179" y="27"/>
                  <a:pt x="179" y="27"/>
                  <a:pt x="179" y="28"/>
                </a:cubicBezTo>
                <a:cubicBezTo>
                  <a:pt x="179" y="32"/>
                  <a:pt x="180" y="35"/>
                  <a:pt x="183" y="38"/>
                </a:cubicBezTo>
                <a:cubicBezTo>
                  <a:pt x="183" y="38"/>
                  <a:pt x="183" y="38"/>
                  <a:pt x="183" y="38"/>
                </a:cubicBezTo>
                <a:cubicBezTo>
                  <a:pt x="183" y="39"/>
                  <a:pt x="178" y="37"/>
                  <a:pt x="177" y="37"/>
                </a:cubicBezTo>
                <a:close/>
              </a:path>
              <a:path w="232" h="59">
                <a:moveTo>
                  <a:pt x="163" y="29"/>
                </a:moveTo>
                <a:cubicBezTo>
                  <a:pt x="163" y="28"/>
                  <a:pt x="163" y="28"/>
                  <a:pt x="162" y="28"/>
                </a:cubicBezTo>
                <a:cubicBezTo>
                  <a:pt x="162" y="27"/>
                  <a:pt x="162" y="27"/>
                  <a:pt x="162" y="27"/>
                </a:cubicBezTo>
                <a:cubicBezTo>
                  <a:pt x="164" y="28"/>
                  <a:pt x="165" y="28"/>
                  <a:pt x="166" y="28"/>
                </a:cubicBezTo>
                <a:cubicBezTo>
                  <a:pt x="169" y="28"/>
                  <a:pt x="171" y="27"/>
                  <a:pt x="173" y="26"/>
                </a:cubicBezTo>
                <a:cubicBezTo>
                  <a:pt x="172" y="25"/>
                  <a:pt x="170" y="25"/>
                  <a:pt x="169" y="26"/>
                </a:cubicBezTo>
                <a:cubicBezTo>
                  <a:pt x="167" y="25"/>
                  <a:pt x="166" y="21"/>
                  <a:pt x="166" y="21"/>
                </a:cubicBezTo>
                <a:cubicBezTo>
                  <a:pt x="168" y="21"/>
                  <a:pt x="172" y="23"/>
                  <a:pt x="173" y="22"/>
                </a:cubicBezTo>
                <a:cubicBezTo>
                  <a:pt x="178" y="23"/>
                  <a:pt x="178" y="21"/>
                  <a:pt x="181" y="17"/>
                </a:cubicBezTo>
                <a:cubicBezTo>
                  <a:pt x="182" y="16"/>
                  <a:pt x="184" y="12"/>
                  <a:pt x="185" y="12"/>
                </a:cubicBezTo>
                <a:cubicBezTo>
                  <a:pt x="186" y="13"/>
                  <a:pt x="186" y="15"/>
                  <a:pt x="186" y="17"/>
                </a:cubicBezTo>
                <a:cubicBezTo>
                  <a:pt x="185" y="19"/>
                  <a:pt x="183" y="20"/>
                  <a:pt x="182" y="23"/>
                </a:cubicBezTo>
                <a:cubicBezTo>
                  <a:pt x="184" y="24"/>
                  <a:pt x="185" y="22"/>
                  <a:pt x="187" y="24"/>
                </a:cubicBezTo>
                <a:cubicBezTo>
                  <a:pt x="187" y="25"/>
                  <a:pt x="187" y="25"/>
                  <a:pt x="187" y="25"/>
                </a:cubicBezTo>
                <a:cubicBezTo>
                  <a:pt x="186" y="26"/>
                  <a:pt x="184" y="25"/>
                  <a:pt x="183" y="25"/>
                </a:cubicBezTo>
                <a:cubicBezTo>
                  <a:pt x="180" y="25"/>
                  <a:pt x="180" y="25"/>
                  <a:pt x="179" y="25"/>
                </a:cubicBezTo>
                <a:cubicBezTo>
                  <a:pt x="175" y="28"/>
                  <a:pt x="169" y="33"/>
                  <a:pt x="163" y="29"/>
                </a:cubicBezTo>
                <a:close/>
              </a:path>
              <a:path w="232" h="59">
                <a:moveTo>
                  <a:pt x="134" y="18"/>
                </a:moveTo>
                <a:cubicBezTo>
                  <a:pt x="133" y="16"/>
                  <a:pt x="134" y="15"/>
                  <a:pt x="134" y="14"/>
                </a:cubicBezTo>
                <a:cubicBezTo>
                  <a:pt x="134" y="14"/>
                  <a:pt x="134" y="14"/>
                  <a:pt x="134" y="14"/>
                </a:cubicBezTo>
                <a:cubicBezTo>
                  <a:pt x="133" y="15"/>
                  <a:pt x="132" y="15"/>
                  <a:pt x="132" y="15"/>
                </a:cubicBezTo>
                <a:cubicBezTo>
                  <a:pt x="131" y="16"/>
                  <a:pt x="130" y="17"/>
                  <a:pt x="129" y="19"/>
                </a:cubicBezTo>
                <a:cubicBezTo>
                  <a:pt x="129" y="20"/>
                  <a:pt x="129" y="30"/>
                  <a:pt x="126" y="30"/>
                </a:cubicBezTo>
                <a:cubicBezTo>
                  <a:pt x="124" y="28"/>
                  <a:pt x="125" y="27"/>
                  <a:pt x="125" y="25"/>
                </a:cubicBezTo>
                <a:cubicBezTo>
                  <a:pt x="125" y="24"/>
                  <a:pt x="125" y="24"/>
                  <a:pt x="126" y="23"/>
                </a:cubicBezTo>
                <a:cubicBezTo>
                  <a:pt x="125" y="23"/>
                  <a:pt x="123" y="25"/>
                  <a:pt x="123" y="25"/>
                </a:cubicBezTo>
                <a:cubicBezTo>
                  <a:pt x="121" y="26"/>
                  <a:pt x="120" y="25"/>
                  <a:pt x="120" y="23"/>
                </a:cubicBezTo>
                <a:cubicBezTo>
                  <a:pt x="122" y="23"/>
                  <a:pt x="124" y="21"/>
                  <a:pt x="126" y="19"/>
                </a:cubicBezTo>
                <a:cubicBezTo>
                  <a:pt x="126" y="17"/>
                  <a:pt x="126" y="17"/>
                  <a:pt x="126" y="14"/>
                </a:cubicBezTo>
                <a:cubicBezTo>
                  <a:pt x="126" y="14"/>
                  <a:pt x="126" y="14"/>
                  <a:pt x="126" y="14"/>
                </a:cubicBezTo>
                <a:cubicBezTo>
                  <a:pt x="125" y="15"/>
                  <a:pt x="125" y="15"/>
                  <a:pt x="124" y="16"/>
                </a:cubicBezTo>
                <a:cubicBezTo>
                  <a:pt x="122" y="18"/>
                  <a:pt x="119" y="16"/>
                  <a:pt x="120" y="14"/>
                </a:cubicBezTo>
                <a:cubicBezTo>
                  <a:pt x="122" y="14"/>
                  <a:pt x="124" y="12"/>
                  <a:pt x="126" y="11"/>
                </a:cubicBezTo>
                <a:cubicBezTo>
                  <a:pt x="127" y="9"/>
                  <a:pt x="127" y="6"/>
                  <a:pt x="127" y="4"/>
                </a:cubicBezTo>
                <a:cubicBezTo>
                  <a:pt x="126" y="3"/>
                  <a:pt x="128" y="2"/>
                  <a:pt x="129" y="1"/>
                </a:cubicBezTo>
                <a:cubicBezTo>
                  <a:pt x="132" y="2"/>
                  <a:pt x="130" y="5"/>
                  <a:pt x="130" y="7"/>
                </a:cubicBezTo>
                <a:cubicBezTo>
                  <a:pt x="130" y="8"/>
                  <a:pt x="130" y="8"/>
                  <a:pt x="130" y="9"/>
                </a:cubicBezTo>
                <a:cubicBezTo>
                  <a:pt x="130" y="9"/>
                  <a:pt x="131" y="8"/>
                  <a:pt x="132" y="8"/>
                </a:cubicBezTo>
                <a:cubicBezTo>
                  <a:pt x="132" y="8"/>
                  <a:pt x="132" y="8"/>
                  <a:pt x="132" y="9"/>
                </a:cubicBezTo>
                <a:cubicBezTo>
                  <a:pt x="129" y="12"/>
                  <a:pt x="129" y="11"/>
                  <a:pt x="129" y="15"/>
                </a:cubicBezTo>
                <a:cubicBezTo>
                  <a:pt x="130" y="15"/>
                  <a:pt x="131" y="14"/>
                  <a:pt x="131" y="13"/>
                </a:cubicBezTo>
                <a:cubicBezTo>
                  <a:pt x="130" y="12"/>
                  <a:pt x="130" y="12"/>
                  <a:pt x="130" y="12"/>
                </a:cubicBezTo>
                <a:cubicBezTo>
                  <a:pt x="132" y="12"/>
                  <a:pt x="134" y="11"/>
                  <a:pt x="136" y="10"/>
                </a:cubicBezTo>
                <a:cubicBezTo>
                  <a:pt x="136" y="8"/>
                  <a:pt x="137" y="7"/>
                  <a:pt x="138" y="4"/>
                </a:cubicBezTo>
                <a:cubicBezTo>
                  <a:pt x="140" y="2"/>
                  <a:pt x="143" y="5"/>
                  <a:pt x="142" y="8"/>
                </a:cubicBezTo>
                <a:cubicBezTo>
                  <a:pt x="142" y="9"/>
                  <a:pt x="138" y="11"/>
                  <a:pt x="137" y="12"/>
                </a:cubicBezTo>
                <a:cubicBezTo>
                  <a:pt x="137" y="12"/>
                  <a:pt x="136" y="15"/>
                  <a:pt x="136" y="15"/>
                </a:cubicBezTo>
                <a:cubicBezTo>
                  <a:pt x="138" y="16"/>
                  <a:pt x="139" y="11"/>
                  <a:pt x="142" y="13"/>
                </a:cubicBezTo>
                <a:cubicBezTo>
                  <a:pt x="143" y="14"/>
                  <a:pt x="143" y="14"/>
                  <a:pt x="143" y="15"/>
                </a:cubicBezTo>
                <a:cubicBezTo>
                  <a:pt x="142" y="17"/>
                  <a:pt x="140" y="20"/>
                  <a:pt x="139" y="23"/>
                </a:cubicBezTo>
                <a:cubicBezTo>
                  <a:pt x="141" y="25"/>
                  <a:pt x="143" y="26"/>
                  <a:pt x="146" y="27"/>
                </a:cubicBezTo>
                <a:cubicBezTo>
                  <a:pt x="146" y="27"/>
                  <a:pt x="142" y="29"/>
                  <a:pt x="141" y="29"/>
                </a:cubicBezTo>
                <a:cubicBezTo>
                  <a:pt x="138" y="30"/>
                  <a:pt x="138" y="27"/>
                  <a:pt x="137" y="25"/>
                </a:cubicBezTo>
                <a:cubicBezTo>
                  <a:pt x="135" y="27"/>
                  <a:pt x="132" y="28"/>
                  <a:pt x="129" y="27"/>
                </a:cubicBezTo>
                <a:cubicBezTo>
                  <a:pt x="129" y="27"/>
                  <a:pt x="129" y="27"/>
                  <a:pt x="129" y="27"/>
                </a:cubicBezTo>
                <a:cubicBezTo>
                  <a:pt x="131" y="26"/>
                  <a:pt x="133" y="26"/>
                  <a:pt x="134" y="24"/>
                </a:cubicBezTo>
                <a:cubicBezTo>
                  <a:pt x="137" y="22"/>
                  <a:pt x="132" y="20"/>
                  <a:pt x="133" y="18"/>
                </a:cubicBezTo>
                <a:cubicBezTo>
                  <a:pt x="133" y="18"/>
                  <a:pt x="133" y="18"/>
                  <a:pt x="134" y="18"/>
                </a:cubicBezTo>
                <a:cubicBezTo>
                  <a:pt x="134" y="19"/>
                  <a:pt x="136" y="20"/>
                  <a:pt x="137" y="20"/>
                </a:cubicBezTo>
                <a:cubicBezTo>
                  <a:pt x="137" y="19"/>
                  <a:pt x="138" y="18"/>
                  <a:pt x="139" y="17"/>
                </a:cubicBezTo>
                <a:cubicBezTo>
                  <a:pt x="138" y="17"/>
                  <a:pt x="137" y="18"/>
                  <a:pt x="136" y="19"/>
                </a:cubicBezTo>
                <a:cubicBezTo>
                  <a:pt x="136" y="18"/>
                  <a:pt x="135" y="18"/>
                  <a:pt x="134" y="18"/>
                </a:cubicBezTo>
                <a:close/>
              </a:path>
              <a:path w="232" h="59">
                <a:moveTo>
                  <a:pt x="84" y="9"/>
                </a:moveTo>
                <a:cubicBezTo>
                  <a:pt x="86" y="9"/>
                  <a:pt x="87" y="10"/>
                  <a:pt x="87" y="12"/>
                </a:cubicBezTo>
                <a:cubicBezTo>
                  <a:pt x="88" y="11"/>
                  <a:pt x="87" y="10"/>
                  <a:pt x="90" y="11"/>
                </a:cubicBezTo>
                <a:cubicBezTo>
                  <a:pt x="90" y="12"/>
                  <a:pt x="90" y="12"/>
                  <a:pt x="90" y="14"/>
                </a:cubicBezTo>
                <a:cubicBezTo>
                  <a:pt x="89" y="15"/>
                  <a:pt x="88" y="16"/>
                  <a:pt x="87" y="17"/>
                </a:cubicBezTo>
                <a:cubicBezTo>
                  <a:pt x="88" y="19"/>
                  <a:pt x="87" y="19"/>
                  <a:pt x="88" y="20"/>
                </a:cubicBezTo>
                <a:cubicBezTo>
                  <a:pt x="88" y="20"/>
                  <a:pt x="89" y="19"/>
                  <a:pt x="90" y="18"/>
                </a:cubicBezTo>
                <a:cubicBezTo>
                  <a:pt x="90" y="20"/>
                  <a:pt x="89" y="20"/>
                  <a:pt x="88" y="21"/>
                </a:cubicBezTo>
                <a:cubicBezTo>
                  <a:pt x="88" y="24"/>
                  <a:pt x="90" y="28"/>
                  <a:pt x="88" y="30"/>
                </a:cubicBezTo>
                <a:cubicBezTo>
                  <a:pt x="85" y="31"/>
                  <a:pt x="86" y="26"/>
                  <a:pt x="85" y="25"/>
                </a:cubicBezTo>
                <a:cubicBezTo>
                  <a:pt x="85" y="25"/>
                  <a:pt x="85" y="25"/>
                  <a:pt x="85" y="25"/>
                </a:cubicBezTo>
                <a:cubicBezTo>
                  <a:pt x="84" y="26"/>
                  <a:pt x="82" y="28"/>
                  <a:pt x="81" y="27"/>
                </a:cubicBezTo>
                <a:cubicBezTo>
                  <a:pt x="80" y="26"/>
                  <a:pt x="81" y="24"/>
                  <a:pt x="82" y="22"/>
                </a:cubicBezTo>
                <a:cubicBezTo>
                  <a:pt x="83" y="21"/>
                  <a:pt x="85" y="18"/>
                  <a:pt x="85" y="18"/>
                </a:cubicBezTo>
                <a:cubicBezTo>
                  <a:pt x="85" y="17"/>
                  <a:pt x="85" y="17"/>
                  <a:pt x="85" y="17"/>
                </a:cubicBezTo>
                <a:cubicBezTo>
                  <a:pt x="85" y="17"/>
                  <a:pt x="84" y="16"/>
                  <a:pt x="84" y="16"/>
                </a:cubicBezTo>
                <a:cubicBezTo>
                  <a:pt x="83" y="18"/>
                  <a:pt x="81" y="20"/>
                  <a:pt x="79" y="20"/>
                </a:cubicBezTo>
                <a:cubicBezTo>
                  <a:pt x="78" y="19"/>
                  <a:pt x="78" y="19"/>
                  <a:pt x="78" y="18"/>
                </a:cubicBezTo>
                <a:cubicBezTo>
                  <a:pt x="80" y="17"/>
                  <a:pt x="82" y="15"/>
                  <a:pt x="84" y="14"/>
                </a:cubicBezTo>
                <a:cubicBezTo>
                  <a:pt x="84" y="12"/>
                  <a:pt x="83" y="11"/>
                  <a:pt x="84" y="9"/>
                </a:cubicBezTo>
                <a:cubicBezTo>
                  <a:pt x="82" y="9"/>
                  <a:pt x="81" y="10"/>
                  <a:pt x="80" y="10"/>
                </a:cubicBezTo>
                <a:cubicBezTo>
                  <a:pt x="80" y="10"/>
                  <a:pt x="80" y="10"/>
                  <a:pt x="81" y="9"/>
                </a:cubicBezTo>
                <a:cubicBezTo>
                  <a:pt x="85" y="6"/>
                  <a:pt x="86" y="5"/>
                  <a:pt x="86" y="4"/>
                </a:cubicBezTo>
                <a:cubicBezTo>
                  <a:pt x="87" y="3"/>
                  <a:pt x="87" y="2"/>
                  <a:pt x="89" y="3"/>
                </a:cubicBezTo>
                <a:cubicBezTo>
                  <a:pt x="90" y="3"/>
                  <a:pt x="90" y="5"/>
                  <a:pt x="90" y="5"/>
                </a:cubicBezTo>
                <a:cubicBezTo>
                  <a:pt x="88" y="7"/>
                  <a:pt x="86" y="8"/>
                  <a:pt x="84" y="9"/>
                </a:cubicBezTo>
                <a:cubicBezTo>
                  <a:pt x="84" y="9"/>
                  <a:pt x="84" y="9"/>
                  <a:pt x="84" y="9"/>
                </a:cubicBezTo>
                <a:close/>
                <a:moveTo>
                  <a:pt x="84" y="23"/>
                </a:moveTo>
                <a:cubicBezTo>
                  <a:pt x="84" y="22"/>
                  <a:pt x="84" y="22"/>
                  <a:pt x="85" y="21"/>
                </a:cubicBezTo>
                <a:cubicBezTo>
                  <a:pt x="85" y="21"/>
                  <a:pt x="85" y="21"/>
                  <a:pt x="85" y="22"/>
                </a:cubicBezTo>
                <a:cubicBezTo>
                  <a:pt x="85" y="22"/>
                  <a:pt x="85" y="23"/>
                  <a:pt x="84" y="23"/>
                </a:cubicBezTo>
                <a:close/>
              </a:path>
              <a:path w="232" h="59">
                <a:moveTo>
                  <a:pt x="99" y="32"/>
                </a:moveTo>
                <a:cubicBezTo>
                  <a:pt x="99" y="32"/>
                  <a:pt x="98" y="32"/>
                  <a:pt x="98" y="31"/>
                </a:cubicBezTo>
                <a:cubicBezTo>
                  <a:pt x="98" y="28"/>
                  <a:pt x="97" y="25"/>
                  <a:pt x="97" y="22"/>
                </a:cubicBezTo>
                <a:cubicBezTo>
                  <a:pt x="96" y="22"/>
                  <a:pt x="95" y="23"/>
                  <a:pt x="94" y="24"/>
                </a:cubicBezTo>
                <a:cubicBezTo>
                  <a:pt x="93" y="24"/>
                  <a:pt x="92" y="24"/>
                  <a:pt x="92" y="23"/>
                </a:cubicBezTo>
                <a:cubicBezTo>
                  <a:pt x="92" y="23"/>
                  <a:pt x="92" y="22"/>
                  <a:pt x="92" y="22"/>
                </a:cubicBezTo>
                <a:cubicBezTo>
                  <a:pt x="92" y="20"/>
                  <a:pt x="93" y="16"/>
                  <a:pt x="91" y="16"/>
                </a:cubicBezTo>
                <a:cubicBezTo>
                  <a:pt x="90" y="15"/>
                  <a:pt x="90" y="15"/>
                  <a:pt x="90" y="14"/>
                </a:cubicBezTo>
                <a:cubicBezTo>
                  <a:pt x="92" y="14"/>
                  <a:pt x="91" y="11"/>
                  <a:pt x="91" y="10"/>
                </a:cubicBezTo>
                <a:cubicBezTo>
                  <a:pt x="89" y="9"/>
                  <a:pt x="87" y="8"/>
                  <a:pt x="89" y="7"/>
                </a:cubicBezTo>
                <a:cubicBezTo>
                  <a:pt x="91" y="7"/>
                  <a:pt x="93" y="7"/>
                  <a:pt x="94" y="9"/>
                </a:cubicBezTo>
                <a:cubicBezTo>
                  <a:pt x="94" y="10"/>
                  <a:pt x="92" y="12"/>
                  <a:pt x="92" y="13"/>
                </a:cubicBezTo>
                <a:cubicBezTo>
                  <a:pt x="94" y="13"/>
                  <a:pt x="95" y="14"/>
                  <a:pt x="95" y="16"/>
                </a:cubicBezTo>
                <a:cubicBezTo>
                  <a:pt x="93" y="17"/>
                  <a:pt x="93" y="18"/>
                  <a:pt x="94" y="20"/>
                </a:cubicBezTo>
                <a:cubicBezTo>
                  <a:pt x="95" y="19"/>
                  <a:pt x="95" y="18"/>
                  <a:pt x="96" y="17"/>
                </a:cubicBezTo>
                <a:cubicBezTo>
                  <a:pt x="96" y="11"/>
                  <a:pt x="93" y="7"/>
                  <a:pt x="93" y="2"/>
                </a:cubicBezTo>
                <a:cubicBezTo>
                  <a:pt x="94" y="0"/>
                  <a:pt x="96" y="0"/>
                  <a:pt x="97" y="2"/>
                </a:cubicBezTo>
                <a:cubicBezTo>
                  <a:pt x="97" y="5"/>
                  <a:pt x="97" y="11"/>
                  <a:pt x="99" y="14"/>
                </a:cubicBezTo>
                <a:cubicBezTo>
                  <a:pt x="99" y="13"/>
                  <a:pt x="100" y="12"/>
                  <a:pt x="100" y="11"/>
                </a:cubicBezTo>
                <a:cubicBezTo>
                  <a:pt x="101" y="11"/>
                  <a:pt x="102" y="12"/>
                  <a:pt x="103" y="14"/>
                </a:cubicBezTo>
                <a:cubicBezTo>
                  <a:pt x="101" y="15"/>
                  <a:pt x="100" y="16"/>
                  <a:pt x="99" y="18"/>
                </a:cubicBezTo>
                <a:cubicBezTo>
                  <a:pt x="100" y="23"/>
                  <a:pt x="100" y="26"/>
                  <a:pt x="101" y="29"/>
                </a:cubicBezTo>
                <a:cubicBezTo>
                  <a:pt x="100" y="30"/>
                  <a:pt x="100" y="32"/>
                  <a:pt x="99" y="32"/>
                </a:cubicBezTo>
                <a:close/>
              </a:path>
              <a:path w="232" h="59">
                <a:moveTo>
                  <a:pt x="58" y="41"/>
                </a:moveTo>
                <a:cubicBezTo>
                  <a:pt x="58" y="42"/>
                  <a:pt x="57" y="41"/>
                  <a:pt x="57" y="41"/>
                </a:cubicBezTo>
                <a:cubicBezTo>
                  <a:pt x="52" y="36"/>
                  <a:pt x="53" y="29"/>
                  <a:pt x="50" y="25"/>
                </a:cubicBezTo>
                <a:cubicBezTo>
                  <a:pt x="48" y="26"/>
                  <a:pt x="48" y="30"/>
                  <a:pt x="47" y="31"/>
                </a:cubicBezTo>
                <a:cubicBezTo>
                  <a:pt x="44" y="33"/>
                  <a:pt x="43" y="28"/>
                  <a:pt x="43" y="26"/>
                </a:cubicBezTo>
                <a:cubicBezTo>
                  <a:pt x="43" y="25"/>
                  <a:pt x="43" y="24"/>
                  <a:pt x="43" y="23"/>
                </a:cubicBezTo>
                <a:cubicBezTo>
                  <a:pt x="44" y="23"/>
                  <a:pt x="45" y="25"/>
                  <a:pt x="46" y="26"/>
                </a:cubicBezTo>
                <a:cubicBezTo>
                  <a:pt x="47" y="26"/>
                  <a:pt x="47" y="26"/>
                  <a:pt x="47" y="26"/>
                </a:cubicBezTo>
                <a:cubicBezTo>
                  <a:pt x="50" y="21"/>
                  <a:pt x="47" y="18"/>
                  <a:pt x="44" y="15"/>
                </a:cubicBezTo>
                <a:cubicBezTo>
                  <a:pt x="44" y="14"/>
                  <a:pt x="44" y="13"/>
                  <a:pt x="45" y="12"/>
                </a:cubicBezTo>
                <a:cubicBezTo>
                  <a:pt x="45" y="12"/>
                  <a:pt x="47" y="12"/>
                  <a:pt x="48" y="12"/>
                </a:cubicBezTo>
                <a:cubicBezTo>
                  <a:pt x="48" y="12"/>
                  <a:pt x="48" y="12"/>
                  <a:pt x="48" y="12"/>
                </a:cubicBezTo>
                <a:cubicBezTo>
                  <a:pt x="49" y="14"/>
                  <a:pt x="50" y="16"/>
                  <a:pt x="50" y="17"/>
                </a:cubicBezTo>
                <a:cubicBezTo>
                  <a:pt x="50" y="17"/>
                  <a:pt x="51" y="17"/>
                  <a:pt x="51" y="17"/>
                </a:cubicBezTo>
                <a:cubicBezTo>
                  <a:pt x="52" y="16"/>
                  <a:pt x="53" y="14"/>
                  <a:pt x="54" y="12"/>
                </a:cubicBezTo>
                <a:cubicBezTo>
                  <a:pt x="55" y="12"/>
                  <a:pt x="57" y="10"/>
                  <a:pt x="58" y="13"/>
                </a:cubicBezTo>
                <a:cubicBezTo>
                  <a:pt x="58" y="15"/>
                  <a:pt x="53" y="19"/>
                  <a:pt x="57" y="20"/>
                </a:cubicBezTo>
                <a:cubicBezTo>
                  <a:pt x="57" y="20"/>
                  <a:pt x="57" y="21"/>
                  <a:pt x="57" y="21"/>
                </a:cubicBezTo>
                <a:cubicBezTo>
                  <a:pt x="57" y="23"/>
                  <a:pt x="55" y="25"/>
                  <a:pt x="53" y="26"/>
                </a:cubicBezTo>
                <a:cubicBezTo>
                  <a:pt x="54" y="30"/>
                  <a:pt x="57" y="34"/>
                  <a:pt x="58" y="37"/>
                </a:cubicBezTo>
                <a:cubicBezTo>
                  <a:pt x="59" y="39"/>
                  <a:pt x="59" y="40"/>
                  <a:pt x="58" y="41"/>
                </a:cubicBezTo>
                <a:close/>
                <a:moveTo>
                  <a:pt x="53" y="23"/>
                </a:moveTo>
                <a:cubicBezTo>
                  <a:pt x="52" y="23"/>
                  <a:pt x="51" y="21"/>
                  <a:pt x="51" y="21"/>
                </a:cubicBezTo>
                <a:cubicBezTo>
                  <a:pt x="51" y="20"/>
                  <a:pt x="52" y="18"/>
                  <a:pt x="53" y="18"/>
                </a:cubicBezTo>
                <a:cubicBezTo>
                  <a:pt x="54" y="20"/>
                  <a:pt x="54" y="21"/>
                  <a:pt x="53" y="2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0" name="Freeform 15"/>
          <p:cNvSpPr>
            <a:spLocks noGrp="1"/>
          </p:cNvSpPr>
          <p:nvPr/>
        </p:nvSpPr>
        <p:spPr>
          <a:xfrm>
            <a:off x="9803130" y="257810"/>
            <a:ext cx="519430" cy="294640"/>
          </a:xfrm>
          <a:custGeom>
            <a:avLst/>
            <a:gdLst/>
            <a:ahLst/>
            <a:cxnLst/>
            <a:rect l="l" t="t" r="r" b="b"/>
            <a:pathLst>
              <a:path w="336" h="189">
                <a:moveTo>
                  <a:pt x="293" y="24"/>
                </a:moveTo>
                <a:lnTo>
                  <a:pt x="299" y="19"/>
                </a:lnTo>
                <a:lnTo>
                  <a:pt x="300" y="19"/>
                </a:lnTo>
                <a:cubicBezTo>
                  <a:pt x="298" y="20"/>
                  <a:pt x="297" y="22"/>
                  <a:pt x="297" y="23"/>
                </a:cubicBezTo>
                <a:cubicBezTo>
                  <a:pt x="296" y="24"/>
                  <a:pt x="296" y="26"/>
                  <a:pt x="297" y="27"/>
                </a:cubicBezTo>
                <a:cubicBezTo>
                  <a:pt x="298" y="28"/>
                  <a:pt x="299" y="28"/>
                  <a:pt x="302" y="27"/>
                </a:cubicBezTo>
                <a:cubicBezTo>
                  <a:pt x="304" y="27"/>
                  <a:pt x="307" y="25"/>
                  <a:pt x="309" y="23"/>
                </a:cubicBezTo>
                <a:cubicBezTo>
                  <a:pt x="311" y="22"/>
                  <a:pt x="313" y="20"/>
                  <a:pt x="314" y="19"/>
                </a:cubicBezTo>
                <a:cubicBezTo>
                  <a:pt x="316" y="17"/>
                  <a:pt x="316" y="16"/>
                  <a:pt x="317" y="14"/>
                </a:cubicBezTo>
                <a:cubicBezTo>
                  <a:pt x="317" y="13"/>
                  <a:pt x="317" y="12"/>
                  <a:pt x="317" y="12"/>
                </a:cubicBezTo>
                <a:cubicBezTo>
                  <a:pt x="316" y="11"/>
                  <a:pt x="316" y="11"/>
                  <a:pt x="315" y="11"/>
                </a:cubicBezTo>
                <a:cubicBezTo>
                  <a:pt x="315" y="11"/>
                  <a:pt x="314" y="10"/>
                  <a:pt x="314" y="10"/>
                </a:cubicBezTo>
                <a:lnTo>
                  <a:pt x="308" y="15"/>
                </a:lnTo>
                <a:cubicBezTo>
                  <a:pt x="307" y="16"/>
                  <a:pt x="306" y="16"/>
                  <a:pt x="306" y="17"/>
                </a:cubicBezTo>
                <a:cubicBezTo>
                  <a:pt x="305" y="17"/>
                  <a:pt x="305" y="17"/>
                  <a:pt x="305" y="18"/>
                </a:cubicBezTo>
                <a:cubicBezTo>
                  <a:pt x="305" y="18"/>
                  <a:pt x="305" y="18"/>
                  <a:pt x="306" y="19"/>
                </a:cubicBezTo>
                <a:lnTo>
                  <a:pt x="305" y="19"/>
                </a:lnTo>
                <a:lnTo>
                  <a:pt x="302" y="15"/>
                </a:lnTo>
                <a:lnTo>
                  <a:pt x="303" y="15"/>
                </a:lnTo>
                <a:cubicBezTo>
                  <a:pt x="303" y="15"/>
                  <a:pt x="304" y="15"/>
                  <a:pt x="304" y="15"/>
                </a:cubicBezTo>
                <a:cubicBezTo>
                  <a:pt x="305" y="15"/>
                  <a:pt x="305" y="14"/>
                  <a:pt x="307" y="13"/>
                </a:cubicBezTo>
                <a:lnTo>
                  <a:pt x="313" y="9"/>
                </a:lnTo>
                <a:cubicBezTo>
                  <a:pt x="314" y="9"/>
                  <a:pt x="315" y="9"/>
                  <a:pt x="316" y="9"/>
                </a:cubicBezTo>
                <a:cubicBezTo>
                  <a:pt x="316" y="10"/>
                  <a:pt x="317" y="10"/>
                  <a:pt x="318" y="11"/>
                </a:cubicBezTo>
                <a:cubicBezTo>
                  <a:pt x="319" y="13"/>
                  <a:pt x="319" y="15"/>
                  <a:pt x="317" y="18"/>
                </a:cubicBezTo>
                <a:cubicBezTo>
                  <a:pt x="316" y="21"/>
                  <a:pt x="314" y="23"/>
                  <a:pt x="311" y="25"/>
                </a:cubicBezTo>
                <a:cubicBezTo>
                  <a:pt x="309" y="26"/>
                  <a:pt x="307" y="27"/>
                  <a:pt x="305" y="28"/>
                </a:cubicBezTo>
                <a:cubicBezTo>
                  <a:pt x="303" y="29"/>
                  <a:pt x="301" y="29"/>
                  <a:pt x="299" y="29"/>
                </a:cubicBezTo>
                <a:cubicBezTo>
                  <a:pt x="298" y="29"/>
                  <a:pt x="296" y="29"/>
                  <a:pt x="296" y="28"/>
                </a:cubicBezTo>
                <a:cubicBezTo>
                  <a:pt x="295" y="27"/>
                  <a:pt x="295" y="27"/>
                  <a:pt x="295" y="26"/>
                </a:cubicBezTo>
                <a:cubicBezTo>
                  <a:pt x="295" y="26"/>
                  <a:pt x="295" y="25"/>
                  <a:pt x="295" y="24"/>
                </a:cubicBezTo>
                <a:cubicBezTo>
                  <a:pt x="295" y="24"/>
                  <a:pt x="295" y="24"/>
                  <a:pt x="295" y="24"/>
                </a:cubicBezTo>
                <a:cubicBezTo>
                  <a:pt x="295" y="23"/>
                  <a:pt x="295" y="23"/>
                  <a:pt x="294" y="24"/>
                </a:cubicBezTo>
                <a:cubicBezTo>
                  <a:pt x="294" y="24"/>
                  <a:pt x="294" y="24"/>
                  <a:pt x="293" y="24"/>
                </a:cubicBezTo>
                <a:close/>
              </a:path>
              <a:path w="336" h="189">
                <a:moveTo>
                  <a:pt x="293" y="145"/>
                </a:moveTo>
                <a:lnTo>
                  <a:pt x="292" y="145"/>
                </a:lnTo>
                <a:lnTo>
                  <a:pt x="293" y="144"/>
                </a:lnTo>
                <a:cubicBezTo>
                  <a:pt x="293" y="144"/>
                  <a:pt x="293" y="144"/>
                  <a:pt x="293" y="143"/>
                </a:cubicBezTo>
                <a:cubicBezTo>
                  <a:pt x="293" y="143"/>
                  <a:pt x="292" y="142"/>
                  <a:pt x="292" y="141"/>
                </a:cubicBezTo>
                <a:lnTo>
                  <a:pt x="282" y="128"/>
                </a:lnTo>
                <a:cubicBezTo>
                  <a:pt x="281" y="126"/>
                  <a:pt x="280" y="126"/>
                  <a:pt x="280" y="126"/>
                </a:cubicBezTo>
                <a:cubicBezTo>
                  <a:pt x="279" y="125"/>
                  <a:pt x="279" y="125"/>
                  <a:pt x="278" y="126"/>
                </a:cubicBezTo>
                <a:lnTo>
                  <a:pt x="277" y="125"/>
                </a:lnTo>
                <a:lnTo>
                  <a:pt x="282" y="122"/>
                </a:lnTo>
                <a:cubicBezTo>
                  <a:pt x="283" y="121"/>
                  <a:pt x="284" y="120"/>
                  <a:pt x="286" y="121"/>
                </a:cubicBezTo>
                <a:cubicBezTo>
                  <a:pt x="287" y="121"/>
                  <a:pt x="288" y="121"/>
                  <a:pt x="290" y="123"/>
                </a:cubicBezTo>
                <a:cubicBezTo>
                  <a:pt x="292" y="124"/>
                  <a:pt x="293" y="125"/>
                  <a:pt x="295" y="128"/>
                </a:cubicBezTo>
                <a:cubicBezTo>
                  <a:pt x="297" y="130"/>
                  <a:pt x="299" y="133"/>
                  <a:pt x="299" y="135"/>
                </a:cubicBezTo>
                <a:cubicBezTo>
                  <a:pt x="300" y="138"/>
                  <a:pt x="299" y="140"/>
                  <a:pt x="297" y="142"/>
                </a:cubicBezTo>
                <a:lnTo>
                  <a:pt x="293" y="145"/>
                </a:lnTo>
                <a:close/>
                <a:moveTo>
                  <a:pt x="295" y="142"/>
                </a:moveTo>
                <a:cubicBezTo>
                  <a:pt x="295" y="141"/>
                  <a:pt x="296" y="141"/>
                  <a:pt x="296" y="141"/>
                </a:cubicBezTo>
                <a:cubicBezTo>
                  <a:pt x="298" y="140"/>
                  <a:pt x="298" y="139"/>
                  <a:pt x="297" y="136"/>
                </a:cubicBezTo>
                <a:cubicBezTo>
                  <a:pt x="297" y="134"/>
                  <a:pt x="296" y="132"/>
                  <a:pt x="293" y="129"/>
                </a:cubicBezTo>
                <a:cubicBezTo>
                  <a:pt x="291" y="126"/>
                  <a:pt x="289" y="124"/>
                  <a:pt x="287" y="123"/>
                </a:cubicBezTo>
                <a:cubicBezTo>
                  <a:pt x="285" y="122"/>
                  <a:pt x="284" y="122"/>
                  <a:pt x="283" y="123"/>
                </a:cubicBezTo>
                <a:cubicBezTo>
                  <a:pt x="282" y="123"/>
                  <a:pt x="282" y="124"/>
                  <a:pt x="281" y="125"/>
                </a:cubicBezTo>
                <a:lnTo>
                  <a:pt x="295" y="142"/>
                </a:lnTo>
                <a:close/>
              </a:path>
              <a:path w="336" h="189">
                <a:moveTo>
                  <a:pt x="266" y="134"/>
                </a:moveTo>
                <a:lnTo>
                  <a:pt x="268" y="132"/>
                </a:lnTo>
                <a:lnTo>
                  <a:pt x="286" y="143"/>
                </a:lnTo>
                <a:lnTo>
                  <a:pt x="277" y="131"/>
                </a:lnTo>
                <a:cubicBezTo>
                  <a:pt x="276" y="130"/>
                  <a:pt x="276" y="129"/>
                  <a:pt x="275" y="129"/>
                </a:cubicBezTo>
                <a:cubicBezTo>
                  <a:pt x="275" y="129"/>
                  <a:pt x="274" y="129"/>
                  <a:pt x="274" y="129"/>
                </a:cubicBezTo>
                <a:lnTo>
                  <a:pt x="273" y="129"/>
                </a:lnTo>
                <a:lnTo>
                  <a:pt x="277" y="126"/>
                </a:lnTo>
                <a:lnTo>
                  <a:pt x="277" y="127"/>
                </a:lnTo>
                <a:cubicBezTo>
                  <a:pt x="276" y="127"/>
                  <a:pt x="276" y="128"/>
                  <a:pt x="276" y="128"/>
                </a:cubicBezTo>
                <a:cubicBezTo>
                  <a:pt x="277" y="129"/>
                  <a:pt x="277" y="129"/>
                  <a:pt x="278" y="130"/>
                </a:cubicBezTo>
                <a:lnTo>
                  <a:pt x="291" y="147"/>
                </a:lnTo>
                <a:lnTo>
                  <a:pt x="290" y="148"/>
                </a:lnTo>
                <a:lnTo>
                  <a:pt x="272" y="136"/>
                </a:lnTo>
                <a:lnTo>
                  <a:pt x="281" y="149"/>
                </a:lnTo>
                <a:cubicBezTo>
                  <a:pt x="282" y="150"/>
                  <a:pt x="283" y="151"/>
                  <a:pt x="283" y="151"/>
                </a:cubicBezTo>
                <a:cubicBezTo>
                  <a:pt x="284" y="151"/>
                  <a:pt x="284" y="151"/>
                  <a:pt x="284" y="151"/>
                </a:cubicBezTo>
                <a:lnTo>
                  <a:pt x="285" y="151"/>
                </a:lnTo>
                <a:lnTo>
                  <a:pt x="282" y="154"/>
                </a:lnTo>
                <a:lnTo>
                  <a:pt x="281" y="153"/>
                </a:lnTo>
                <a:lnTo>
                  <a:pt x="282" y="153"/>
                </a:lnTo>
                <a:cubicBezTo>
                  <a:pt x="282" y="153"/>
                  <a:pt x="282" y="152"/>
                  <a:pt x="282" y="152"/>
                </a:cubicBezTo>
                <a:cubicBezTo>
                  <a:pt x="282" y="151"/>
                  <a:pt x="281" y="150"/>
                  <a:pt x="280" y="149"/>
                </a:cubicBezTo>
                <a:lnTo>
                  <a:pt x="270" y="135"/>
                </a:lnTo>
                <a:cubicBezTo>
                  <a:pt x="269" y="135"/>
                  <a:pt x="268" y="135"/>
                  <a:pt x="268" y="134"/>
                </a:cubicBezTo>
                <a:cubicBezTo>
                  <a:pt x="268" y="134"/>
                  <a:pt x="267" y="134"/>
                  <a:pt x="267" y="134"/>
                </a:cubicBezTo>
                <a:cubicBezTo>
                  <a:pt x="267" y="134"/>
                  <a:pt x="267" y="135"/>
                  <a:pt x="266" y="135"/>
                </a:cubicBezTo>
                <a:lnTo>
                  <a:pt x="266" y="134"/>
                </a:lnTo>
                <a:close/>
              </a:path>
              <a:path w="336" h="189">
                <a:moveTo>
                  <a:pt x="272" y="151"/>
                </a:moveTo>
                <a:lnTo>
                  <a:pt x="268" y="154"/>
                </a:lnTo>
                <a:lnTo>
                  <a:pt x="270" y="157"/>
                </a:lnTo>
                <a:cubicBezTo>
                  <a:pt x="270" y="158"/>
                  <a:pt x="270" y="159"/>
                  <a:pt x="271" y="159"/>
                </a:cubicBezTo>
                <a:cubicBezTo>
                  <a:pt x="271" y="160"/>
                  <a:pt x="271" y="160"/>
                  <a:pt x="272" y="160"/>
                </a:cubicBezTo>
                <a:cubicBezTo>
                  <a:pt x="272" y="160"/>
                  <a:pt x="272" y="160"/>
                  <a:pt x="273" y="160"/>
                </a:cubicBezTo>
                <a:lnTo>
                  <a:pt x="270" y="163"/>
                </a:lnTo>
                <a:lnTo>
                  <a:pt x="270" y="162"/>
                </a:lnTo>
                <a:cubicBezTo>
                  <a:pt x="270" y="162"/>
                  <a:pt x="270" y="161"/>
                  <a:pt x="270" y="161"/>
                </a:cubicBezTo>
                <a:cubicBezTo>
                  <a:pt x="270" y="160"/>
                  <a:pt x="270" y="159"/>
                  <a:pt x="269" y="157"/>
                </a:cubicBezTo>
                <a:lnTo>
                  <a:pt x="260" y="138"/>
                </a:lnTo>
                <a:lnTo>
                  <a:pt x="276" y="152"/>
                </a:lnTo>
                <a:cubicBezTo>
                  <a:pt x="277" y="153"/>
                  <a:pt x="278" y="154"/>
                  <a:pt x="279" y="154"/>
                </a:cubicBezTo>
                <a:cubicBezTo>
                  <a:pt x="279" y="154"/>
                  <a:pt x="280" y="154"/>
                  <a:pt x="280" y="154"/>
                </a:cubicBezTo>
                <a:lnTo>
                  <a:pt x="281" y="155"/>
                </a:lnTo>
                <a:lnTo>
                  <a:pt x="277" y="158"/>
                </a:lnTo>
                <a:lnTo>
                  <a:pt x="276" y="157"/>
                </a:lnTo>
                <a:cubicBezTo>
                  <a:pt x="277" y="157"/>
                  <a:pt x="277" y="156"/>
                  <a:pt x="277" y="156"/>
                </a:cubicBezTo>
                <a:cubicBezTo>
                  <a:pt x="277" y="156"/>
                  <a:pt x="277" y="155"/>
                  <a:pt x="276" y="155"/>
                </a:cubicBezTo>
                <a:cubicBezTo>
                  <a:pt x="276" y="155"/>
                  <a:pt x="276" y="154"/>
                  <a:pt x="275" y="153"/>
                </a:cubicBezTo>
                <a:lnTo>
                  <a:pt x="272" y="151"/>
                </a:lnTo>
                <a:close/>
                <a:moveTo>
                  <a:pt x="271" y="150"/>
                </a:moveTo>
                <a:lnTo>
                  <a:pt x="263" y="143"/>
                </a:lnTo>
                <a:lnTo>
                  <a:pt x="267" y="152"/>
                </a:lnTo>
                <a:lnTo>
                  <a:pt x="271" y="150"/>
                </a:lnTo>
                <a:close/>
              </a:path>
              <a:path w="336" h="189">
                <a:moveTo>
                  <a:pt x="319" y="86"/>
                </a:moveTo>
                <a:lnTo>
                  <a:pt x="320" y="81"/>
                </a:lnTo>
                <a:lnTo>
                  <a:pt x="313" y="79"/>
                </a:lnTo>
                <a:cubicBezTo>
                  <a:pt x="311" y="79"/>
                  <a:pt x="311" y="79"/>
                  <a:pt x="310" y="79"/>
                </a:cubicBezTo>
                <a:cubicBezTo>
                  <a:pt x="310" y="79"/>
                  <a:pt x="310" y="79"/>
                  <a:pt x="309" y="79"/>
                </a:cubicBezTo>
                <a:cubicBezTo>
                  <a:pt x="309" y="79"/>
                  <a:pt x="309" y="80"/>
                  <a:pt x="309" y="80"/>
                </a:cubicBezTo>
                <a:lnTo>
                  <a:pt x="308" y="80"/>
                </a:lnTo>
                <a:lnTo>
                  <a:pt x="309" y="75"/>
                </a:lnTo>
                <a:lnTo>
                  <a:pt x="310" y="75"/>
                </a:lnTo>
                <a:cubicBezTo>
                  <a:pt x="309" y="76"/>
                  <a:pt x="310" y="76"/>
                  <a:pt x="310" y="76"/>
                </a:cubicBezTo>
                <a:cubicBezTo>
                  <a:pt x="310" y="77"/>
                  <a:pt x="310" y="77"/>
                  <a:pt x="311" y="77"/>
                </a:cubicBezTo>
                <a:cubicBezTo>
                  <a:pt x="311" y="77"/>
                  <a:pt x="312" y="77"/>
                  <a:pt x="313" y="77"/>
                </a:cubicBezTo>
                <a:lnTo>
                  <a:pt x="330" y="80"/>
                </a:lnTo>
                <a:cubicBezTo>
                  <a:pt x="331" y="81"/>
                  <a:pt x="332" y="81"/>
                  <a:pt x="332" y="81"/>
                </a:cubicBezTo>
                <a:cubicBezTo>
                  <a:pt x="333" y="81"/>
                  <a:pt x="333" y="81"/>
                  <a:pt x="333" y="81"/>
                </a:cubicBezTo>
                <a:cubicBezTo>
                  <a:pt x="334" y="80"/>
                  <a:pt x="334" y="80"/>
                  <a:pt x="334" y="80"/>
                </a:cubicBezTo>
                <a:lnTo>
                  <a:pt x="334" y="79"/>
                </a:lnTo>
                <a:lnTo>
                  <a:pt x="335" y="80"/>
                </a:lnTo>
                <a:lnTo>
                  <a:pt x="334" y="85"/>
                </a:lnTo>
                <a:lnTo>
                  <a:pt x="333" y="85"/>
                </a:lnTo>
                <a:lnTo>
                  <a:pt x="333" y="84"/>
                </a:lnTo>
                <a:cubicBezTo>
                  <a:pt x="333" y="84"/>
                  <a:pt x="333" y="83"/>
                  <a:pt x="332" y="83"/>
                </a:cubicBezTo>
                <a:cubicBezTo>
                  <a:pt x="332" y="83"/>
                  <a:pt x="331" y="83"/>
                  <a:pt x="329" y="82"/>
                </a:cubicBezTo>
                <a:lnTo>
                  <a:pt x="322" y="81"/>
                </a:lnTo>
                <a:lnTo>
                  <a:pt x="320" y="87"/>
                </a:lnTo>
                <a:lnTo>
                  <a:pt x="328" y="88"/>
                </a:lnTo>
                <a:cubicBezTo>
                  <a:pt x="330" y="88"/>
                  <a:pt x="331" y="88"/>
                  <a:pt x="331" y="88"/>
                </a:cubicBezTo>
                <a:cubicBezTo>
                  <a:pt x="331" y="88"/>
                  <a:pt x="332" y="88"/>
                  <a:pt x="332" y="88"/>
                </a:cubicBezTo>
                <a:cubicBezTo>
                  <a:pt x="332" y="88"/>
                  <a:pt x="332" y="88"/>
                  <a:pt x="333" y="87"/>
                </a:cubicBezTo>
                <a:lnTo>
                  <a:pt x="332" y="92"/>
                </a:lnTo>
                <a:cubicBezTo>
                  <a:pt x="332" y="91"/>
                  <a:pt x="331" y="91"/>
                  <a:pt x="331" y="90"/>
                </a:cubicBezTo>
                <a:cubicBezTo>
                  <a:pt x="331" y="90"/>
                  <a:pt x="330" y="90"/>
                  <a:pt x="328" y="90"/>
                </a:cubicBezTo>
                <a:lnTo>
                  <a:pt x="311" y="87"/>
                </a:lnTo>
                <a:cubicBezTo>
                  <a:pt x="310" y="86"/>
                  <a:pt x="309" y="86"/>
                  <a:pt x="309" y="86"/>
                </a:cubicBezTo>
                <a:cubicBezTo>
                  <a:pt x="308" y="86"/>
                  <a:pt x="308" y="86"/>
                  <a:pt x="308" y="87"/>
                </a:cubicBezTo>
                <a:cubicBezTo>
                  <a:pt x="307" y="87"/>
                  <a:pt x="307" y="87"/>
                  <a:pt x="307" y="87"/>
                </a:cubicBezTo>
                <a:lnTo>
                  <a:pt x="307" y="88"/>
                </a:lnTo>
                <a:lnTo>
                  <a:pt x="306" y="88"/>
                </a:lnTo>
                <a:lnTo>
                  <a:pt x="307" y="82"/>
                </a:lnTo>
                <a:lnTo>
                  <a:pt x="308" y="82"/>
                </a:lnTo>
                <a:lnTo>
                  <a:pt x="308" y="83"/>
                </a:lnTo>
                <a:cubicBezTo>
                  <a:pt x="308" y="83"/>
                  <a:pt x="308" y="84"/>
                  <a:pt x="308" y="84"/>
                </a:cubicBezTo>
                <a:cubicBezTo>
                  <a:pt x="309" y="84"/>
                  <a:pt x="309" y="84"/>
                  <a:pt x="309" y="84"/>
                </a:cubicBezTo>
                <a:cubicBezTo>
                  <a:pt x="310" y="85"/>
                  <a:pt x="310" y="85"/>
                  <a:pt x="312" y="85"/>
                </a:cubicBezTo>
                <a:lnTo>
                  <a:pt x="319" y="86"/>
                </a:lnTo>
                <a:close/>
              </a:path>
              <a:path w="336" h="189">
                <a:moveTo>
                  <a:pt x="305" y="89"/>
                </a:moveTo>
                <a:lnTo>
                  <a:pt x="314" y="91"/>
                </a:lnTo>
                <a:cubicBezTo>
                  <a:pt x="311" y="91"/>
                  <a:pt x="309" y="91"/>
                  <a:pt x="308" y="92"/>
                </a:cubicBezTo>
                <a:cubicBezTo>
                  <a:pt x="307" y="92"/>
                  <a:pt x="306" y="93"/>
                  <a:pt x="306" y="94"/>
                </a:cubicBezTo>
                <a:cubicBezTo>
                  <a:pt x="305" y="95"/>
                  <a:pt x="306" y="95"/>
                  <a:pt x="306" y="96"/>
                </a:cubicBezTo>
                <a:cubicBezTo>
                  <a:pt x="307" y="97"/>
                  <a:pt x="308" y="98"/>
                  <a:pt x="310" y="99"/>
                </a:cubicBezTo>
                <a:cubicBezTo>
                  <a:pt x="312" y="99"/>
                  <a:pt x="314" y="100"/>
                  <a:pt x="317" y="101"/>
                </a:cubicBezTo>
                <a:cubicBezTo>
                  <a:pt x="320" y="101"/>
                  <a:pt x="322" y="101"/>
                  <a:pt x="323" y="101"/>
                </a:cubicBezTo>
                <a:cubicBezTo>
                  <a:pt x="325" y="101"/>
                  <a:pt x="327" y="101"/>
                  <a:pt x="328" y="100"/>
                </a:cubicBezTo>
                <a:cubicBezTo>
                  <a:pt x="329" y="100"/>
                  <a:pt x="329" y="99"/>
                  <a:pt x="330" y="98"/>
                </a:cubicBezTo>
                <a:cubicBezTo>
                  <a:pt x="330" y="97"/>
                  <a:pt x="330" y="97"/>
                  <a:pt x="329" y="96"/>
                </a:cubicBezTo>
                <a:cubicBezTo>
                  <a:pt x="328" y="95"/>
                  <a:pt x="327" y="94"/>
                  <a:pt x="325" y="93"/>
                </a:cubicBezTo>
                <a:lnTo>
                  <a:pt x="326" y="93"/>
                </a:lnTo>
                <a:cubicBezTo>
                  <a:pt x="328" y="94"/>
                  <a:pt x="329" y="95"/>
                  <a:pt x="330" y="96"/>
                </a:cubicBezTo>
                <a:cubicBezTo>
                  <a:pt x="331" y="97"/>
                  <a:pt x="331" y="98"/>
                  <a:pt x="331" y="99"/>
                </a:cubicBezTo>
                <a:cubicBezTo>
                  <a:pt x="331" y="101"/>
                  <a:pt x="329" y="102"/>
                  <a:pt x="325" y="103"/>
                </a:cubicBezTo>
                <a:cubicBezTo>
                  <a:pt x="323" y="103"/>
                  <a:pt x="320" y="103"/>
                  <a:pt x="317" y="103"/>
                </a:cubicBezTo>
                <a:cubicBezTo>
                  <a:pt x="314" y="102"/>
                  <a:pt x="312" y="101"/>
                  <a:pt x="310" y="100"/>
                </a:cubicBezTo>
                <a:cubicBezTo>
                  <a:pt x="308" y="99"/>
                  <a:pt x="306" y="98"/>
                  <a:pt x="305" y="97"/>
                </a:cubicBezTo>
                <a:cubicBezTo>
                  <a:pt x="304" y="96"/>
                  <a:pt x="304" y="95"/>
                  <a:pt x="304" y="94"/>
                </a:cubicBezTo>
                <a:cubicBezTo>
                  <a:pt x="304" y="93"/>
                  <a:pt x="305" y="92"/>
                  <a:pt x="306" y="91"/>
                </a:cubicBezTo>
                <a:cubicBezTo>
                  <a:pt x="306" y="91"/>
                  <a:pt x="307" y="91"/>
                  <a:pt x="307" y="91"/>
                </a:cubicBezTo>
                <a:cubicBezTo>
                  <a:pt x="307" y="91"/>
                  <a:pt x="307" y="90"/>
                  <a:pt x="306" y="90"/>
                </a:cubicBezTo>
                <a:cubicBezTo>
                  <a:pt x="306" y="90"/>
                  <a:pt x="306" y="90"/>
                  <a:pt x="305" y="90"/>
                </a:cubicBezTo>
                <a:lnTo>
                  <a:pt x="305" y="89"/>
                </a:lnTo>
                <a:close/>
              </a:path>
              <a:path w="336" h="189">
                <a:moveTo>
                  <a:pt x="300" y="104"/>
                </a:moveTo>
                <a:lnTo>
                  <a:pt x="309" y="109"/>
                </a:lnTo>
                <a:lnTo>
                  <a:pt x="311" y="106"/>
                </a:lnTo>
                <a:cubicBezTo>
                  <a:pt x="311" y="105"/>
                  <a:pt x="311" y="105"/>
                  <a:pt x="311" y="104"/>
                </a:cubicBezTo>
                <a:cubicBezTo>
                  <a:pt x="310" y="104"/>
                  <a:pt x="309" y="103"/>
                  <a:pt x="308" y="102"/>
                </a:cubicBezTo>
                <a:lnTo>
                  <a:pt x="317" y="106"/>
                </a:lnTo>
                <a:lnTo>
                  <a:pt x="316" y="106"/>
                </a:lnTo>
                <a:cubicBezTo>
                  <a:pt x="315" y="106"/>
                  <a:pt x="314" y="106"/>
                  <a:pt x="314" y="106"/>
                </a:cubicBezTo>
                <a:cubicBezTo>
                  <a:pt x="314" y="106"/>
                  <a:pt x="313" y="106"/>
                  <a:pt x="313" y="106"/>
                </a:cubicBezTo>
                <a:cubicBezTo>
                  <a:pt x="312" y="106"/>
                  <a:pt x="312" y="106"/>
                  <a:pt x="312" y="107"/>
                </a:cubicBezTo>
                <a:lnTo>
                  <a:pt x="311" y="109"/>
                </a:lnTo>
                <a:lnTo>
                  <a:pt x="319" y="113"/>
                </a:lnTo>
                <a:cubicBezTo>
                  <a:pt x="320" y="113"/>
                  <a:pt x="320" y="114"/>
                  <a:pt x="321" y="114"/>
                </a:cubicBezTo>
                <a:cubicBezTo>
                  <a:pt x="321" y="114"/>
                  <a:pt x="321" y="114"/>
                  <a:pt x="321" y="114"/>
                </a:cubicBezTo>
                <a:cubicBezTo>
                  <a:pt x="321" y="114"/>
                  <a:pt x="322" y="114"/>
                  <a:pt x="322" y="113"/>
                </a:cubicBezTo>
                <a:lnTo>
                  <a:pt x="323" y="111"/>
                </a:lnTo>
                <a:cubicBezTo>
                  <a:pt x="323" y="111"/>
                  <a:pt x="323" y="110"/>
                  <a:pt x="323" y="110"/>
                </a:cubicBezTo>
                <a:cubicBezTo>
                  <a:pt x="323" y="109"/>
                  <a:pt x="323" y="109"/>
                  <a:pt x="322" y="108"/>
                </a:cubicBezTo>
                <a:cubicBezTo>
                  <a:pt x="322" y="108"/>
                  <a:pt x="321" y="107"/>
                  <a:pt x="320" y="106"/>
                </a:cubicBezTo>
                <a:lnTo>
                  <a:pt x="320" y="105"/>
                </a:lnTo>
                <a:lnTo>
                  <a:pt x="325" y="109"/>
                </a:lnTo>
                <a:lnTo>
                  <a:pt x="321" y="118"/>
                </a:lnTo>
                <a:lnTo>
                  <a:pt x="320" y="118"/>
                </a:lnTo>
                <a:lnTo>
                  <a:pt x="321" y="118"/>
                </a:lnTo>
                <a:cubicBezTo>
                  <a:pt x="321" y="117"/>
                  <a:pt x="321" y="117"/>
                  <a:pt x="320" y="117"/>
                </a:cubicBezTo>
                <a:cubicBezTo>
                  <a:pt x="320" y="116"/>
                  <a:pt x="320" y="116"/>
                  <a:pt x="320" y="116"/>
                </a:cubicBezTo>
                <a:cubicBezTo>
                  <a:pt x="319" y="115"/>
                  <a:pt x="319" y="115"/>
                  <a:pt x="318" y="115"/>
                </a:cubicBezTo>
                <a:lnTo>
                  <a:pt x="302" y="107"/>
                </a:lnTo>
                <a:cubicBezTo>
                  <a:pt x="301" y="106"/>
                  <a:pt x="300" y="106"/>
                  <a:pt x="299" y="106"/>
                </a:cubicBezTo>
                <a:cubicBezTo>
                  <a:pt x="299" y="106"/>
                  <a:pt x="298" y="106"/>
                  <a:pt x="298" y="107"/>
                </a:cubicBezTo>
                <a:lnTo>
                  <a:pt x="297" y="107"/>
                </a:lnTo>
                <a:lnTo>
                  <a:pt x="301" y="98"/>
                </a:lnTo>
                <a:lnTo>
                  <a:pt x="307" y="100"/>
                </a:lnTo>
                <a:cubicBezTo>
                  <a:pt x="305" y="100"/>
                  <a:pt x="304" y="100"/>
                  <a:pt x="304" y="100"/>
                </a:cubicBezTo>
                <a:cubicBezTo>
                  <a:pt x="303" y="99"/>
                  <a:pt x="303" y="100"/>
                  <a:pt x="302" y="100"/>
                </a:cubicBezTo>
                <a:cubicBezTo>
                  <a:pt x="302" y="100"/>
                  <a:pt x="302" y="100"/>
                  <a:pt x="302" y="101"/>
                </a:cubicBezTo>
                <a:lnTo>
                  <a:pt x="300" y="104"/>
                </a:lnTo>
                <a:close/>
              </a:path>
              <a:path w="336" h="189">
                <a:moveTo>
                  <a:pt x="298" y="108"/>
                </a:moveTo>
                <a:lnTo>
                  <a:pt x="303" y="111"/>
                </a:lnTo>
                <a:cubicBezTo>
                  <a:pt x="302" y="111"/>
                  <a:pt x="301" y="110"/>
                  <a:pt x="301" y="110"/>
                </a:cubicBezTo>
                <a:cubicBezTo>
                  <a:pt x="300" y="110"/>
                  <a:pt x="299" y="110"/>
                  <a:pt x="299" y="110"/>
                </a:cubicBezTo>
                <a:cubicBezTo>
                  <a:pt x="299" y="110"/>
                  <a:pt x="298" y="111"/>
                  <a:pt x="298" y="111"/>
                </a:cubicBezTo>
                <a:lnTo>
                  <a:pt x="297" y="113"/>
                </a:lnTo>
                <a:lnTo>
                  <a:pt x="315" y="122"/>
                </a:lnTo>
                <a:cubicBezTo>
                  <a:pt x="316" y="123"/>
                  <a:pt x="317" y="123"/>
                  <a:pt x="318" y="123"/>
                </a:cubicBezTo>
                <a:cubicBezTo>
                  <a:pt x="318" y="123"/>
                  <a:pt x="319" y="123"/>
                  <a:pt x="319" y="123"/>
                </a:cubicBezTo>
                <a:lnTo>
                  <a:pt x="319" y="122"/>
                </a:lnTo>
                <a:lnTo>
                  <a:pt x="320" y="123"/>
                </a:lnTo>
                <a:lnTo>
                  <a:pt x="317" y="128"/>
                </a:lnTo>
                <a:lnTo>
                  <a:pt x="317" y="127"/>
                </a:lnTo>
                <a:cubicBezTo>
                  <a:pt x="317" y="126"/>
                  <a:pt x="317" y="126"/>
                  <a:pt x="317" y="125"/>
                </a:cubicBezTo>
                <a:cubicBezTo>
                  <a:pt x="316" y="125"/>
                  <a:pt x="315" y="124"/>
                  <a:pt x="314" y="124"/>
                </a:cubicBezTo>
                <a:lnTo>
                  <a:pt x="296" y="114"/>
                </a:lnTo>
                <a:lnTo>
                  <a:pt x="296" y="116"/>
                </a:lnTo>
                <a:cubicBezTo>
                  <a:pt x="295" y="116"/>
                  <a:pt x="295" y="117"/>
                  <a:pt x="295" y="117"/>
                </a:cubicBezTo>
                <a:cubicBezTo>
                  <a:pt x="295" y="117"/>
                  <a:pt x="296" y="118"/>
                  <a:pt x="296" y="118"/>
                </a:cubicBezTo>
                <a:cubicBezTo>
                  <a:pt x="297" y="119"/>
                  <a:pt x="297" y="120"/>
                  <a:pt x="298" y="120"/>
                </a:cubicBezTo>
                <a:lnTo>
                  <a:pt x="293" y="117"/>
                </a:lnTo>
                <a:lnTo>
                  <a:pt x="298" y="108"/>
                </a:lnTo>
                <a:close/>
              </a:path>
              <a:path w="336" h="189">
                <a:moveTo>
                  <a:pt x="307" y="54"/>
                </a:moveTo>
                <a:cubicBezTo>
                  <a:pt x="307" y="53"/>
                  <a:pt x="308" y="51"/>
                  <a:pt x="310" y="50"/>
                </a:cubicBezTo>
                <a:cubicBezTo>
                  <a:pt x="313" y="49"/>
                  <a:pt x="316" y="48"/>
                  <a:pt x="320" y="48"/>
                </a:cubicBezTo>
                <a:cubicBezTo>
                  <a:pt x="324" y="48"/>
                  <a:pt x="327" y="48"/>
                  <a:pt x="330" y="50"/>
                </a:cubicBezTo>
                <a:cubicBezTo>
                  <a:pt x="333" y="51"/>
                  <a:pt x="334" y="52"/>
                  <a:pt x="334" y="54"/>
                </a:cubicBezTo>
                <a:cubicBezTo>
                  <a:pt x="334" y="56"/>
                  <a:pt x="333" y="57"/>
                  <a:pt x="330" y="59"/>
                </a:cubicBezTo>
                <a:cubicBezTo>
                  <a:pt x="328" y="60"/>
                  <a:pt x="325" y="61"/>
                  <a:pt x="320" y="61"/>
                </a:cubicBezTo>
                <a:cubicBezTo>
                  <a:pt x="316" y="61"/>
                  <a:pt x="313" y="60"/>
                  <a:pt x="310" y="59"/>
                </a:cubicBezTo>
                <a:cubicBezTo>
                  <a:pt x="308" y="57"/>
                  <a:pt x="307" y="56"/>
                  <a:pt x="307" y="54"/>
                </a:cubicBezTo>
                <a:close/>
                <a:moveTo>
                  <a:pt x="308" y="55"/>
                </a:moveTo>
                <a:cubicBezTo>
                  <a:pt x="308" y="56"/>
                  <a:pt x="309" y="57"/>
                  <a:pt x="311" y="57"/>
                </a:cubicBezTo>
                <a:cubicBezTo>
                  <a:pt x="313" y="58"/>
                  <a:pt x="316" y="58"/>
                  <a:pt x="320" y="58"/>
                </a:cubicBezTo>
                <a:cubicBezTo>
                  <a:pt x="325" y="58"/>
                  <a:pt x="328" y="58"/>
                  <a:pt x="330" y="57"/>
                </a:cubicBezTo>
                <a:cubicBezTo>
                  <a:pt x="332" y="56"/>
                  <a:pt x="333" y="55"/>
                  <a:pt x="333" y="54"/>
                </a:cubicBezTo>
                <a:cubicBezTo>
                  <a:pt x="333" y="53"/>
                  <a:pt x="332" y="52"/>
                  <a:pt x="330" y="51"/>
                </a:cubicBezTo>
                <a:cubicBezTo>
                  <a:pt x="328" y="50"/>
                  <a:pt x="325" y="50"/>
                  <a:pt x="321" y="50"/>
                </a:cubicBezTo>
                <a:cubicBezTo>
                  <a:pt x="316" y="50"/>
                  <a:pt x="313" y="51"/>
                  <a:pt x="311" y="52"/>
                </a:cubicBezTo>
                <a:cubicBezTo>
                  <a:pt x="309" y="52"/>
                  <a:pt x="308" y="53"/>
                  <a:pt x="308" y="55"/>
                </a:cubicBezTo>
                <a:close/>
              </a:path>
              <a:path w="336" h="189">
                <a:moveTo>
                  <a:pt x="310" y="75"/>
                </a:moveTo>
                <a:lnTo>
                  <a:pt x="310" y="71"/>
                </a:lnTo>
                <a:lnTo>
                  <a:pt x="329" y="63"/>
                </a:lnTo>
                <a:lnTo>
                  <a:pt x="314" y="63"/>
                </a:lnTo>
                <a:cubicBezTo>
                  <a:pt x="313" y="63"/>
                  <a:pt x="312" y="63"/>
                  <a:pt x="311" y="63"/>
                </a:cubicBezTo>
                <a:cubicBezTo>
                  <a:pt x="311" y="63"/>
                  <a:pt x="310" y="64"/>
                  <a:pt x="310" y="64"/>
                </a:cubicBezTo>
                <a:lnTo>
                  <a:pt x="310" y="65"/>
                </a:lnTo>
                <a:lnTo>
                  <a:pt x="310" y="60"/>
                </a:lnTo>
                <a:lnTo>
                  <a:pt x="310" y="61"/>
                </a:lnTo>
                <a:cubicBezTo>
                  <a:pt x="310" y="61"/>
                  <a:pt x="311" y="62"/>
                  <a:pt x="311" y="62"/>
                </a:cubicBezTo>
                <a:cubicBezTo>
                  <a:pt x="312" y="62"/>
                  <a:pt x="313" y="62"/>
                  <a:pt x="314" y="62"/>
                </a:cubicBezTo>
                <a:lnTo>
                  <a:pt x="336" y="62"/>
                </a:lnTo>
                <a:lnTo>
                  <a:pt x="315" y="71"/>
                </a:lnTo>
                <a:lnTo>
                  <a:pt x="332" y="71"/>
                </a:lnTo>
                <a:cubicBezTo>
                  <a:pt x="333" y="71"/>
                  <a:pt x="334" y="71"/>
                  <a:pt x="335" y="70"/>
                </a:cubicBezTo>
                <a:cubicBezTo>
                  <a:pt x="335" y="70"/>
                  <a:pt x="335" y="70"/>
                  <a:pt x="335" y="69"/>
                </a:cubicBezTo>
                <a:lnTo>
                  <a:pt x="336" y="69"/>
                </a:lnTo>
                <a:lnTo>
                  <a:pt x="336" y="73"/>
                </a:lnTo>
                <a:lnTo>
                  <a:pt x="335" y="73"/>
                </a:lnTo>
                <a:cubicBezTo>
                  <a:pt x="335" y="72"/>
                  <a:pt x="335" y="72"/>
                  <a:pt x="334" y="72"/>
                </a:cubicBezTo>
                <a:cubicBezTo>
                  <a:pt x="334" y="72"/>
                  <a:pt x="333" y="72"/>
                  <a:pt x="332" y="72"/>
                </a:cubicBezTo>
                <a:lnTo>
                  <a:pt x="313" y="72"/>
                </a:lnTo>
                <a:cubicBezTo>
                  <a:pt x="312" y="72"/>
                  <a:pt x="312" y="73"/>
                  <a:pt x="311" y="73"/>
                </a:cubicBezTo>
                <a:cubicBezTo>
                  <a:pt x="311" y="73"/>
                  <a:pt x="311" y="73"/>
                  <a:pt x="311" y="74"/>
                </a:cubicBezTo>
                <a:cubicBezTo>
                  <a:pt x="311" y="74"/>
                  <a:pt x="311" y="74"/>
                  <a:pt x="311" y="75"/>
                </a:cubicBezTo>
                <a:lnTo>
                  <a:pt x="310" y="75"/>
                </a:lnTo>
                <a:close/>
              </a:path>
              <a:path w="336" h="189">
                <a:moveTo>
                  <a:pt x="301" y="38"/>
                </a:moveTo>
                <a:cubicBezTo>
                  <a:pt x="300" y="36"/>
                  <a:pt x="301" y="34"/>
                  <a:pt x="303" y="32"/>
                </a:cubicBezTo>
                <a:cubicBezTo>
                  <a:pt x="305" y="30"/>
                  <a:pt x="307" y="28"/>
                  <a:pt x="311" y="27"/>
                </a:cubicBezTo>
                <a:cubicBezTo>
                  <a:pt x="315" y="25"/>
                  <a:pt x="318" y="25"/>
                  <a:pt x="321" y="25"/>
                </a:cubicBezTo>
                <a:cubicBezTo>
                  <a:pt x="324" y="25"/>
                  <a:pt x="326" y="26"/>
                  <a:pt x="326" y="27"/>
                </a:cubicBezTo>
                <a:cubicBezTo>
                  <a:pt x="327" y="29"/>
                  <a:pt x="326" y="31"/>
                  <a:pt x="325" y="33"/>
                </a:cubicBezTo>
                <a:cubicBezTo>
                  <a:pt x="323" y="35"/>
                  <a:pt x="320" y="37"/>
                  <a:pt x="316" y="39"/>
                </a:cubicBezTo>
                <a:cubicBezTo>
                  <a:pt x="312" y="40"/>
                  <a:pt x="309" y="41"/>
                  <a:pt x="306" y="41"/>
                </a:cubicBezTo>
                <a:cubicBezTo>
                  <a:pt x="303" y="40"/>
                  <a:pt x="302" y="39"/>
                  <a:pt x="301" y="38"/>
                </a:cubicBezTo>
                <a:close/>
                <a:moveTo>
                  <a:pt x="302" y="38"/>
                </a:moveTo>
                <a:cubicBezTo>
                  <a:pt x="303" y="39"/>
                  <a:pt x="304" y="39"/>
                  <a:pt x="306" y="39"/>
                </a:cubicBezTo>
                <a:cubicBezTo>
                  <a:pt x="308" y="39"/>
                  <a:pt x="311" y="38"/>
                  <a:pt x="315" y="37"/>
                </a:cubicBezTo>
                <a:cubicBezTo>
                  <a:pt x="319" y="35"/>
                  <a:pt x="322" y="33"/>
                  <a:pt x="324" y="31"/>
                </a:cubicBezTo>
                <a:cubicBezTo>
                  <a:pt x="325" y="30"/>
                  <a:pt x="326" y="29"/>
                  <a:pt x="325" y="28"/>
                </a:cubicBezTo>
                <a:cubicBezTo>
                  <a:pt x="325" y="27"/>
                  <a:pt x="323" y="26"/>
                  <a:pt x="321" y="26"/>
                </a:cubicBezTo>
                <a:cubicBezTo>
                  <a:pt x="319" y="26"/>
                  <a:pt x="316" y="27"/>
                  <a:pt x="312" y="29"/>
                </a:cubicBezTo>
                <a:cubicBezTo>
                  <a:pt x="308" y="30"/>
                  <a:pt x="305" y="32"/>
                  <a:pt x="304" y="34"/>
                </a:cubicBezTo>
                <a:cubicBezTo>
                  <a:pt x="302" y="35"/>
                  <a:pt x="302" y="36"/>
                  <a:pt x="302" y="38"/>
                </a:cubicBezTo>
                <a:close/>
              </a:path>
              <a:path w="336" h="189">
                <a:moveTo>
                  <a:pt x="323" y="35"/>
                </a:moveTo>
                <a:lnTo>
                  <a:pt x="324" y="35"/>
                </a:lnTo>
                <a:lnTo>
                  <a:pt x="331" y="35"/>
                </a:lnTo>
                <a:lnTo>
                  <a:pt x="332" y="45"/>
                </a:lnTo>
                <a:cubicBezTo>
                  <a:pt x="331" y="44"/>
                  <a:pt x="331" y="44"/>
                  <a:pt x="330" y="44"/>
                </a:cubicBezTo>
                <a:cubicBezTo>
                  <a:pt x="330" y="44"/>
                  <a:pt x="329" y="44"/>
                  <a:pt x="327" y="44"/>
                </a:cubicBezTo>
                <a:lnTo>
                  <a:pt x="311" y="47"/>
                </a:lnTo>
                <a:cubicBezTo>
                  <a:pt x="309" y="47"/>
                  <a:pt x="308" y="47"/>
                  <a:pt x="308" y="47"/>
                </a:cubicBezTo>
                <a:cubicBezTo>
                  <a:pt x="307" y="48"/>
                  <a:pt x="307" y="48"/>
                  <a:pt x="307" y="49"/>
                </a:cubicBezTo>
                <a:lnTo>
                  <a:pt x="306" y="49"/>
                </a:lnTo>
                <a:lnTo>
                  <a:pt x="305" y="43"/>
                </a:lnTo>
                <a:lnTo>
                  <a:pt x="306" y="43"/>
                </a:lnTo>
                <a:cubicBezTo>
                  <a:pt x="306" y="44"/>
                  <a:pt x="306" y="44"/>
                  <a:pt x="307" y="45"/>
                </a:cubicBezTo>
                <a:cubicBezTo>
                  <a:pt x="307" y="45"/>
                  <a:pt x="307" y="45"/>
                  <a:pt x="308" y="45"/>
                </a:cubicBezTo>
                <a:cubicBezTo>
                  <a:pt x="308" y="45"/>
                  <a:pt x="309" y="45"/>
                  <a:pt x="311" y="45"/>
                </a:cubicBezTo>
                <a:lnTo>
                  <a:pt x="327" y="42"/>
                </a:lnTo>
                <a:cubicBezTo>
                  <a:pt x="328" y="42"/>
                  <a:pt x="329" y="42"/>
                  <a:pt x="329" y="42"/>
                </a:cubicBezTo>
                <a:cubicBezTo>
                  <a:pt x="330" y="41"/>
                  <a:pt x="330" y="41"/>
                  <a:pt x="330" y="41"/>
                </a:cubicBezTo>
                <a:cubicBezTo>
                  <a:pt x="330" y="41"/>
                  <a:pt x="330" y="40"/>
                  <a:pt x="330" y="40"/>
                </a:cubicBezTo>
                <a:lnTo>
                  <a:pt x="330" y="39"/>
                </a:lnTo>
                <a:cubicBezTo>
                  <a:pt x="330" y="38"/>
                  <a:pt x="329" y="37"/>
                  <a:pt x="329" y="37"/>
                </a:cubicBezTo>
                <a:cubicBezTo>
                  <a:pt x="329" y="36"/>
                  <a:pt x="328" y="36"/>
                  <a:pt x="327" y="36"/>
                </a:cubicBezTo>
                <a:cubicBezTo>
                  <a:pt x="326" y="36"/>
                  <a:pt x="325" y="35"/>
                  <a:pt x="323" y="35"/>
                </a:cubicBezTo>
                <a:close/>
              </a:path>
              <a:path w="336" h="189">
                <a:moveTo>
                  <a:pt x="286" y="18"/>
                </a:moveTo>
                <a:lnTo>
                  <a:pt x="283" y="14"/>
                </a:lnTo>
                <a:lnTo>
                  <a:pt x="284" y="14"/>
                </a:lnTo>
                <a:cubicBezTo>
                  <a:pt x="284" y="14"/>
                  <a:pt x="284" y="14"/>
                  <a:pt x="285" y="14"/>
                </a:cubicBezTo>
                <a:cubicBezTo>
                  <a:pt x="285" y="14"/>
                  <a:pt x="285" y="14"/>
                  <a:pt x="286" y="14"/>
                </a:cubicBezTo>
                <a:cubicBezTo>
                  <a:pt x="287" y="14"/>
                  <a:pt x="288" y="14"/>
                  <a:pt x="289" y="13"/>
                </a:cubicBezTo>
                <a:lnTo>
                  <a:pt x="298" y="9"/>
                </a:lnTo>
                <a:lnTo>
                  <a:pt x="303" y="4"/>
                </a:lnTo>
                <a:cubicBezTo>
                  <a:pt x="304" y="3"/>
                  <a:pt x="305" y="3"/>
                  <a:pt x="305" y="2"/>
                </a:cubicBezTo>
                <a:cubicBezTo>
                  <a:pt x="306" y="2"/>
                  <a:pt x="306" y="1"/>
                  <a:pt x="305" y="1"/>
                </a:cubicBezTo>
                <a:lnTo>
                  <a:pt x="305" y="0"/>
                </a:lnTo>
                <a:lnTo>
                  <a:pt x="309" y="4"/>
                </a:lnTo>
                <a:lnTo>
                  <a:pt x="309" y="5"/>
                </a:lnTo>
                <a:lnTo>
                  <a:pt x="308" y="4"/>
                </a:lnTo>
                <a:cubicBezTo>
                  <a:pt x="308" y="4"/>
                  <a:pt x="307" y="4"/>
                  <a:pt x="307" y="4"/>
                </a:cubicBezTo>
                <a:cubicBezTo>
                  <a:pt x="306" y="4"/>
                  <a:pt x="306" y="5"/>
                  <a:pt x="304" y="6"/>
                </a:cubicBezTo>
                <a:lnTo>
                  <a:pt x="300" y="10"/>
                </a:lnTo>
                <a:lnTo>
                  <a:pt x="294" y="20"/>
                </a:lnTo>
                <a:cubicBezTo>
                  <a:pt x="293" y="21"/>
                  <a:pt x="293" y="22"/>
                  <a:pt x="293" y="22"/>
                </a:cubicBezTo>
                <a:cubicBezTo>
                  <a:pt x="293" y="23"/>
                  <a:pt x="293" y="23"/>
                  <a:pt x="292" y="24"/>
                </a:cubicBezTo>
                <a:cubicBezTo>
                  <a:pt x="292" y="24"/>
                  <a:pt x="293" y="24"/>
                  <a:pt x="293" y="24"/>
                </a:cubicBezTo>
                <a:lnTo>
                  <a:pt x="292" y="25"/>
                </a:lnTo>
                <a:lnTo>
                  <a:pt x="288" y="21"/>
                </a:lnTo>
                <a:lnTo>
                  <a:pt x="289" y="20"/>
                </a:lnTo>
                <a:cubicBezTo>
                  <a:pt x="289" y="21"/>
                  <a:pt x="290" y="21"/>
                  <a:pt x="290" y="21"/>
                </a:cubicBezTo>
                <a:cubicBezTo>
                  <a:pt x="290" y="21"/>
                  <a:pt x="291" y="20"/>
                  <a:pt x="291" y="20"/>
                </a:cubicBezTo>
                <a:cubicBezTo>
                  <a:pt x="292" y="20"/>
                  <a:pt x="292" y="19"/>
                  <a:pt x="293" y="18"/>
                </a:cubicBezTo>
                <a:lnTo>
                  <a:pt x="297" y="10"/>
                </a:lnTo>
                <a:lnTo>
                  <a:pt x="290" y="14"/>
                </a:lnTo>
                <a:cubicBezTo>
                  <a:pt x="288" y="14"/>
                  <a:pt x="288" y="15"/>
                  <a:pt x="287" y="15"/>
                </a:cubicBezTo>
                <a:cubicBezTo>
                  <a:pt x="287" y="15"/>
                  <a:pt x="287" y="16"/>
                  <a:pt x="286" y="16"/>
                </a:cubicBezTo>
                <a:cubicBezTo>
                  <a:pt x="286" y="16"/>
                  <a:pt x="286" y="16"/>
                  <a:pt x="286" y="17"/>
                </a:cubicBezTo>
                <a:cubicBezTo>
                  <a:pt x="286" y="17"/>
                  <a:pt x="286" y="17"/>
                  <a:pt x="287" y="17"/>
                </a:cubicBezTo>
                <a:lnTo>
                  <a:pt x="286" y="18"/>
                </a:lnTo>
                <a:close/>
              </a:path>
              <a:path w="336" h="189">
                <a:moveTo>
                  <a:pt x="35" y="20"/>
                </a:moveTo>
                <a:lnTo>
                  <a:pt x="32" y="25"/>
                </a:lnTo>
                <a:lnTo>
                  <a:pt x="39" y="29"/>
                </a:lnTo>
                <a:cubicBezTo>
                  <a:pt x="40" y="29"/>
                  <a:pt x="41" y="30"/>
                  <a:pt x="41" y="30"/>
                </a:cubicBezTo>
                <a:cubicBezTo>
                  <a:pt x="42" y="30"/>
                  <a:pt x="42" y="30"/>
                  <a:pt x="42" y="30"/>
                </a:cubicBezTo>
                <a:cubicBezTo>
                  <a:pt x="43" y="30"/>
                  <a:pt x="43" y="30"/>
                  <a:pt x="43" y="29"/>
                </a:cubicBezTo>
                <a:lnTo>
                  <a:pt x="44" y="29"/>
                </a:lnTo>
                <a:lnTo>
                  <a:pt x="41" y="34"/>
                </a:lnTo>
                <a:lnTo>
                  <a:pt x="41" y="33"/>
                </a:lnTo>
                <a:cubicBezTo>
                  <a:pt x="41" y="33"/>
                  <a:pt x="41" y="33"/>
                  <a:pt x="41" y="33"/>
                </a:cubicBezTo>
                <a:cubicBezTo>
                  <a:pt x="41" y="32"/>
                  <a:pt x="41" y="32"/>
                  <a:pt x="40" y="32"/>
                </a:cubicBezTo>
                <a:cubicBezTo>
                  <a:pt x="40" y="31"/>
                  <a:pt x="39" y="31"/>
                  <a:pt x="38" y="30"/>
                </a:cubicBezTo>
                <a:lnTo>
                  <a:pt x="23" y="22"/>
                </a:lnTo>
                <a:cubicBezTo>
                  <a:pt x="22" y="21"/>
                  <a:pt x="21" y="21"/>
                  <a:pt x="21" y="21"/>
                </a:cubicBezTo>
                <a:cubicBezTo>
                  <a:pt x="21" y="21"/>
                  <a:pt x="20" y="21"/>
                  <a:pt x="20" y="21"/>
                </a:cubicBezTo>
                <a:cubicBezTo>
                  <a:pt x="19" y="21"/>
                  <a:pt x="19" y="21"/>
                  <a:pt x="19" y="21"/>
                </a:cubicBezTo>
                <a:lnTo>
                  <a:pt x="19" y="22"/>
                </a:lnTo>
                <a:lnTo>
                  <a:pt x="18" y="21"/>
                </a:lnTo>
                <a:lnTo>
                  <a:pt x="21" y="17"/>
                </a:lnTo>
                <a:lnTo>
                  <a:pt x="22" y="17"/>
                </a:lnTo>
                <a:lnTo>
                  <a:pt x="21" y="17"/>
                </a:lnTo>
                <a:cubicBezTo>
                  <a:pt x="21" y="18"/>
                  <a:pt x="21" y="18"/>
                  <a:pt x="22" y="19"/>
                </a:cubicBezTo>
                <a:cubicBezTo>
                  <a:pt x="22" y="19"/>
                  <a:pt x="23" y="20"/>
                  <a:pt x="24" y="20"/>
                </a:cubicBezTo>
                <a:lnTo>
                  <a:pt x="31" y="24"/>
                </a:lnTo>
                <a:lnTo>
                  <a:pt x="34" y="19"/>
                </a:lnTo>
                <a:lnTo>
                  <a:pt x="27" y="15"/>
                </a:lnTo>
                <a:cubicBezTo>
                  <a:pt x="26" y="15"/>
                  <a:pt x="25" y="14"/>
                  <a:pt x="25" y="14"/>
                </a:cubicBezTo>
                <a:cubicBezTo>
                  <a:pt x="24" y="14"/>
                  <a:pt x="24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lnTo>
                  <a:pt x="23" y="15"/>
                </a:lnTo>
                <a:lnTo>
                  <a:pt x="22" y="15"/>
                </a:lnTo>
                <a:lnTo>
                  <a:pt x="25" y="10"/>
                </a:lnTo>
                <a:cubicBezTo>
                  <a:pt x="25" y="11"/>
                  <a:pt x="25" y="11"/>
                  <a:pt x="25" y="12"/>
                </a:cubicBezTo>
                <a:cubicBezTo>
                  <a:pt x="26" y="12"/>
                  <a:pt x="27" y="13"/>
                  <a:pt x="28" y="14"/>
                </a:cubicBezTo>
                <a:lnTo>
                  <a:pt x="43" y="22"/>
                </a:lnTo>
                <a:cubicBezTo>
                  <a:pt x="44" y="22"/>
                  <a:pt x="45" y="23"/>
                  <a:pt x="45" y="23"/>
                </a:cubicBezTo>
                <a:cubicBezTo>
                  <a:pt x="45" y="23"/>
                  <a:pt x="46" y="23"/>
                  <a:pt x="46" y="23"/>
                </a:cubicBezTo>
                <a:cubicBezTo>
                  <a:pt x="46" y="23"/>
                  <a:pt x="47" y="23"/>
                  <a:pt x="47" y="23"/>
                </a:cubicBezTo>
                <a:lnTo>
                  <a:pt x="47" y="22"/>
                </a:lnTo>
                <a:lnTo>
                  <a:pt x="48" y="22"/>
                </a:lnTo>
                <a:lnTo>
                  <a:pt x="45" y="27"/>
                </a:lnTo>
                <a:lnTo>
                  <a:pt x="44" y="27"/>
                </a:lnTo>
                <a:lnTo>
                  <a:pt x="45" y="27"/>
                </a:lnTo>
                <a:cubicBezTo>
                  <a:pt x="45" y="26"/>
                  <a:pt x="45" y="26"/>
                  <a:pt x="45" y="26"/>
                </a:cubicBezTo>
                <a:cubicBezTo>
                  <a:pt x="45" y="25"/>
                  <a:pt x="44" y="25"/>
                  <a:pt x="44" y="25"/>
                </a:cubicBezTo>
                <a:cubicBezTo>
                  <a:pt x="44" y="25"/>
                  <a:pt x="43" y="24"/>
                  <a:pt x="42" y="23"/>
                </a:cubicBezTo>
                <a:lnTo>
                  <a:pt x="35" y="20"/>
                </a:lnTo>
                <a:close/>
              </a:path>
              <a:path w="336" h="189">
                <a:moveTo>
                  <a:pt x="36" y="43"/>
                </a:moveTo>
                <a:lnTo>
                  <a:pt x="36" y="43"/>
                </a:lnTo>
                <a:lnTo>
                  <a:pt x="34" y="47"/>
                </a:lnTo>
                <a:lnTo>
                  <a:pt x="33" y="47"/>
                </a:lnTo>
                <a:lnTo>
                  <a:pt x="34" y="47"/>
                </a:lnTo>
                <a:cubicBezTo>
                  <a:pt x="34" y="46"/>
                  <a:pt x="34" y="46"/>
                  <a:pt x="33" y="45"/>
                </a:cubicBezTo>
                <a:cubicBezTo>
                  <a:pt x="33" y="45"/>
                  <a:pt x="32" y="44"/>
                  <a:pt x="31" y="43"/>
                </a:cubicBezTo>
                <a:lnTo>
                  <a:pt x="21" y="38"/>
                </a:lnTo>
                <a:cubicBezTo>
                  <a:pt x="19" y="37"/>
                  <a:pt x="17" y="36"/>
                  <a:pt x="16" y="35"/>
                </a:cubicBezTo>
                <a:cubicBezTo>
                  <a:pt x="15" y="34"/>
                  <a:pt x="14" y="33"/>
                  <a:pt x="14" y="32"/>
                </a:cubicBezTo>
                <a:cubicBezTo>
                  <a:pt x="13" y="30"/>
                  <a:pt x="13" y="29"/>
                  <a:pt x="14" y="28"/>
                </a:cubicBezTo>
                <a:cubicBezTo>
                  <a:pt x="14" y="27"/>
                  <a:pt x="15" y="26"/>
                  <a:pt x="17" y="26"/>
                </a:cubicBezTo>
                <a:cubicBezTo>
                  <a:pt x="18" y="26"/>
                  <a:pt x="19" y="26"/>
                  <a:pt x="21" y="27"/>
                </a:cubicBezTo>
                <a:cubicBezTo>
                  <a:pt x="22" y="27"/>
                  <a:pt x="24" y="28"/>
                  <a:pt x="27" y="30"/>
                </a:cubicBezTo>
                <a:lnTo>
                  <a:pt x="36" y="35"/>
                </a:lnTo>
                <a:cubicBezTo>
                  <a:pt x="37" y="35"/>
                  <a:pt x="38" y="36"/>
                  <a:pt x="39" y="36"/>
                </a:cubicBezTo>
                <a:cubicBezTo>
                  <a:pt x="39" y="36"/>
                  <a:pt x="40" y="36"/>
                  <a:pt x="40" y="35"/>
                </a:cubicBezTo>
                <a:lnTo>
                  <a:pt x="41" y="35"/>
                </a:lnTo>
                <a:lnTo>
                  <a:pt x="38" y="40"/>
                </a:lnTo>
                <a:lnTo>
                  <a:pt x="37" y="40"/>
                </a:lnTo>
                <a:lnTo>
                  <a:pt x="38" y="39"/>
                </a:lnTo>
                <a:cubicBezTo>
                  <a:pt x="38" y="39"/>
                  <a:pt x="38" y="38"/>
                  <a:pt x="37" y="38"/>
                </a:cubicBezTo>
                <a:cubicBezTo>
                  <a:pt x="37" y="37"/>
                  <a:pt x="36" y="37"/>
                  <a:pt x="35" y="36"/>
                </a:cubicBezTo>
                <a:lnTo>
                  <a:pt x="25" y="31"/>
                </a:lnTo>
                <a:cubicBezTo>
                  <a:pt x="24" y="30"/>
                  <a:pt x="23" y="30"/>
                  <a:pt x="22" y="29"/>
                </a:cubicBezTo>
                <a:cubicBezTo>
                  <a:pt x="20" y="28"/>
                  <a:pt x="19" y="28"/>
                  <a:pt x="19" y="28"/>
                </a:cubicBezTo>
                <a:cubicBezTo>
                  <a:pt x="18" y="28"/>
                  <a:pt x="17" y="28"/>
                  <a:pt x="17" y="28"/>
                </a:cubicBezTo>
                <a:cubicBezTo>
                  <a:pt x="16" y="28"/>
                  <a:pt x="15" y="29"/>
                  <a:pt x="15" y="29"/>
                </a:cubicBezTo>
                <a:cubicBezTo>
                  <a:pt x="15" y="30"/>
                  <a:pt x="15" y="31"/>
                  <a:pt x="15" y="32"/>
                </a:cubicBezTo>
                <a:cubicBezTo>
                  <a:pt x="15" y="33"/>
                  <a:pt x="16" y="33"/>
                  <a:pt x="17" y="34"/>
                </a:cubicBezTo>
                <a:cubicBezTo>
                  <a:pt x="18" y="35"/>
                  <a:pt x="19" y="36"/>
                  <a:pt x="22" y="37"/>
                </a:cubicBezTo>
                <a:lnTo>
                  <a:pt x="31" y="43"/>
                </a:lnTo>
                <a:cubicBezTo>
                  <a:pt x="33" y="43"/>
                  <a:pt x="34" y="44"/>
                  <a:pt x="34" y="44"/>
                </a:cubicBezTo>
                <a:cubicBezTo>
                  <a:pt x="35" y="44"/>
                  <a:pt x="35" y="44"/>
                  <a:pt x="35" y="43"/>
                </a:cubicBezTo>
                <a:lnTo>
                  <a:pt x="36" y="43"/>
                </a:lnTo>
                <a:close/>
              </a:path>
              <a:path w="336" h="189">
                <a:moveTo>
                  <a:pt x="15" y="45"/>
                </a:moveTo>
                <a:lnTo>
                  <a:pt x="16" y="40"/>
                </a:lnTo>
                <a:lnTo>
                  <a:pt x="13" y="38"/>
                </a:lnTo>
                <a:cubicBezTo>
                  <a:pt x="12" y="37"/>
                  <a:pt x="11" y="37"/>
                  <a:pt x="11" y="37"/>
                </a:cubicBezTo>
                <a:cubicBezTo>
                  <a:pt x="11" y="37"/>
                  <a:pt x="10" y="37"/>
                  <a:pt x="10" y="37"/>
                </a:cubicBezTo>
                <a:cubicBezTo>
                  <a:pt x="9" y="37"/>
                  <a:pt x="9" y="37"/>
                  <a:pt x="9" y="38"/>
                </a:cubicBezTo>
                <a:lnTo>
                  <a:pt x="8" y="37"/>
                </a:lnTo>
                <a:lnTo>
                  <a:pt x="10" y="33"/>
                </a:lnTo>
                <a:lnTo>
                  <a:pt x="10" y="34"/>
                </a:lnTo>
                <a:cubicBezTo>
                  <a:pt x="10" y="34"/>
                  <a:pt x="10" y="35"/>
                  <a:pt x="11" y="35"/>
                </a:cubicBezTo>
                <a:cubicBezTo>
                  <a:pt x="11" y="36"/>
                  <a:pt x="12" y="36"/>
                  <a:pt x="14" y="37"/>
                </a:cubicBezTo>
                <a:lnTo>
                  <a:pt x="32" y="50"/>
                </a:lnTo>
                <a:lnTo>
                  <a:pt x="10" y="46"/>
                </a:lnTo>
                <a:cubicBezTo>
                  <a:pt x="8" y="46"/>
                  <a:pt x="7" y="46"/>
                  <a:pt x="7" y="46"/>
                </a:cubicBezTo>
                <a:cubicBezTo>
                  <a:pt x="6" y="46"/>
                  <a:pt x="6" y="46"/>
                  <a:pt x="5" y="47"/>
                </a:cubicBezTo>
                <a:lnTo>
                  <a:pt x="5" y="46"/>
                </a:lnTo>
                <a:lnTo>
                  <a:pt x="6" y="42"/>
                </a:lnTo>
                <a:lnTo>
                  <a:pt x="7" y="42"/>
                </a:lnTo>
                <a:cubicBezTo>
                  <a:pt x="7" y="42"/>
                  <a:pt x="7" y="43"/>
                  <a:pt x="7" y="43"/>
                </a:cubicBezTo>
                <a:cubicBezTo>
                  <a:pt x="7" y="43"/>
                  <a:pt x="8" y="44"/>
                  <a:pt x="8" y="44"/>
                </a:cubicBezTo>
                <a:cubicBezTo>
                  <a:pt x="9" y="44"/>
                  <a:pt x="10" y="44"/>
                  <a:pt x="11" y="44"/>
                </a:cubicBezTo>
                <a:lnTo>
                  <a:pt x="15" y="45"/>
                </a:lnTo>
                <a:close/>
                <a:moveTo>
                  <a:pt x="16" y="45"/>
                </a:moveTo>
                <a:lnTo>
                  <a:pt x="27" y="47"/>
                </a:lnTo>
                <a:lnTo>
                  <a:pt x="18" y="41"/>
                </a:lnTo>
                <a:lnTo>
                  <a:pt x="16" y="45"/>
                </a:lnTo>
                <a:close/>
              </a:path>
              <a:path w="336" h="189">
                <a:moveTo>
                  <a:pt x="29" y="62"/>
                </a:moveTo>
                <a:lnTo>
                  <a:pt x="5" y="52"/>
                </a:lnTo>
                <a:lnTo>
                  <a:pt x="5" y="57"/>
                </a:lnTo>
                <a:cubicBezTo>
                  <a:pt x="5" y="58"/>
                  <a:pt x="5" y="59"/>
                  <a:pt x="6" y="59"/>
                </a:cubicBezTo>
                <a:cubicBezTo>
                  <a:pt x="6" y="60"/>
                  <a:pt x="8" y="60"/>
                  <a:pt x="10" y="61"/>
                </a:cubicBezTo>
                <a:lnTo>
                  <a:pt x="3" y="60"/>
                </a:lnTo>
                <a:lnTo>
                  <a:pt x="4" y="49"/>
                </a:lnTo>
                <a:lnTo>
                  <a:pt x="28" y="59"/>
                </a:lnTo>
                <a:lnTo>
                  <a:pt x="28" y="55"/>
                </a:lnTo>
                <a:cubicBezTo>
                  <a:pt x="28" y="54"/>
                  <a:pt x="28" y="53"/>
                  <a:pt x="28" y="53"/>
                </a:cubicBezTo>
                <a:cubicBezTo>
                  <a:pt x="27" y="53"/>
                  <a:pt x="27" y="53"/>
                  <a:pt x="26" y="52"/>
                </a:cubicBezTo>
                <a:cubicBezTo>
                  <a:pt x="26" y="52"/>
                  <a:pt x="25" y="52"/>
                  <a:pt x="23" y="52"/>
                </a:cubicBezTo>
                <a:lnTo>
                  <a:pt x="23" y="51"/>
                </a:lnTo>
                <a:lnTo>
                  <a:pt x="30" y="52"/>
                </a:lnTo>
                <a:lnTo>
                  <a:pt x="29" y="62"/>
                </a:lnTo>
                <a:close/>
              </a:path>
              <a:path w="336" h="189">
                <a:moveTo>
                  <a:pt x="29" y="82"/>
                </a:moveTo>
                <a:cubicBezTo>
                  <a:pt x="29" y="84"/>
                  <a:pt x="28" y="85"/>
                  <a:pt x="25" y="87"/>
                </a:cubicBezTo>
                <a:cubicBezTo>
                  <a:pt x="22" y="88"/>
                  <a:pt x="19" y="89"/>
                  <a:pt x="15" y="89"/>
                </a:cubicBezTo>
                <a:cubicBezTo>
                  <a:pt x="11" y="89"/>
                  <a:pt x="8" y="89"/>
                  <a:pt x="5" y="87"/>
                </a:cubicBezTo>
                <a:cubicBezTo>
                  <a:pt x="3" y="86"/>
                  <a:pt x="1" y="85"/>
                  <a:pt x="1" y="83"/>
                </a:cubicBezTo>
                <a:cubicBezTo>
                  <a:pt x="1" y="81"/>
                  <a:pt x="2" y="80"/>
                  <a:pt x="5" y="78"/>
                </a:cubicBezTo>
                <a:cubicBezTo>
                  <a:pt x="7" y="77"/>
                  <a:pt x="11" y="76"/>
                  <a:pt x="15" y="76"/>
                </a:cubicBezTo>
                <a:cubicBezTo>
                  <a:pt x="19" y="76"/>
                  <a:pt x="22" y="77"/>
                  <a:pt x="25" y="78"/>
                </a:cubicBezTo>
                <a:cubicBezTo>
                  <a:pt x="27" y="79"/>
                  <a:pt x="29" y="80"/>
                  <a:pt x="29" y="82"/>
                </a:cubicBezTo>
                <a:close/>
                <a:moveTo>
                  <a:pt x="27" y="82"/>
                </a:moveTo>
                <a:cubicBezTo>
                  <a:pt x="27" y="81"/>
                  <a:pt x="26" y="80"/>
                  <a:pt x="25" y="79"/>
                </a:cubicBezTo>
                <a:cubicBezTo>
                  <a:pt x="22" y="78"/>
                  <a:pt x="19" y="78"/>
                  <a:pt x="15" y="78"/>
                </a:cubicBezTo>
                <a:cubicBezTo>
                  <a:pt x="11" y="79"/>
                  <a:pt x="7" y="79"/>
                  <a:pt x="5" y="80"/>
                </a:cubicBezTo>
                <a:cubicBezTo>
                  <a:pt x="3" y="81"/>
                  <a:pt x="2" y="82"/>
                  <a:pt x="3" y="83"/>
                </a:cubicBezTo>
                <a:cubicBezTo>
                  <a:pt x="3" y="84"/>
                  <a:pt x="4" y="85"/>
                  <a:pt x="6" y="86"/>
                </a:cubicBezTo>
                <a:cubicBezTo>
                  <a:pt x="8" y="87"/>
                  <a:pt x="11" y="87"/>
                  <a:pt x="15" y="87"/>
                </a:cubicBezTo>
                <a:cubicBezTo>
                  <a:pt x="19" y="87"/>
                  <a:pt x="23" y="86"/>
                  <a:pt x="25" y="85"/>
                </a:cubicBezTo>
                <a:cubicBezTo>
                  <a:pt x="26" y="84"/>
                  <a:pt x="27" y="83"/>
                  <a:pt x="27" y="82"/>
                </a:cubicBezTo>
                <a:close/>
              </a:path>
              <a:path w="336" h="189">
                <a:moveTo>
                  <a:pt x="16" y="66"/>
                </a:moveTo>
                <a:lnTo>
                  <a:pt x="15" y="72"/>
                </a:lnTo>
                <a:lnTo>
                  <a:pt x="22" y="73"/>
                </a:lnTo>
                <a:cubicBezTo>
                  <a:pt x="24" y="73"/>
                  <a:pt x="24" y="73"/>
                  <a:pt x="25" y="73"/>
                </a:cubicBezTo>
                <a:cubicBezTo>
                  <a:pt x="25" y="73"/>
                  <a:pt x="26" y="73"/>
                  <a:pt x="26" y="73"/>
                </a:cubicBezTo>
                <a:cubicBezTo>
                  <a:pt x="26" y="73"/>
                  <a:pt x="26" y="72"/>
                  <a:pt x="26" y="72"/>
                </a:cubicBezTo>
                <a:lnTo>
                  <a:pt x="27" y="72"/>
                </a:lnTo>
                <a:lnTo>
                  <a:pt x="26" y="77"/>
                </a:lnTo>
                <a:cubicBezTo>
                  <a:pt x="26" y="76"/>
                  <a:pt x="26" y="76"/>
                  <a:pt x="25" y="76"/>
                </a:cubicBezTo>
                <a:cubicBezTo>
                  <a:pt x="25" y="76"/>
                  <a:pt x="25" y="75"/>
                  <a:pt x="25" y="75"/>
                </a:cubicBezTo>
                <a:cubicBezTo>
                  <a:pt x="24" y="75"/>
                  <a:pt x="23" y="75"/>
                  <a:pt x="22" y="75"/>
                </a:cubicBezTo>
                <a:lnTo>
                  <a:pt x="5" y="73"/>
                </a:lnTo>
                <a:cubicBezTo>
                  <a:pt x="4" y="72"/>
                  <a:pt x="3" y="72"/>
                  <a:pt x="3" y="72"/>
                </a:cubicBezTo>
                <a:cubicBezTo>
                  <a:pt x="2" y="72"/>
                  <a:pt x="2" y="72"/>
                  <a:pt x="2" y="73"/>
                </a:cubicBezTo>
                <a:cubicBezTo>
                  <a:pt x="1" y="73"/>
                  <a:pt x="1" y="73"/>
                  <a:pt x="1" y="73"/>
                </a:cubicBezTo>
                <a:lnTo>
                  <a:pt x="1" y="74"/>
                </a:lnTo>
                <a:lnTo>
                  <a:pt x="0" y="74"/>
                </a:lnTo>
                <a:lnTo>
                  <a:pt x="1" y="68"/>
                </a:lnTo>
                <a:lnTo>
                  <a:pt x="2" y="68"/>
                </a:lnTo>
                <a:lnTo>
                  <a:pt x="2" y="69"/>
                </a:lnTo>
                <a:cubicBezTo>
                  <a:pt x="2" y="69"/>
                  <a:pt x="2" y="70"/>
                  <a:pt x="2" y="70"/>
                </a:cubicBezTo>
                <a:cubicBezTo>
                  <a:pt x="3" y="70"/>
                  <a:pt x="4" y="71"/>
                  <a:pt x="5" y="71"/>
                </a:cubicBezTo>
                <a:lnTo>
                  <a:pt x="13" y="72"/>
                </a:lnTo>
                <a:lnTo>
                  <a:pt x="14" y="66"/>
                </a:lnTo>
                <a:lnTo>
                  <a:pt x="6" y="65"/>
                </a:lnTo>
                <a:cubicBezTo>
                  <a:pt x="5" y="65"/>
                  <a:pt x="4" y="65"/>
                  <a:pt x="4" y="65"/>
                </a:cubicBezTo>
                <a:cubicBezTo>
                  <a:pt x="3" y="65"/>
                  <a:pt x="3" y="65"/>
                  <a:pt x="3" y="65"/>
                </a:cubicBezTo>
                <a:cubicBezTo>
                  <a:pt x="2" y="65"/>
                  <a:pt x="2" y="65"/>
                  <a:pt x="2" y="66"/>
                </a:cubicBezTo>
                <a:lnTo>
                  <a:pt x="1" y="66"/>
                </a:lnTo>
                <a:lnTo>
                  <a:pt x="2" y="60"/>
                </a:lnTo>
                <a:lnTo>
                  <a:pt x="3" y="61"/>
                </a:lnTo>
                <a:cubicBezTo>
                  <a:pt x="3" y="62"/>
                  <a:pt x="3" y="62"/>
                  <a:pt x="3" y="62"/>
                </a:cubicBezTo>
                <a:cubicBezTo>
                  <a:pt x="4" y="63"/>
                  <a:pt x="5" y="63"/>
                  <a:pt x="6" y="63"/>
                </a:cubicBezTo>
                <a:lnTo>
                  <a:pt x="23" y="65"/>
                </a:lnTo>
                <a:cubicBezTo>
                  <a:pt x="25" y="65"/>
                  <a:pt x="25" y="65"/>
                  <a:pt x="26" y="65"/>
                </a:cubicBezTo>
                <a:cubicBezTo>
                  <a:pt x="26" y="65"/>
                  <a:pt x="27" y="65"/>
                  <a:pt x="27" y="65"/>
                </a:cubicBezTo>
                <a:cubicBezTo>
                  <a:pt x="27" y="65"/>
                  <a:pt x="27" y="65"/>
                  <a:pt x="27" y="64"/>
                </a:cubicBezTo>
                <a:lnTo>
                  <a:pt x="28" y="64"/>
                </a:lnTo>
                <a:lnTo>
                  <a:pt x="27" y="69"/>
                </a:lnTo>
                <a:cubicBezTo>
                  <a:pt x="27" y="69"/>
                  <a:pt x="27" y="68"/>
                  <a:pt x="26" y="68"/>
                </a:cubicBezTo>
                <a:cubicBezTo>
                  <a:pt x="26" y="68"/>
                  <a:pt x="26" y="67"/>
                  <a:pt x="26" y="67"/>
                </a:cubicBezTo>
                <a:cubicBezTo>
                  <a:pt x="25" y="67"/>
                  <a:pt x="24" y="67"/>
                  <a:pt x="23" y="67"/>
                </a:cubicBezTo>
                <a:lnTo>
                  <a:pt x="16" y="66"/>
                </a:lnTo>
                <a:close/>
              </a:path>
              <a:path w="336" h="189">
                <a:moveTo>
                  <a:pt x="29" y="84"/>
                </a:moveTo>
                <a:lnTo>
                  <a:pt x="30" y="88"/>
                </a:lnTo>
                <a:lnTo>
                  <a:pt x="14" y="101"/>
                </a:lnTo>
                <a:lnTo>
                  <a:pt x="28" y="97"/>
                </a:lnTo>
                <a:cubicBezTo>
                  <a:pt x="30" y="96"/>
                  <a:pt x="31" y="96"/>
                  <a:pt x="31" y="95"/>
                </a:cubicBezTo>
                <a:cubicBezTo>
                  <a:pt x="32" y="95"/>
                  <a:pt x="32" y="95"/>
                  <a:pt x="32" y="94"/>
                </a:cubicBezTo>
                <a:lnTo>
                  <a:pt x="31" y="94"/>
                </a:lnTo>
                <a:lnTo>
                  <a:pt x="32" y="93"/>
                </a:lnTo>
                <a:lnTo>
                  <a:pt x="33" y="98"/>
                </a:lnTo>
                <a:cubicBezTo>
                  <a:pt x="32" y="97"/>
                  <a:pt x="32" y="97"/>
                  <a:pt x="31" y="97"/>
                </a:cubicBezTo>
                <a:cubicBezTo>
                  <a:pt x="31" y="97"/>
                  <a:pt x="30" y="97"/>
                  <a:pt x="29" y="97"/>
                </a:cubicBezTo>
                <a:lnTo>
                  <a:pt x="7" y="104"/>
                </a:lnTo>
                <a:lnTo>
                  <a:pt x="25" y="89"/>
                </a:lnTo>
                <a:lnTo>
                  <a:pt x="9" y="94"/>
                </a:lnTo>
                <a:cubicBezTo>
                  <a:pt x="8" y="95"/>
                  <a:pt x="7" y="95"/>
                  <a:pt x="7" y="95"/>
                </a:cubicBezTo>
                <a:cubicBezTo>
                  <a:pt x="6" y="96"/>
                  <a:pt x="6" y="96"/>
                  <a:pt x="6" y="97"/>
                </a:cubicBezTo>
                <a:lnTo>
                  <a:pt x="4" y="93"/>
                </a:lnTo>
                <a:lnTo>
                  <a:pt x="5" y="93"/>
                </a:lnTo>
                <a:cubicBezTo>
                  <a:pt x="5" y="94"/>
                  <a:pt x="6" y="94"/>
                  <a:pt x="6" y="94"/>
                </a:cubicBezTo>
                <a:cubicBezTo>
                  <a:pt x="7" y="94"/>
                  <a:pt x="8" y="94"/>
                  <a:pt x="9" y="93"/>
                </a:cubicBezTo>
                <a:lnTo>
                  <a:pt x="27" y="88"/>
                </a:lnTo>
                <a:cubicBezTo>
                  <a:pt x="27" y="87"/>
                  <a:pt x="28" y="87"/>
                  <a:pt x="28" y="86"/>
                </a:cubicBezTo>
                <a:cubicBezTo>
                  <a:pt x="28" y="86"/>
                  <a:pt x="28" y="86"/>
                  <a:pt x="29" y="85"/>
                </a:cubicBezTo>
                <a:cubicBezTo>
                  <a:pt x="29" y="85"/>
                  <a:pt x="29" y="85"/>
                  <a:pt x="28" y="84"/>
                </a:cubicBezTo>
                <a:lnTo>
                  <a:pt x="29" y="84"/>
                </a:lnTo>
                <a:close/>
              </a:path>
              <a:path w="336" h="189">
                <a:moveTo>
                  <a:pt x="38" y="107"/>
                </a:moveTo>
                <a:lnTo>
                  <a:pt x="30" y="110"/>
                </a:lnTo>
                <a:cubicBezTo>
                  <a:pt x="32" y="109"/>
                  <a:pt x="33" y="108"/>
                  <a:pt x="34" y="107"/>
                </a:cubicBezTo>
                <a:cubicBezTo>
                  <a:pt x="35" y="106"/>
                  <a:pt x="36" y="105"/>
                  <a:pt x="35" y="104"/>
                </a:cubicBezTo>
                <a:cubicBezTo>
                  <a:pt x="35" y="102"/>
                  <a:pt x="33" y="101"/>
                  <a:pt x="30" y="101"/>
                </a:cubicBezTo>
                <a:cubicBezTo>
                  <a:pt x="28" y="102"/>
                  <a:pt x="25" y="102"/>
                  <a:pt x="22" y="103"/>
                </a:cubicBezTo>
                <a:cubicBezTo>
                  <a:pt x="20" y="104"/>
                  <a:pt x="18" y="105"/>
                  <a:pt x="16" y="106"/>
                </a:cubicBezTo>
                <a:cubicBezTo>
                  <a:pt x="14" y="107"/>
                  <a:pt x="13" y="108"/>
                  <a:pt x="12" y="109"/>
                </a:cubicBezTo>
                <a:cubicBezTo>
                  <a:pt x="12" y="110"/>
                  <a:pt x="11" y="111"/>
                  <a:pt x="12" y="112"/>
                </a:cubicBezTo>
                <a:cubicBezTo>
                  <a:pt x="12" y="112"/>
                  <a:pt x="12" y="113"/>
                  <a:pt x="12" y="113"/>
                </a:cubicBezTo>
                <a:cubicBezTo>
                  <a:pt x="13" y="113"/>
                  <a:pt x="13" y="114"/>
                  <a:pt x="14" y="114"/>
                </a:cubicBezTo>
                <a:lnTo>
                  <a:pt x="21" y="112"/>
                </a:lnTo>
                <a:cubicBezTo>
                  <a:pt x="22" y="111"/>
                  <a:pt x="23" y="111"/>
                  <a:pt x="24" y="111"/>
                </a:cubicBezTo>
                <a:cubicBezTo>
                  <a:pt x="24" y="110"/>
                  <a:pt x="24" y="110"/>
                  <a:pt x="24" y="110"/>
                </a:cubicBezTo>
                <a:cubicBezTo>
                  <a:pt x="24" y="110"/>
                  <a:pt x="24" y="109"/>
                  <a:pt x="24" y="109"/>
                </a:cubicBezTo>
                <a:lnTo>
                  <a:pt x="25" y="108"/>
                </a:lnTo>
                <a:lnTo>
                  <a:pt x="27" y="113"/>
                </a:lnTo>
                <a:lnTo>
                  <a:pt x="26" y="113"/>
                </a:lnTo>
                <a:cubicBezTo>
                  <a:pt x="26" y="113"/>
                  <a:pt x="25" y="113"/>
                  <a:pt x="24" y="113"/>
                </a:cubicBezTo>
                <a:cubicBezTo>
                  <a:pt x="24" y="113"/>
                  <a:pt x="23" y="113"/>
                  <a:pt x="22" y="113"/>
                </a:cubicBezTo>
                <a:lnTo>
                  <a:pt x="14" y="116"/>
                </a:lnTo>
                <a:cubicBezTo>
                  <a:pt x="13" y="115"/>
                  <a:pt x="12" y="115"/>
                  <a:pt x="12" y="114"/>
                </a:cubicBezTo>
                <a:cubicBezTo>
                  <a:pt x="11" y="114"/>
                  <a:pt x="11" y="113"/>
                  <a:pt x="10" y="112"/>
                </a:cubicBezTo>
                <a:cubicBezTo>
                  <a:pt x="10" y="110"/>
                  <a:pt x="11" y="108"/>
                  <a:pt x="13" y="105"/>
                </a:cubicBezTo>
                <a:cubicBezTo>
                  <a:pt x="15" y="104"/>
                  <a:pt x="18" y="102"/>
                  <a:pt x="21" y="101"/>
                </a:cubicBezTo>
                <a:cubicBezTo>
                  <a:pt x="23" y="100"/>
                  <a:pt x="25" y="100"/>
                  <a:pt x="27" y="100"/>
                </a:cubicBezTo>
                <a:cubicBezTo>
                  <a:pt x="30" y="100"/>
                  <a:pt x="32" y="100"/>
                  <a:pt x="34" y="101"/>
                </a:cubicBezTo>
                <a:cubicBezTo>
                  <a:pt x="35" y="101"/>
                  <a:pt x="36" y="102"/>
                  <a:pt x="36" y="103"/>
                </a:cubicBezTo>
                <a:cubicBezTo>
                  <a:pt x="37" y="104"/>
                  <a:pt x="37" y="104"/>
                  <a:pt x="37" y="104"/>
                </a:cubicBezTo>
                <a:cubicBezTo>
                  <a:pt x="37" y="105"/>
                  <a:pt x="36" y="106"/>
                  <a:pt x="36" y="106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7" y="107"/>
                  <a:pt x="37" y="107"/>
                  <a:pt x="38" y="107"/>
                </a:cubicBezTo>
                <a:close/>
              </a:path>
              <a:path w="336" h="189">
                <a:moveTo>
                  <a:pt x="47" y="119"/>
                </a:moveTo>
                <a:lnTo>
                  <a:pt x="48" y="118"/>
                </a:lnTo>
                <a:lnTo>
                  <a:pt x="51" y="122"/>
                </a:lnTo>
                <a:lnTo>
                  <a:pt x="50" y="122"/>
                </a:lnTo>
                <a:cubicBezTo>
                  <a:pt x="49" y="121"/>
                  <a:pt x="49" y="121"/>
                  <a:pt x="48" y="122"/>
                </a:cubicBezTo>
                <a:cubicBezTo>
                  <a:pt x="48" y="122"/>
                  <a:pt x="47" y="122"/>
                  <a:pt x="46" y="123"/>
                </a:cubicBezTo>
                <a:lnTo>
                  <a:pt x="38" y="130"/>
                </a:lnTo>
                <a:cubicBezTo>
                  <a:pt x="36" y="132"/>
                  <a:pt x="34" y="133"/>
                  <a:pt x="33" y="134"/>
                </a:cubicBezTo>
                <a:cubicBezTo>
                  <a:pt x="31" y="135"/>
                  <a:pt x="30" y="135"/>
                  <a:pt x="29" y="135"/>
                </a:cubicBezTo>
                <a:cubicBezTo>
                  <a:pt x="27" y="135"/>
                  <a:pt x="26" y="135"/>
                  <a:pt x="26" y="134"/>
                </a:cubicBezTo>
                <a:cubicBezTo>
                  <a:pt x="25" y="133"/>
                  <a:pt x="24" y="131"/>
                  <a:pt x="25" y="130"/>
                </a:cubicBezTo>
                <a:cubicBezTo>
                  <a:pt x="25" y="129"/>
                  <a:pt x="26" y="128"/>
                  <a:pt x="27" y="126"/>
                </a:cubicBezTo>
                <a:cubicBezTo>
                  <a:pt x="27" y="126"/>
                  <a:pt x="29" y="124"/>
                  <a:pt x="32" y="122"/>
                </a:cubicBezTo>
                <a:lnTo>
                  <a:pt x="39" y="115"/>
                </a:lnTo>
                <a:cubicBezTo>
                  <a:pt x="41" y="114"/>
                  <a:pt x="41" y="114"/>
                  <a:pt x="42" y="113"/>
                </a:cubicBezTo>
                <a:cubicBezTo>
                  <a:pt x="42" y="113"/>
                  <a:pt x="42" y="112"/>
                  <a:pt x="42" y="112"/>
                </a:cubicBezTo>
                <a:lnTo>
                  <a:pt x="41" y="111"/>
                </a:lnTo>
                <a:lnTo>
                  <a:pt x="42" y="111"/>
                </a:lnTo>
                <a:lnTo>
                  <a:pt x="45" y="115"/>
                </a:lnTo>
                <a:lnTo>
                  <a:pt x="45" y="116"/>
                </a:lnTo>
                <a:lnTo>
                  <a:pt x="45" y="115"/>
                </a:lnTo>
                <a:cubicBezTo>
                  <a:pt x="44" y="115"/>
                  <a:pt x="44" y="115"/>
                  <a:pt x="43" y="115"/>
                </a:cubicBezTo>
                <a:cubicBezTo>
                  <a:pt x="43" y="115"/>
                  <a:pt x="42" y="116"/>
                  <a:pt x="41" y="117"/>
                </a:cubicBezTo>
                <a:lnTo>
                  <a:pt x="32" y="124"/>
                </a:lnTo>
                <a:cubicBezTo>
                  <a:pt x="31" y="125"/>
                  <a:pt x="30" y="126"/>
                  <a:pt x="29" y="127"/>
                </a:cubicBezTo>
                <a:cubicBezTo>
                  <a:pt x="28" y="127"/>
                  <a:pt x="28" y="128"/>
                  <a:pt x="27" y="129"/>
                </a:cubicBezTo>
                <a:cubicBezTo>
                  <a:pt x="27" y="130"/>
                  <a:pt x="26" y="130"/>
                  <a:pt x="26" y="131"/>
                </a:cubicBezTo>
                <a:cubicBezTo>
                  <a:pt x="26" y="132"/>
                  <a:pt x="26" y="132"/>
                  <a:pt x="27" y="133"/>
                </a:cubicBezTo>
                <a:cubicBezTo>
                  <a:pt x="27" y="133"/>
                  <a:pt x="28" y="134"/>
                  <a:pt x="29" y="134"/>
                </a:cubicBezTo>
                <a:cubicBezTo>
                  <a:pt x="30" y="134"/>
                  <a:pt x="31" y="133"/>
                  <a:pt x="32" y="133"/>
                </a:cubicBezTo>
                <a:cubicBezTo>
                  <a:pt x="33" y="132"/>
                  <a:pt x="35" y="131"/>
                  <a:pt x="37" y="129"/>
                </a:cubicBezTo>
                <a:lnTo>
                  <a:pt x="45" y="123"/>
                </a:lnTo>
                <a:cubicBezTo>
                  <a:pt x="47" y="122"/>
                  <a:pt x="47" y="121"/>
                  <a:pt x="48" y="120"/>
                </a:cubicBezTo>
                <a:cubicBezTo>
                  <a:pt x="48" y="120"/>
                  <a:pt x="48" y="119"/>
                  <a:pt x="47" y="119"/>
                </a:cubicBezTo>
                <a:close/>
              </a:path>
              <a:path w="336" h="189">
                <a:moveTo>
                  <a:pt x="51" y="121"/>
                </a:moveTo>
                <a:lnTo>
                  <a:pt x="53" y="123"/>
                </a:lnTo>
                <a:lnTo>
                  <a:pt x="46" y="143"/>
                </a:lnTo>
                <a:lnTo>
                  <a:pt x="56" y="132"/>
                </a:lnTo>
                <a:cubicBezTo>
                  <a:pt x="57" y="131"/>
                  <a:pt x="58" y="130"/>
                  <a:pt x="58" y="130"/>
                </a:cubicBezTo>
                <a:cubicBezTo>
                  <a:pt x="58" y="129"/>
                  <a:pt x="58" y="128"/>
                  <a:pt x="58" y="128"/>
                </a:cubicBezTo>
                <a:lnTo>
                  <a:pt x="57" y="128"/>
                </a:lnTo>
                <a:lnTo>
                  <a:pt x="58" y="127"/>
                </a:lnTo>
                <a:lnTo>
                  <a:pt x="61" y="130"/>
                </a:lnTo>
                <a:lnTo>
                  <a:pt x="61" y="131"/>
                </a:lnTo>
                <a:lnTo>
                  <a:pt x="60" y="131"/>
                </a:lnTo>
                <a:cubicBezTo>
                  <a:pt x="60" y="130"/>
                  <a:pt x="60" y="130"/>
                  <a:pt x="59" y="131"/>
                </a:cubicBezTo>
                <a:cubicBezTo>
                  <a:pt x="59" y="131"/>
                  <a:pt x="58" y="131"/>
                  <a:pt x="57" y="133"/>
                </a:cubicBezTo>
                <a:lnTo>
                  <a:pt x="42" y="149"/>
                </a:lnTo>
                <a:lnTo>
                  <a:pt x="50" y="127"/>
                </a:lnTo>
                <a:lnTo>
                  <a:pt x="39" y="140"/>
                </a:lnTo>
                <a:cubicBezTo>
                  <a:pt x="38" y="141"/>
                  <a:pt x="37" y="142"/>
                  <a:pt x="37" y="142"/>
                </a:cubicBezTo>
                <a:cubicBezTo>
                  <a:pt x="37" y="143"/>
                  <a:pt x="37" y="143"/>
                  <a:pt x="37" y="143"/>
                </a:cubicBezTo>
                <a:lnTo>
                  <a:pt x="38" y="144"/>
                </a:lnTo>
                <a:lnTo>
                  <a:pt x="37" y="144"/>
                </a:lnTo>
                <a:lnTo>
                  <a:pt x="34" y="141"/>
                </a:lnTo>
                <a:lnTo>
                  <a:pt x="35" y="141"/>
                </a:lnTo>
                <a:cubicBezTo>
                  <a:pt x="35" y="141"/>
                  <a:pt x="36" y="141"/>
                  <a:pt x="36" y="141"/>
                </a:cubicBezTo>
                <a:cubicBezTo>
                  <a:pt x="37" y="141"/>
                  <a:pt x="37" y="140"/>
                  <a:pt x="38" y="139"/>
                </a:cubicBezTo>
                <a:lnTo>
                  <a:pt x="50" y="125"/>
                </a:lnTo>
                <a:cubicBezTo>
                  <a:pt x="51" y="124"/>
                  <a:pt x="51" y="124"/>
                  <a:pt x="51" y="123"/>
                </a:cubicBezTo>
                <a:cubicBezTo>
                  <a:pt x="51" y="123"/>
                  <a:pt x="51" y="123"/>
                  <a:pt x="51" y="122"/>
                </a:cubicBezTo>
                <a:cubicBezTo>
                  <a:pt x="51" y="122"/>
                  <a:pt x="50" y="122"/>
                  <a:pt x="50" y="121"/>
                </a:cubicBezTo>
                <a:lnTo>
                  <a:pt x="51" y="121"/>
                </a:lnTo>
                <a:close/>
              </a:path>
              <a:path w="336" h="189">
                <a:moveTo>
                  <a:pt x="51" y="155"/>
                </a:moveTo>
                <a:lnTo>
                  <a:pt x="50" y="156"/>
                </a:lnTo>
                <a:lnTo>
                  <a:pt x="46" y="152"/>
                </a:lnTo>
                <a:lnTo>
                  <a:pt x="47" y="151"/>
                </a:lnTo>
                <a:lnTo>
                  <a:pt x="47" y="152"/>
                </a:lnTo>
                <a:cubicBezTo>
                  <a:pt x="47" y="152"/>
                  <a:pt x="48" y="152"/>
                  <a:pt x="49" y="152"/>
                </a:cubicBezTo>
                <a:cubicBezTo>
                  <a:pt x="49" y="152"/>
                  <a:pt x="50" y="151"/>
                  <a:pt x="51" y="150"/>
                </a:cubicBezTo>
                <a:lnTo>
                  <a:pt x="62" y="137"/>
                </a:lnTo>
                <a:cubicBezTo>
                  <a:pt x="63" y="136"/>
                  <a:pt x="63" y="135"/>
                  <a:pt x="63" y="135"/>
                </a:cubicBezTo>
                <a:cubicBezTo>
                  <a:pt x="64" y="134"/>
                  <a:pt x="64" y="134"/>
                  <a:pt x="64" y="134"/>
                </a:cubicBezTo>
                <a:cubicBezTo>
                  <a:pt x="64" y="133"/>
                  <a:pt x="64" y="133"/>
                  <a:pt x="63" y="133"/>
                </a:cubicBezTo>
                <a:lnTo>
                  <a:pt x="63" y="132"/>
                </a:lnTo>
                <a:lnTo>
                  <a:pt x="68" y="136"/>
                </a:lnTo>
                <a:lnTo>
                  <a:pt x="67" y="136"/>
                </a:lnTo>
                <a:cubicBezTo>
                  <a:pt x="66" y="136"/>
                  <a:pt x="66" y="136"/>
                  <a:pt x="65" y="136"/>
                </a:cubicBezTo>
                <a:cubicBezTo>
                  <a:pt x="65" y="136"/>
                  <a:pt x="64" y="137"/>
                  <a:pt x="63" y="138"/>
                </a:cubicBezTo>
                <a:lnTo>
                  <a:pt x="52" y="151"/>
                </a:lnTo>
                <a:cubicBezTo>
                  <a:pt x="51" y="152"/>
                  <a:pt x="51" y="153"/>
                  <a:pt x="50" y="153"/>
                </a:cubicBezTo>
                <a:cubicBezTo>
                  <a:pt x="50" y="153"/>
                  <a:pt x="50" y="153"/>
                  <a:pt x="50" y="154"/>
                </a:cubicBezTo>
                <a:cubicBezTo>
                  <a:pt x="50" y="154"/>
                  <a:pt x="50" y="155"/>
                  <a:pt x="51" y="155"/>
                </a:cubicBezTo>
                <a:close/>
              </a:path>
              <a:path w="336" h="189">
                <a:moveTo>
                  <a:pt x="81" y="143"/>
                </a:moveTo>
                <a:lnTo>
                  <a:pt x="80" y="143"/>
                </a:lnTo>
                <a:cubicBezTo>
                  <a:pt x="80" y="143"/>
                  <a:pt x="79" y="143"/>
                  <a:pt x="79" y="144"/>
                </a:cubicBezTo>
                <a:cubicBezTo>
                  <a:pt x="78" y="144"/>
                  <a:pt x="78" y="145"/>
                  <a:pt x="77" y="146"/>
                </a:cubicBezTo>
                <a:lnTo>
                  <a:pt x="61" y="163"/>
                </a:lnTo>
                <a:lnTo>
                  <a:pt x="61" y="162"/>
                </a:lnTo>
                <a:lnTo>
                  <a:pt x="68" y="140"/>
                </a:lnTo>
                <a:cubicBezTo>
                  <a:pt x="69" y="139"/>
                  <a:pt x="69" y="139"/>
                  <a:pt x="69" y="138"/>
                </a:cubicBezTo>
                <a:cubicBezTo>
                  <a:pt x="69" y="138"/>
                  <a:pt x="69" y="137"/>
                  <a:pt x="69" y="137"/>
                </a:cubicBezTo>
                <a:cubicBezTo>
                  <a:pt x="69" y="137"/>
                  <a:pt x="69" y="137"/>
                  <a:pt x="68" y="136"/>
                </a:cubicBezTo>
                <a:lnTo>
                  <a:pt x="69" y="136"/>
                </a:lnTo>
                <a:lnTo>
                  <a:pt x="73" y="138"/>
                </a:lnTo>
                <a:lnTo>
                  <a:pt x="73" y="139"/>
                </a:lnTo>
                <a:cubicBezTo>
                  <a:pt x="72" y="139"/>
                  <a:pt x="72" y="139"/>
                  <a:pt x="72" y="139"/>
                </a:cubicBezTo>
                <a:cubicBezTo>
                  <a:pt x="71" y="139"/>
                  <a:pt x="71" y="139"/>
                  <a:pt x="71" y="140"/>
                </a:cubicBezTo>
                <a:cubicBezTo>
                  <a:pt x="71" y="140"/>
                  <a:pt x="70" y="141"/>
                  <a:pt x="70" y="143"/>
                </a:cubicBezTo>
                <a:lnTo>
                  <a:pt x="65" y="158"/>
                </a:lnTo>
                <a:lnTo>
                  <a:pt x="75" y="146"/>
                </a:lnTo>
                <a:cubicBezTo>
                  <a:pt x="76" y="145"/>
                  <a:pt x="77" y="144"/>
                  <a:pt x="77" y="144"/>
                </a:cubicBezTo>
                <a:cubicBezTo>
                  <a:pt x="77" y="143"/>
                  <a:pt x="77" y="143"/>
                  <a:pt x="77" y="143"/>
                </a:cubicBezTo>
                <a:cubicBezTo>
                  <a:pt x="77" y="142"/>
                  <a:pt x="77" y="142"/>
                  <a:pt x="77" y="141"/>
                </a:cubicBezTo>
                <a:cubicBezTo>
                  <a:pt x="77" y="141"/>
                  <a:pt x="77" y="141"/>
                  <a:pt x="77" y="141"/>
                </a:cubicBezTo>
                <a:lnTo>
                  <a:pt x="81" y="143"/>
                </a:lnTo>
                <a:close/>
              </a:path>
              <a:path w="336" h="189">
                <a:moveTo>
                  <a:pt x="153" y="160"/>
                </a:moveTo>
                <a:cubicBezTo>
                  <a:pt x="155" y="160"/>
                  <a:pt x="156" y="161"/>
                  <a:pt x="157" y="164"/>
                </a:cubicBezTo>
                <a:cubicBezTo>
                  <a:pt x="159" y="166"/>
                  <a:pt x="159" y="170"/>
                  <a:pt x="159" y="174"/>
                </a:cubicBezTo>
                <a:cubicBezTo>
                  <a:pt x="159" y="178"/>
                  <a:pt x="159" y="181"/>
                  <a:pt x="157" y="184"/>
                </a:cubicBezTo>
                <a:cubicBezTo>
                  <a:pt x="156" y="186"/>
                  <a:pt x="155" y="187"/>
                  <a:pt x="153" y="187"/>
                </a:cubicBezTo>
                <a:cubicBezTo>
                  <a:pt x="151" y="187"/>
                  <a:pt x="150" y="186"/>
                  <a:pt x="148" y="184"/>
                </a:cubicBezTo>
                <a:cubicBezTo>
                  <a:pt x="147" y="181"/>
                  <a:pt x="147" y="178"/>
                  <a:pt x="147" y="174"/>
                </a:cubicBezTo>
                <a:cubicBezTo>
                  <a:pt x="147" y="169"/>
                  <a:pt x="147" y="166"/>
                  <a:pt x="149" y="163"/>
                </a:cubicBezTo>
                <a:cubicBezTo>
                  <a:pt x="150" y="161"/>
                  <a:pt x="151" y="160"/>
                  <a:pt x="153" y="160"/>
                </a:cubicBezTo>
                <a:close/>
                <a:moveTo>
                  <a:pt x="153" y="161"/>
                </a:moveTo>
                <a:cubicBezTo>
                  <a:pt x="152" y="161"/>
                  <a:pt x="151" y="162"/>
                  <a:pt x="150" y="164"/>
                </a:cubicBezTo>
                <a:cubicBezTo>
                  <a:pt x="149" y="166"/>
                  <a:pt x="149" y="169"/>
                  <a:pt x="149" y="174"/>
                </a:cubicBezTo>
                <a:cubicBezTo>
                  <a:pt x="149" y="178"/>
                  <a:pt x="149" y="181"/>
                  <a:pt x="150" y="183"/>
                </a:cubicBezTo>
                <a:cubicBezTo>
                  <a:pt x="151" y="185"/>
                  <a:pt x="152" y="186"/>
                  <a:pt x="153" y="186"/>
                </a:cubicBezTo>
                <a:cubicBezTo>
                  <a:pt x="154" y="186"/>
                  <a:pt x="155" y="185"/>
                  <a:pt x="156" y="183"/>
                </a:cubicBezTo>
                <a:cubicBezTo>
                  <a:pt x="157" y="181"/>
                  <a:pt x="157" y="178"/>
                  <a:pt x="157" y="174"/>
                </a:cubicBezTo>
                <a:cubicBezTo>
                  <a:pt x="157" y="170"/>
                  <a:pt x="157" y="166"/>
                  <a:pt x="156" y="164"/>
                </a:cubicBezTo>
                <a:cubicBezTo>
                  <a:pt x="155" y="162"/>
                  <a:pt x="154" y="161"/>
                  <a:pt x="153" y="161"/>
                </a:cubicBezTo>
                <a:close/>
              </a:path>
              <a:path w="336" h="189">
                <a:moveTo>
                  <a:pt x="165" y="162"/>
                </a:moveTo>
                <a:lnTo>
                  <a:pt x="165" y="172"/>
                </a:lnTo>
                <a:lnTo>
                  <a:pt x="167" y="172"/>
                </a:lnTo>
                <a:cubicBezTo>
                  <a:pt x="168" y="172"/>
                  <a:pt x="168" y="172"/>
                  <a:pt x="168" y="172"/>
                </a:cubicBezTo>
                <a:cubicBezTo>
                  <a:pt x="168" y="171"/>
                  <a:pt x="169" y="170"/>
                  <a:pt x="169" y="169"/>
                </a:cubicBezTo>
                <a:lnTo>
                  <a:pt x="169" y="178"/>
                </a:lnTo>
                <a:cubicBezTo>
                  <a:pt x="169" y="177"/>
                  <a:pt x="169" y="176"/>
                  <a:pt x="169" y="175"/>
                </a:cubicBezTo>
                <a:cubicBezTo>
                  <a:pt x="168" y="175"/>
                  <a:pt x="168" y="175"/>
                  <a:pt x="168" y="174"/>
                </a:cubicBezTo>
                <a:cubicBezTo>
                  <a:pt x="168" y="174"/>
                  <a:pt x="167" y="174"/>
                  <a:pt x="167" y="174"/>
                </a:cubicBezTo>
                <a:lnTo>
                  <a:pt x="165" y="174"/>
                </a:lnTo>
                <a:lnTo>
                  <a:pt x="165" y="182"/>
                </a:lnTo>
                <a:cubicBezTo>
                  <a:pt x="165" y="184"/>
                  <a:pt x="165" y="184"/>
                  <a:pt x="165" y="185"/>
                </a:cubicBezTo>
                <a:cubicBezTo>
                  <a:pt x="165" y="185"/>
                  <a:pt x="165" y="185"/>
                  <a:pt x="165" y="186"/>
                </a:cubicBezTo>
                <a:cubicBezTo>
                  <a:pt x="165" y="186"/>
                  <a:pt x="166" y="186"/>
                  <a:pt x="166" y="186"/>
                </a:cubicBezTo>
                <a:lnTo>
                  <a:pt x="167" y="186"/>
                </a:lnTo>
                <a:lnTo>
                  <a:pt x="167" y="187"/>
                </a:lnTo>
                <a:lnTo>
                  <a:pt x="161" y="187"/>
                </a:lnTo>
                <a:lnTo>
                  <a:pt x="161" y="186"/>
                </a:lnTo>
                <a:cubicBezTo>
                  <a:pt x="162" y="186"/>
                  <a:pt x="162" y="186"/>
                  <a:pt x="163" y="185"/>
                </a:cubicBezTo>
                <a:cubicBezTo>
                  <a:pt x="163" y="185"/>
                  <a:pt x="163" y="184"/>
                  <a:pt x="163" y="182"/>
                </a:cubicBezTo>
                <a:lnTo>
                  <a:pt x="163" y="165"/>
                </a:lnTo>
                <a:cubicBezTo>
                  <a:pt x="163" y="164"/>
                  <a:pt x="163" y="163"/>
                  <a:pt x="163" y="163"/>
                </a:cubicBezTo>
                <a:cubicBezTo>
                  <a:pt x="163" y="162"/>
                  <a:pt x="162" y="162"/>
                  <a:pt x="162" y="162"/>
                </a:cubicBezTo>
                <a:cubicBezTo>
                  <a:pt x="162" y="161"/>
                  <a:pt x="162" y="161"/>
                  <a:pt x="161" y="161"/>
                </a:cubicBezTo>
                <a:lnTo>
                  <a:pt x="171" y="161"/>
                </a:lnTo>
                <a:lnTo>
                  <a:pt x="171" y="166"/>
                </a:lnTo>
                <a:lnTo>
                  <a:pt x="170" y="166"/>
                </a:lnTo>
                <a:cubicBezTo>
                  <a:pt x="170" y="165"/>
                  <a:pt x="170" y="164"/>
                  <a:pt x="170" y="164"/>
                </a:cubicBezTo>
                <a:cubicBezTo>
                  <a:pt x="170" y="163"/>
                  <a:pt x="169" y="163"/>
                  <a:pt x="169" y="162"/>
                </a:cubicBezTo>
                <a:cubicBezTo>
                  <a:pt x="169" y="162"/>
                  <a:pt x="168" y="162"/>
                  <a:pt x="168" y="162"/>
                </a:cubicBezTo>
                <a:lnTo>
                  <a:pt x="165" y="162"/>
                </a:lnTo>
                <a:close/>
              </a:path>
              <a:path w="336" h="189">
                <a:moveTo>
                  <a:pt x="92" y="176"/>
                </a:moveTo>
                <a:lnTo>
                  <a:pt x="89" y="175"/>
                </a:lnTo>
                <a:lnTo>
                  <a:pt x="91" y="162"/>
                </a:lnTo>
                <a:cubicBezTo>
                  <a:pt x="90" y="162"/>
                  <a:pt x="90" y="161"/>
                  <a:pt x="90" y="161"/>
                </a:cubicBezTo>
                <a:cubicBezTo>
                  <a:pt x="90" y="161"/>
                  <a:pt x="90" y="161"/>
                  <a:pt x="90" y="161"/>
                </a:cubicBezTo>
                <a:cubicBezTo>
                  <a:pt x="90" y="161"/>
                  <a:pt x="90" y="161"/>
                  <a:pt x="89" y="161"/>
                </a:cubicBezTo>
                <a:lnTo>
                  <a:pt x="86" y="168"/>
                </a:lnTo>
                <a:cubicBezTo>
                  <a:pt x="85" y="169"/>
                  <a:pt x="85" y="170"/>
                  <a:pt x="84" y="171"/>
                </a:cubicBezTo>
                <a:cubicBezTo>
                  <a:pt x="84" y="171"/>
                  <a:pt x="85" y="172"/>
                  <a:pt x="85" y="172"/>
                </a:cubicBezTo>
                <a:lnTo>
                  <a:pt x="85" y="173"/>
                </a:lnTo>
                <a:lnTo>
                  <a:pt x="80" y="170"/>
                </a:lnTo>
                <a:lnTo>
                  <a:pt x="81" y="169"/>
                </a:lnTo>
                <a:lnTo>
                  <a:pt x="81" y="170"/>
                </a:lnTo>
                <a:cubicBezTo>
                  <a:pt x="81" y="170"/>
                  <a:pt x="82" y="170"/>
                  <a:pt x="83" y="169"/>
                </a:cubicBezTo>
                <a:cubicBezTo>
                  <a:pt x="83" y="169"/>
                  <a:pt x="83" y="168"/>
                  <a:pt x="84" y="167"/>
                </a:cubicBezTo>
                <a:lnTo>
                  <a:pt x="92" y="152"/>
                </a:lnTo>
                <a:cubicBezTo>
                  <a:pt x="93" y="151"/>
                  <a:pt x="94" y="150"/>
                  <a:pt x="94" y="149"/>
                </a:cubicBezTo>
                <a:cubicBezTo>
                  <a:pt x="94" y="149"/>
                  <a:pt x="94" y="148"/>
                  <a:pt x="93" y="148"/>
                </a:cubicBezTo>
                <a:lnTo>
                  <a:pt x="93" y="147"/>
                </a:lnTo>
                <a:lnTo>
                  <a:pt x="97" y="149"/>
                </a:lnTo>
                <a:cubicBezTo>
                  <a:pt x="98" y="150"/>
                  <a:pt x="99" y="151"/>
                  <a:pt x="100" y="151"/>
                </a:cubicBezTo>
                <a:cubicBezTo>
                  <a:pt x="100" y="152"/>
                  <a:pt x="100" y="153"/>
                  <a:pt x="100" y="154"/>
                </a:cubicBezTo>
                <a:cubicBezTo>
                  <a:pt x="100" y="155"/>
                  <a:pt x="99" y="157"/>
                  <a:pt x="99" y="158"/>
                </a:cubicBezTo>
                <a:cubicBezTo>
                  <a:pt x="98" y="159"/>
                  <a:pt x="97" y="160"/>
                  <a:pt x="96" y="161"/>
                </a:cubicBezTo>
                <a:cubicBezTo>
                  <a:pt x="95" y="162"/>
                  <a:pt x="94" y="162"/>
                  <a:pt x="93" y="162"/>
                </a:cubicBezTo>
                <a:lnTo>
                  <a:pt x="91" y="170"/>
                </a:lnTo>
                <a:cubicBezTo>
                  <a:pt x="91" y="172"/>
                  <a:pt x="91" y="173"/>
                  <a:pt x="91" y="174"/>
                </a:cubicBezTo>
                <a:cubicBezTo>
                  <a:pt x="91" y="175"/>
                  <a:pt x="91" y="175"/>
                  <a:pt x="92" y="176"/>
                </a:cubicBezTo>
                <a:close/>
                <a:moveTo>
                  <a:pt x="90" y="160"/>
                </a:moveTo>
                <a:cubicBezTo>
                  <a:pt x="90" y="160"/>
                  <a:pt x="90" y="160"/>
                  <a:pt x="90" y="160"/>
                </a:cubicBezTo>
                <a:cubicBezTo>
                  <a:pt x="90" y="160"/>
                  <a:pt x="90" y="160"/>
                  <a:pt x="91" y="160"/>
                </a:cubicBezTo>
                <a:cubicBezTo>
                  <a:pt x="92" y="161"/>
                  <a:pt x="93" y="161"/>
                  <a:pt x="94" y="160"/>
                </a:cubicBezTo>
                <a:cubicBezTo>
                  <a:pt x="95" y="160"/>
                  <a:pt x="96" y="158"/>
                  <a:pt x="97" y="157"/>
                </a:cubicBezTo>
                <a:cubicBezTo>
                  <a:pt x="97" y="156"/>
                  <a:pt x="98" y="154"/>
                  <a:pt x="98" y="153"/>
                </a:cubicBezTo>
                <a:cubicBezTo>
                  <a:pt x="98" y="152"/>
                  <a:pt x="98" y="151"/>
                  <a:pt x="97" y="151"/>
                </a:cubicBezTo>
                <a:cubicBezTo>
                  <a:pt x="97" y="151"/>
                  <a:pt x="96" y="150"/>
                  <a:pt x="95" y="150"/>
                </a:cubicBezTo>
                <a:lnTo>
                  <a:pt x="90" y="160"/>
                </a:lnTo>
                <a:close/>
              </a:path>
              <a:path w="336" h="189">
                <a:moveTo>
                  <a:pt x="110" y="153"/>
                </a:moveTo>
                <a:lnTo>
                  <a:pt x="107" y="161"/>
                </a:lnTo>
                <a:cubicBezTo>
                  <a:pt x="107" y="160"/>
                  <a:pt x="108" y="158"/>
                  <a:pt x="108" y="157"/>
                </a:cubicBezTo>
                <a:cubicBezTo>
                  <a:pt x="108" y="156"/>
                  <a:pt x="108" y="155"/>
                  <a:pt x="107" y="154"/>
                </a:cubicBezTo>
                <a:cubicBezTo>
                  <a:pt x="107" y="154"/>
                  <a:pt x="107" y="153"/>
                  <a:pt x="106" y="153"/>
                </a:cubicBezTo>
                <a:cubicBezTo>
                  <a:pt x="105" y="153"/>
                  <a:pt x="105" y="153"/>
                  <a:pt x="104" y="154"/>
                </a:cubicBezTo>
                <a:cubicBezTo>
                  <a:pt x="103" y="154"/>
                  <a:pt x="103" y="155"/>
                  <a:pt x="103" y="156"/>
                </a:cubicBezTo>
                <a:cubicBezTo>
                  <a:pt x="102" y="157"/>
                  <a:pt x="102" y="157"/>
                  <a:pt x="102" y="158"/>
                </a:cubicBezTo>
                <a:cubicBezTo>
                  <a:pt x="102" y="159"/>
                  <a:pt x="103" y="161"/>
                  <a:pt x="104" y="163"/>
                </a:cubicBezTo>
                <a:cubicBezTo>
                  <a:pt x="104" y="164"/>
                  <a:pt x="105" y="166"/>
                  <a:pt x="105" y="166"/>
                </a:cubicBezTo>
                <a:cubicBezTo>
                  <a:pt x="105" y="167"/>
                  <a:pt x="105" y="168"/>
                  <a:pt x="105" y="169"/>
                </a:cubicBezTo>
                <a:cubicBezTo>
                  <a:pt x="105" y="170"/>
                  <a:pt x="105" y="171"/>
                  <a:pt x="104" y="172"/>
                </a:cubicBezTo>
                <a:cubicBezTo>
                  <a:pt x="104" y="174"/>
                  <a:pt x="103" y="175"/>
                  <a:pt x="101" y="177"/>
                </a:cubicBezTo>
                <a:cubicBezTo>
                  <a:pt x="100" y="178"/>
                  <a:pt x="99" y="178"/>
                  <a:pt x="98" y="178"/>
                </a:cubicBezTo>
                <a:cubicBezTo>
                  <a:pt x="97" y="177"/>
                  <a:pt x="97" y="177"/>
                  <a:pt x="97" y="177"/>
                </a:cubicBezTo>
                <a:cubicBezTo>
                  <a:pt x="97" y="177"/>
                  <a:pt x="96" y="177"/>
                  <a:pt x="96" y="176"/>
                </a:cubicBezTo>
                <a:cubicBezTo>
                  <a:pt x="96" y="175"/>
                  <a:pt x="95" y="175"/>
                  <a:pt x="95" y="175"/>
                </a:cubicBezTo>
                <a:cubicBezTo>
                  <a:pt x="95" y="175"/>
                  <a:pt x="95" y="175"/>
                  <a:pt x="95" y="175"/>
                </a:cubicBezTo>
                <a:cubicBezTo>
                  <a:pt x="94" y="175"/>
                  <a:pt x="94" y="176"/>
                  <a:pt x="94" y="176"/>
                </a:cubicBezTo>
                <a:lnTo>
                  <a:pt x="97" y="168"/>
                </a:lnTo>
                <a:cubicBezTo>
                  <a:pt x="97" y="170"/>
                  <a:pt x="96" y="171"/>
                  <a:pt x="96" y="172"/>
                </a:cubicBezTo>
                <a:cubicBezTo>
                  <a:pt x="96" y="173"/>
                  <a:pt x="96" y="174"/>
                  <a:pt x="97" y="175"/>
                </a:cubicBezTo>
                <a:cubicBezTo>
                  <a:pt x="97" y="175"/>
                  <a:pt x="98" y="176"/>
                  <a:pt x="98" y="176"/>
                </a:cubicBezTo>
                <a:cubicBezTo>
                  <a:pt x="99" y="176"/>
                  <a:pt x="100" y="176"/>
                  <a:pt x="100" y="176"/>
                </a:cubicBezTo>
                <a:cubicBezTo>
                  <a:pt x="101" y="175"/>
                  <a:pt x="102" y="174"/>
                  <a:pt x="102" y="173"/>
                </a:cubicBezTo>
                <a:cubicBezTo>
                  <a:pt x="102" y="172"/>
                  <a:pt x="102" y="172"/>
                  <a:pt x="103" y="171"/>
                </a:cubicBezTo>
                <a:cubicBezTo>
                  <a:pt x="103" y="170"/>
                  <a:pt x="103" y="170"/>
                  <a:pt x="102" y="169"/>
                </a:cubicBezTo>
                <a:cubicBezTo>
                  <a:pt x="102" y="169"/>
                  <a:pt x="102" y="168"/>
                  <a:pt x="101" y="166"/>
                </a:cubicBezTo>
                <a:cubicBezTo>
                  <a:pt x="101" y="164"/>
                  <a:pt x="100" y="163"/>
                  <a:pt x="100" y="162"/>
                </a:cubicBezTo>
                <a:cubicBezTo>
                  <a:pt x="100" y="161"/>
                  <a:pt x="100" y="161"/>
                  <a:pt x="100" y="160"/>
                </a:cubicBezTo>
                <a:cubicBezTo>
                  <a:pt x="100" y="159"/>
                  <a:pt x="100" y="158"/>
                  <a:pt x="101" y="157"/>
                </a:cubicBezTo>
                <a:cubicBezTo>
                  <a:pt x="101" y="155"/>
                  <a:pt x="102" y="153"/>
                  <a:pt x="103" y="152"/>
                </a:cubicBezTo>
                <a:cubicBezTo>
                  <a:pt x="105" y="151"/>
                  <a:pt x="106" y="151"/>
                  <a:pt x="107" y="151"/>
                </a:cubicBezTo>
                <a:cubicBezTo>
                  <a:pt x="107" y="152"/>
                  <a:pt x="108" y="152"/>
                  <a:pt x="108" y="153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10" y="154"/>
                  <a:pt x="110" y="153"/>
                  <a:pt x="110" y="153"/>
                </a:cubicBezTo>
                <a:close/>
              </a:path>
              <a:path w="336" h="189">
                <a:moveTo>
                  <a:pt x="138" y="160"/>
                </a:moveTo>
                <a:lnTo>
                  <a:pt x="143" y="160"/>
                </a:lnTo>
                <a:lnTo>
                  <a:pt x="143" y="161"/>
                </a:lnTo>
                <a:lnTo>
                  <a:pt x="142" y="161"/>
                </a:lnTo>
                <a:cubicBezTo>
                  <a:pt x="142" y="161"/>
                  <a:pt x="142" y="161"/>
                  <a:pt x="142" y="161"/>
                </a:cubicBezTo>
                <a:cubicBezTo>
                  <a:pt x="141" y="162"/>
                  <a:pt x="141" y="162"/>
                  <a:pt x="141" y="163"/>
                </a:cubicBezTo>
                <a:cubicBezTo>
                  <a:pt x="140" y="163"/>
                  <a:pt x="140" y="164"/>
                  <a:pt x="139" y="165"/>
                </a:cubicBezTo>
                <a:lnTo>
                  <a:pt x="135" y="175"/>
                </a:lnTo>
                <a:lnTo>
                  <a:pt x="134" y="181"/>
                </a:lnTo>
                <a:cubicBezTo>
                  <a:pt x="134" y="183"/>
                  <a:pt x="134" y="184"/>
                  <a:pt x="134" y="184"/>
                </a:cubicBezTo>
                <a:cubicBezTo>
                  <a:pt x="135" y="185"/>
                  <a:pt x="135" y="185"/>
                  <a:pt x="135" y="185"/>
                </a:cubicBezTo>
                <a:lnTo>
                  <a:pt x="136" y="185"/>
                </a:lnTo>
                <a:lnTo>
                  <a:pt x="136" y="186"/>
                </a:lnTo>
                <a:lnTo>
                  <a:pt x="130" y="185"/>
                </a:lnTo>
                <a:lnTo>
                  <a:pt x="131" y="185"/>
                </a:lnTo>
                <a:cubicBezTo>
                  <a:pt x="131" y="185"/>
                  <a:pt x="132" y="184"/>
                  <a:pt x="132" y="184"/>
                </a:cubicBezTo>
                <a:cubicBezTo>
                  <a:pt x="132" y="183"/>
                  <a:pt x="132" y="183"/>
                  <a:pt x="133" y="181"/>
                </a:cubicBezTo>
                <a:lnTo>
                  <a:pt x="133" y="175"/>
                </a:lnTo>
                <a:lnTo>
                  <a:pt x="131" y="164"/>
                </a:lnTo>
                <a:cubicBezTo>
                  <a:pt x="131" y="162"/>
                  <a:pt x="130" y="161"/>
                  <a:pt x="130" y="161"/>
                </a:cubicBezTo>
                <a:cubicBezTo>
                  <a:pt x="130" y="161"/>
                  <a:pt x="130" y="160"/>
                  <a:pt x="130" y="160"/>
                </a:cubicBezTo>
                <a:cubicBezTo>
                  <a:pt x="129" y="160"/>
                  <a:pt x="129" y="160"/>
                  <a:pt x="129" y="159"/>
                </a:cubicBezTo>
                <a:lnTo>
                  <a:pt x="135" y="159"/>
                </a:lnTo>
                <a:lnTo>
                  <a:pt x="135" y="160"/>
                </a:lnTo>
                <a:lnTo>
                  <a:pt x="134" y="160"/>
                </a:lnTo>
                <a:cubicBezTo>
                  <a:pt x="134" y="160"/>
                  <a:pt x="134" y="160"/>
                  <a:pt x="133" y="160"/>
                </a:cubicBezTo>
                <a:cubicBezTo>
                  <a:pt x="133" y="161"/>
                  <a:pt x="133" y="161"/>
                  <a:pt x="133" y="162"/>
                </a:cubicBezTo>
                <a:cubicBezTo>
                  <a:pt x="133" y="162"/>
                  <a:pt x="133" y="163"/>
                  <a:pt x="133" y="164"/>
                </a:cubicBezTo>
                <a:lnTo>
                  <a:pt x="135" y="173"/>
                </a:lnTo>
                <a:lnTo>
                  <a:pt x="138" y="165"/>
                </a:lnTo>
                <a:cubicBezTo>
                  <a:pt x="139" y="164"/>
                  <a:pt x="139" y="163"/>
                  <a:pt x="139" y="163"/>
                </a:cubicBezTo>
                <a:cubicBezTo>
                  <a:pt x="139" y="162"/>
                  <a:pt x="139" y="162"/>
                  <a:pt x="139" y="162"/>
                </a:cubicBezTo>
                <a:cubicBezTo>
                  <a:pt x="139" y="161"/>
                  <a:pt x="139" y="161"/>
                  <a:pt x="139" y="161"/>
                </a:cubicBezTo>
                <a:cubicBezTo>
                  <a:pt x="139" y="161"/>
                  <a:pt x="139" y="161"/>
                  <a:pt x="138" y="161"/>
                </a:cubicBezTo>
                <a:lnTo>
                  <a:pt x="138" y="160"/>
                </a:lnTo>
                <a:close/>
              </a:path>
              <a:path w="336" h="189">
                <a:moveTo>
                  <a:pt x="84" y="146"/>
                </a:moveTo>
                <a:lnTo>
                  <a:pt x="79" y="155"/>
                </a:lnTo>
                <a:lnTo>
                  <a:pt x="82" y="156"/>
                </a:lnTo>
                <a:cubicBezTo>
                  <a:pt x="83" y="157"/>
                  <a:pt x="83" y="157"/>
                  <a:pt x="84" y="156"/>
                </a:cubicBezTo>
                <a:cubicBezTo>
                  <a:pt x="84" y="156"/>
                  <a:pt x="85" y="155"/>
                  <a:pt x="86" y="154"/>
                </a:cubicBezTo>
                <a:lnTo>
                  <a:pt x="82" y="162"/>
                </a:lnTo>
                <a:lnTo>
                  <a:pt x="81" y="162"/>
                </a:lnTo>
                <a:cubicBezTo>
                  <a:pt x="82" y="161"/>
                  <a:pt x="82" y="160"/>
                  <a:pt x="82" y="160"/>
                </a:cubicBezTo>
                <a:cubicBezTo>
                  <a:pt x="82" y="159"/>
                  <a:pt x="82" y="159"/>
                  <a:pt x="82" y="158"/>
                </a:cubicBezTo>
                <a:cubicBezTo>
                  <a:pt x="82" y="158"/>
                  <a:pt x="82" y="158"/>
                  <a:pt x="81" y="157"/>
                </a:cubicBezTo>
                <a:lnTo>
                  <a:pt x="79" y="156"/>
                </a:lnTo>
                <a:lnTo>
                  <a:pt x="75" y="164"/>
                </a:lnTo>
                <a:cubicBezTo>
                  <a:pt x="74" y="165"/>
                  <a:pt x="74" y="165"/>
                  <a:pt x="74" y="166"/>
                </a:cubicBezTo>
                <a:cubicBezTo>
                  <a:pt x="74" y="166"/>
                  <a:pt x="74" y="166"/>
                  <a:pt x="74" y="166"/>
                </a:cubicBezTo>
                <a:cubicBezTo>
                  <a:pt x="74" y="166"/>
                  <a:pt x="74" y="167"/>
                  <a:pt x="74" y="167"/>
                </a:cubicBezTo>
                <a:lnTo>
                  <a:pt x="76" y="168"/>
                </a:lnTo>
                <a:cubicBezTo>
                  <a:pt x="77" y="168"/>
                  <a:pt x="77" y="168"/>
                  <a:pt x="78" y="168"/>
                </a:cubicBezTo>
                <a:cubicBezTo>
                  <a:pt x="78" y="168"/>
                  <a:pt x="79" y="168"/>
                  <a:pt x="79" y="168"/>
                </a:cubicBezTo>
                <a:cubicBezTo>
                  <a:pt x="80" y="167"/>
                  <a:pt x="81" y="166"/>
                  <a:pt x="82" y="165"/>
                </a:cubicBezTo>
                <a:lnTo>
                  <a:pt x="78" y="171"/>
                </a:lnTo>
                <a:lnTo>
                  <a:pt x="69" y="166"/>
                </a:lnTo>
                <a:lnTo>
                  <a:pt x="70" y="165"/>
                </a:lnTo>
                <a:cubicBezTo>
                  <a:pt x="70" y="166"/>
                  <a:pt x="71" y="166"/>
                  <a:pt x="71" y="165"/>
                </a:cubicBezTo>
                <a:cubicBezTo>
                  <a:pt x="71" y="165"/>
                  <a:pt x="72" y="165"/>
                  <a:pt x="72" y="165"/>
                </a:cubicBezTo>
                <a:cubicBezTo>
                  <a:pt x="72" y="164"/>
                  <a:pt x="73" y="164"/>
                  <a:pt x="73" y="163"/>
                </a:cubicBezTo>
                <a:lnTo>
                  <a:pt x="81" y="148"/>
                </a:lnTo>
                <a:cubicBezTo>
                  <a:pt x="82" y="146"/>
                  <a:pt x="82" y="145"/>
                  <a:pt x="82" y="145"/>
                </a:cubicBezTo>
                <a:cubicBezTo>
                  <a:pt x="82" y="144"/>
                  <a:pt x="82" y="144"/>
                  <a:pt x="82" y="144"/>
                </a:cubicBezTo>
                <a:lnTo>
                  <a:pt x="81" y="143"/>
                </a:lnTo>
                <a:lnTo>
                  <a:pt x="82" y="143"/>
                </a:lnTo>
                <a:lnTo>
                  <a:pt x="91" y="147"/>
                </a:lnTo>
                <a:lnTo>
                  <a:pt x="88" y="153"/>
                </a:lnTo>
                <a:lnTo>
                  <a:pt x="88" y="152"/>
                </a:lnTo>
                <a:cubicBezTo>
                  <a:pt x="88" y="151"/>
                  <a:pt x="89" y="150"/>
                  <a:pt x="89" y="150"/>
                </a:cubicBezTo>
                <a:cubicBezTo>
                  <a:pt x="89" y="149"/>
                  <a:pt x="89" y="149"/>
                  <a:pt x="89" y="148"/>
                </a:cubicBezTo>
                <a:cubicBezTo>
                  <a:pt x="88" y="148"/>
                  <a:pt x="88" y="148"/>
                  <a:pt x="87" y="147"/>
                </a:cubicBezTo>
                <a:lnTo>
                  <a:pt x="84" y="146"/>
                </a:lnTo>
                <a:close/>
              </a:path>
              <a:path w="336" h="189">
                <a:moveTo>
                  <a:pt x="108" y="180"/>
                </a:moveTo>
                <a:lnTo>
                  <a:pt x="108" y="180"/>
                </a:lnTo>
                <a:lnTo>
                  <a:pt x="103" y="178"/>
                </a:lnTo>
                <a:lnTo>
                  <a:pt x="103" y="177"/>
                </a:lnTo>
                <a:lnTo>
                  <a:pt x="104" y="178"/>
                </a:lnTo>
                <a:cubicBezTo>
                  <a:pt x="104" y="178"/>
                  <a:pt x="105" y="178"/>
                  <a:pt x="105" y="177"/>
                </a:cubicBezTo>
                <a:cubicBezTo>
                  <a:pt x="105" y="177"/>
                  <a:pt x="106" y="176"/>
                  <a:pt x="106" y="174"/>
                </a:cubicBezTo>
                <a:lnTo>
                  <a:pt x="113" y="159"/>
                </a:lnTo>
                <a:cubicBezTo>
                  <a:pt x="113" y="157"/>
                  <a:pt x="113" y="157"/>
                  <a:pt x="113" y="156"/>
                </a:cubicBezTo>
                <a:cubicBezTo>
                  <a:pt x="113" y="156"/>
                  <a:pt x="113" y="156"/>
                  <a:pt x="113" y="155"/>
                </a:cubicBezTo>
                <a:cubicBezTo>
                  <a:pt x="113" y="155"/>
                  <a:pt x="113" y="155"/>
                  <a:pt x="113" y="154"/>
                </a:cubicBezTo>
                <a:lnTo>
                  <a:pt x="112" y="154"/>
                </a:lnTo>
                <a:lnTo>
                  <a:pt x="113" y="154"/>
                </a:lnTo>
                <a:lnTo>
                  <a:pt x="118" y="156"/>
                </a:lnTo>
                <a:lnTo>
                  <a:pt x="117" y="156"/>
                </a:lnTo>
                <a:cubicBezTo>
                  <a:pt x="117" y="156"/>
                  <a:pt x="116" y="156"/>
                  <a:pt x="116" y="157"/>
                </a:cubicBezTo>
                <a:cubicBezTo>
                  <a:pt x="115" y="157"/>
                  <a:pt x="115" y="158"/>
                  <a:pt x="114" y="159"/>
                </a:cubicBezTo>
                <a:lnTo>
                  <a:pt x="108" y="175"/>
                </a:lnTo>
                <a:cubicBezTo>
                  <a:pt x="108" y="176"/>
                  <a:pt x="107" y="177"/>
                  <a:pt x="107" y="178"/>
                </a:cubicBezTo>
                <a:cubicBezTo>
                  <a:pt x="107" y="178"/>
                  <a:pt x="107" y="178"/>
                  <a:pt x="107" y="179"/>
                </a:cubicBezTo>
                <a:cubicBezTo>
                  <a:pt x="107" y="179"/>
                  <a:pt x="108" y="179"/>
                  <a:pt x="108" y="179"/>
                </a:cubicBezTo>
                <a:lnTo>
                  <a:pt x="108" y="180"/>
                </a:lnTo>
                <a:close/>
              </a:path>
              <a:path w="336" h="189">
                <a:moveTo>
                  <a:pt x="129" y="158"/>
                </a:moveTo>
                <a:lnTo>
                  <a:pt x="128" y="164"/>
                </a:lnTo>
                <a:cubicBezTo>
                  <a:pt x="128" y="163"/>
                  <a:pt x="128" y="162"/>
                  <a:pt x="128" y="162"/>
                </a:cubicBezTo>
                <a:cubicBezTo>
                  <a:pt x="128" y="161"/>
                  <a:pt x="128" y="161"/>
                  <a:pt x="128" y="160"/>
                </a:cubicBezTo>
                <a:cubicBezTo>
                  <a:pt x="127" y="160"/>
                  <a:pt x="127" y="159"/>
                  <a:pt x="126" y="159"/>
                </a:cubicBezTo>
                <a:lnTo>
                  <a:pt x="125" y="159"/>
                </a:lnTo>
                <a:lnTo>
                  <a:pt x="120" y="178"/>
                </a:lnTo>
                <a:cubicBezTo>
                  <a:pt x="119" y="180"/>
                  <a:pt x="119" y="181"/>
                  <a:pt x="119" y="181"/>
                </a:cubicBezTo>
                <a:cubicBezTo>
                  <a:pt x="119" y="182"/>
                  <a:pt x="119" y="182"/>
                  <a:pt x="120" y="182"/>
                </a:cubicBezTo>
                <a:lnTo>
                  <a:pt x="120" y="183"/>
                </a:lnTo>
                <a:lnTo>
                  <a:pt x="115" y="182"/>
                </a:lnTo>
                <a:lnTo>
                  <a:pt x="115" y="181"/>
                </a:lnTo>
                <a:cubicBezTo>
                  <a:pt x="116" y="181"/>
                  <a:pt x="116" y="181"/>
                  <a:pt x="117" y="180"/>
                </a:cubicBezTo>
                <a:cubicBezTo>
                  <a:pt x="117" y="180"/>
                  <a:pt x="117" y="179"/>
                  <a:pt x="118" y="178"/>
                </a:cubicBezTo>
                <a:lnTo>
                  <a:pt x="123" y="158"/>
                </a:lnTo>
                <a:lnTo>
                  <a:pt x="121" y="158"/>
                </a:lnTo>
                <a:cubicBezTo>
                  <a:pt x="121" y="158"/>
                  <a:pt x="120" y="158"/>
                  <a:pt x="120" y="158"/>
                </a:cubicBezTo>
                <a:cubicBezTo>
                  <a:pt x="120" y="158"/>
                  <a:pt x="119" y="158"/>
                  <a:pt x="119" y="159"/>
                </a:cubicBezTo>
                <a:cubicBezTo>
                  <a:pt x="119" y="160"/>
                  <a:pt x="118" y="160"/>
                  <a:pt x="118" y="162"/>
                </a:cubicBezTo>
                <a:lnTo>
                  <a:pt x="117" y="161"/>
                </a:lnTo>
                <a:lnTo>
                  <a:pt x="119" y="156"/>
                </a:lnTo>
                <a:lnTo>
                  <a:pt x="129" y="158"/>
                </a:lnTo>
                <a:close/>
              </a:path>
              <a:path w="336" h="189">
                <a:moveTo>
                  <a:pt x="209" y="181"/>
                </a:moveTo>
                <a:lnTo>
                  <a:pt x="210" y="181"/>
                </a:lnTo>
                <a:lnTo>
                  <a:pt x="204" y="183"/>
                </a:lnTo>
                <a:lnTo>
                  <a:pt x="204" y="182"/>
                </a:lnTo>
                <a:lnTo>
                  <a:pt x="205" y="182"/>
                </a:lnTo>
                <a:cubicBezTo>
                  <a:pt x="205" y="182"/>
                  <a:pt x="205" y="181"/>
                  <a:pt x="206" y="181"/>
                </a:cubicBezTo>
                <a:cubicBezTo>
                  <a:pt x="206" y="180"/>
                  <a:pt x="205" y="179"/>
                  <a:pt x="205" y="178"/>
                </a:cubicBezTo>
                <a:lnTo>
                  <a:pt x="202" y="161"/>
                </a:lnTo>
                <a:cubicBezTo>
                  <a:pt x="201" y="160"/>
                  <a:pt x="201" y="159"/>
                  <a:pt x="201" y="159"/>
                </a:cubicBezTo>
                <a:cubicBezTo>
                  <a:pt x="201" y="158"/>
                  <a:pt x="201" y="158"/>
                  <a:pt x="200" y="158"/>
                </a:cubicBezTo>
                <a:cubicBezTo>
                  <a:pt x="200" y="158"/>
                  <a:pt x="200" y="158"/>
                  <a:pt x="199" y="158"/>
                </a:cubicBezTo>
                <a:lnTo>
                  <a:pt x="199" y="157"/>
                </a:lnTo>
                <a:lnTo>
                  <a:pt x="204" y="156"/>
                </a:lnTo>
                <a:lnTo>
                  <a:pt x="204" y="157"/>
                </a:lnTo>
                <a:cubicBezTo>
                  <a:pt x="203" y="157"/>
                  <a:pt x="203" y="157"/>
                  <a:pt x="203" y="158"/>
                </a:cubicBezTo>
                <a:cubicBezTo>
                  <a:pt x="203" y="158"/>
                  <a:pt x="203" y="159"/>
                  <a:pt x="203" y="161"/>
                </a:cubicBezTo>
                <a:lnTo>
                  <a:pt x="207" y="177"/>
                </a:lnTo>
                <a:cubicBezTo>
                  <a:pt x="207" y="179"/>
                  <a:pt x="207" y="179"/>
                  <a:pt x="208" y="180"/>
                </a:cubicBezTo>
                <a:cubicBezTo>
                  <a:pt x="208" y="180"/>
                  <a:pt x="208" y="180"/>
                  <a:pt x="208" y="181"/>
                </a:cubicBezTo>
                <a:cubicBezTo>
                  <a:pt x="208" y="181"/>
                  <a:pt x="209" y="181"/>
                  <a:pt x="209" y="181"/>
                </a:cubicBezTo>
                <a:close/>
              </a:path>
              <a:path w="336" h="189">
                <a:moveTo>
                  <a:pt x="197" y="157"/>
                </a:moveTo>
                <a:lnTo>
                  <a:pt x="199" y="166"/>
                </a:lnTo>
                <a:cubicBezTo>
                  <a:pt x="198" y="163"/>
                  <a:pt x="197" y="162"/>
                  <a:pt x="196" y="161"/>
                </a:cubicBezTo>
                <a:cubicBezTo>
                  <a:pt x="195" y="160"/>
                  <a:pt x="194" y="159"/>
                  <a:pt x="193" y="160"/>
                </a:cubicBezTo>
                <a:cubicBezTo>
                  <a:pt x="193" y="160"/>
                  <a:pt x="192" y="160"/>
                  <a:pt x="192" y="161"/>
                </a:cubicBezTo>
                <a:cubicBezTo>
                  <a:pt x="191" y="162"/>
                  <a:pt x="191" y="164"/>
                  <a:pt x="191" y="166"/>
                </a:cubicBezTo>
                <a:cubicBezTo>
                  <a:pt x="191" y="168"/>
                  <a:pt x="191" y="170"/>
                  <a:pt x="192" y="173"/>
                </a:cubicBezTo>
                <a:cubicBezTo>
                  <a:pt x="192" y="175"/>
                  <a:pt x="193" y="177"/>
                  <a:pt x="194" y="179"/>
                </a:cubicBezTo>
                <a:cubicBezTo>
                  <a:pt x="194" y="181"/>
                  <a:pt x="195" y="182"/>
                  <a:pt x="196" y="183"/>
                </a:cubicBezTo>
                <a:cubicBezTo>
                  <a:pt x="197" y="183"/>
                  <a:pt x="198" y="184"/>
                  <a:pt x="199" y="183"/>
                </a:cubicBezTo>
                <a:cubicBezTo>
                  <a:pt x="200" y="183"/>
                  <a:pt x="200" y="183"/>
                  <a:pt x="201" y="182"/>
                </a:cubicBezTo>
                <a:cubicBezTo>
                  <a:pt x="201" y="181"/>
                  <a:pt x="202" y="179"/>
                  <a:pt x="202" y="177"/>
                </a:cubicBezTo>
                <a:cubicBezTo>
                  <a:pt x="202" y="180"/>
                  <a:pt x="202" y="182"/>
                  <a:pt x="201" y="183"/>
                </a:cubicBezTo>
                <a:cubicBezTo>
                  <a:pt x="201" y="184"/>
                  <a:pt x="200" y="185"/>
                  <a:pt x="199" y="185"/>
                </a:cubicBezTo>
                <a:cubicBezTo>
                  <a:pt x="197" y="186"/>
                  <a:pt x="195" y="184"/>
                  <a:pt x="193" y="182"/>
                </a:cubicBezTo>
                <a:cubicBezTo>
                  <a:pt x="191" y="179"/>
                  <a:pt x="190" y="177"/>
                  <a:pt x="190" y="174"/>
                </a:cubicBezTo>
                <a:cubicBezTo>
                  <a:pt x="189" y="171"/>
                  <a:pt x="189" y="169"/>
                  <a:pt x="189" y="166"/>
                </a:cubicBezTo>
                <a:cubicBezTo>
                  <a:pt x="189" y="164"/>
                  <a:pt x="190" y="162"/>
                  <a:pt x="190" y="161"/>
                </a:cubicBezTo>
                <a:cubicBezTo>
                  <a:pt x="191" y="159"/>
                  <a:pt x="192" y="159"/>
                  <a:pt x="193" y="158"/>
                </a:cubicBezTo>
                <a:cubicBezTo>
                  <a:pt x="194" y="158"/>
                  <a:pt x="195" y="158"/>
                  <a:pt x="196" y="159"/>
                </a:cubicBezTo>
                <a:cubicBezTo>
                  <a:pt x="196" y="159"/>
                  <a:pt x="196" y="159"/>
                  <a:pt x="197" y="159"/>
                </a:cubicBezTo>
                <a:cubicBezTo>
                  <a:pt x="197" y="159"/>
                  <a:pt x="197" y="159"/>
                  <a:pt x="197" y="159"/>
                </a:cubicBezTo>
                <a:cubicBezTo>
                  <a:pt x="197" y="158"/>
                  <a:pt x="197" y="158"/>
                  <a:pt x="197" y="157"/>
                </a:cubicBezTo>
                <a:close/>
              </a:path>
              <a:path w="336" h="189">
                <a:moveTo>
                  <a:pt x="183" y="160"/>
                </a:moveTo>
                <a:lnTo>
                  <a:pt x="185" y="169"/>
                </a:lnTo>
                <a:cubicBezTo>
                  <a:pt x="184" y="167"/>
                  <a:pt x="184" y="166"/>
                  <a:pt x="183" y="165"/>
                </a:cubicBezTo>
                <a:cubicBezTo>
                  <a:pt x="183" y="164"/>
                  <a:pt x="182" y="163"/>
                  <a:pt x="182" y="163"/>
                </a:cubicBezTo>
                <a:cubicBezTo>
                  <a:pt x="181" y="162"/>
                  <a:pt x="180" y="162"/>
                  <a:pt x="180" y="162"/>
                </a:cubicBezTo>
                <a:cubicBezTo>
                  <a:pt x="179" y="163"/>
                  <a:pt x="179" y="163"/>
                  <a:pt x="178" y="164"/>
                </a:cubicBezTo>
                <a:cubicBezTo>
                  <a:pt x="178" y="165"/>
                  <a:pt x="178" y="166"/>
                  <a:pt x="178" y="167"/>
                </a:cubicBezTo>
                <a:cubicBezTo>
                  <a:pt x="179" y="168"/>
                  <a:pt x="179" y="168"/>
                  <a:pt x="179" y="169"/>
                </a:cubicBezTo>
                <a:cubicBezTo>
                  <a:pt x="180" y="170"/>
                  <a:pt x="181" y="171"/>
                  <a:pt x="183" y="172"/>
                </a:cubicBezTo>
                <a:cubicBezTo>
                  <a:pt x="184" y="173"/>
                  <a:pt x="185" y="174"/>
                  <a:pt x="186" y="175"/>
                </a:cubicBezTo>
                <a:cubicBezTo>
                  <a:pt x="186" y="175"/>
                  <a:pt x="187" y="176"/>
                  <a:pt x="187" y="177"/>
                </a:cubicBezTo>
                <a:cubicBezTo>
                  <a:pt x="188" y="178"/>
                  <a:pt x="188" y="179"/>
                  <a:pt x="188" y="180"/>
                </a:cubicBezTo>
                <a:cubicBezTo>
                  <a:pt x="189" y="182"/>
                  <a:pt x="189" y="183"/>
                  <a:pt x="188" y="185"/>
                </a:cubicBezTo>
                <a:cubicBezTo>
                  <a:pt x="188" y="186"/>
                  <a:pt x="187" y="187"/>
                  <a:pt x="186" y="188"/>
                </a:cubicBezTo>
                <a:cubicBezTo>
                  <a:pt x="185" y="188"/>
                  <a:pt x="185" y="188"/>
                  <a:pt x="185" y="188"/>
                </a:cubicBezTo>
                <a:cubicBezTo>
                  <a:pt x="185" y="188"/>
                  <a:pt x="184" y="188"/>
                  <a:pt x="184" y="187"/>
                </a:cubicBezTo>
                <a:cubicBezTo>
                  <a:pt x="183" y="187"/>
                  <a:pt x="182" y="187"/>
                  <a:pt x="182" y="187"/>
                </a:cubicBezTo>
                <a:cubicBezTo>
                  <a:pt x="182" y="187"/>
                  <a:pt x="182" y="187"/>
                  <a:pt x="182" y="187"/>
                </a:cubicBezTo>
                <a:cubicBezTo>
                  <a:pt x="182" y="188"/>
                  <a:pt x="182" y="188"/>
                  <a:pt x="182" y="189"/>
                </a:cubicBezTo>
                <a:lnTo>
                  <a:pt x="180" y="180"/>
                </a:lnTo>
                <a:cubicBezTo>
                  <a:pt x="181" y="182"/>
                  <a:pt x="181" y="183"/>
                  <a:pt x="182" y="184"/>
                </a:cubicBezTo>
                <a:cubicBezTo>
                  <a:pt x="182" y="185"/>
                  <a:pt x="183" y="185"/>
                  <a:pt x="183" y="186"/>
                </a:cubicBezTo>
                <a:cubicBezTo>
                  <a:pt x="184" y="186"/>
                  <a:pt x="185" y="186"/>
                  <a:pt x="185" y="186"/>
                </a:cubicBezTo>
                <a:cubicBezTo>
                  <a:pt x="186" y="186"/>
                  <a:pt x="187" y="185"/>
                  <a:pt x="187" y="185"/>
                </a:cubicBezTo>
                <a:cubicBezTo>
                  <a:pt x="187" y="184"/>
                  <a:pt x="187" y="183"/>
                  <a:pt x="187" y="181"/>
                </a:cubicBezTo>
                <a:cubicBezTo>
                  <a:pt x="187" y="181"/>
                  <a:pt x="187" y="180"/>
                  <a:pt x="186" y="180"/>
                </a:cubicBezTo>
                <a:cubicBezTo>
                  <a:pt x="186" y="179"/>
                  <a:pt x="186" y="178"/>
                  <a:pt x="185" y="178"/>
                </a:cubicBezTo>
                <a:cubicBezTo>
                  <a:pt x="185" y="178"/>
                  <a:pt x="184" y="177"/>
                  <a:pt x="183" y="176"/>
                </a:cubicBezTo>
                <a:cubicBezTo>
                  <a:pt x="181" y="175"/>
                  <a:pt x="180" y="174"/>
                  <a:pt x="180" y="174"/>
                </a:cubicBezTo>
                <a:cubicBezTo>
                  <a:pt x="179" y="173"/>
                  <a:pt x="179" y="172"/>
                  <a:pt x="178" y="171"/>
                </a:cubicBezTo>
                <a:cubicBezTo>
                  <a:pt x="178" y="171"/>
                  <a:pt x="177" y="170"/>
                  <a:pt x="177" y="169"/>
                </a:cubicBezTo>
                <a:cubicBezTo>
                  <a:pt x="177" y="167"/>
                  <a:pt x="177" y="165"/>
                  <a:pt x="177" y="164"/>
                </a:cubicBezTo>
                <a:cubicBezTo>
                  <a:pt x="178" y="162"/>
                  <a:pt x="178" y="161"/>
                  <a:pt x="179" y="161"/>
                </a:cubicBezTo>
                <a:cubicBezTo>
                  <a:pt x="180" y="161"/>
                  <a:pt x="181" y="161"/>
                  <a:pt x="182" y="161"/>
                </a:cubicBezTo>
                <a:cubicBezTo>
                  <a:pt x="182" y="162"/>
                  <a:pt x="182" y="162"/>
                  <a:pt x="182" y="162"/>
                </a:cubicBezTo>
                <a:cubicBezTo>
                  <a:pt x="183" y="162"/>
                  <a:pt x="183" y="162"/>
                  <a:pt x="183" y="161"/>
                </a:cubicBezTo>
                <a:cubicBezTo>
                  <a:pt x="183" y="161"/>
                  <a:pt x="183" y="161"/>
                  <a:pt x="183" y="160"/>
                </a:cubicBezTo>
                <a:close/>
              </a:path>
              <a:path w="336" h="189">
                <a:moveTo>
                  <a:pt x="209" y="157"/>
                </a:moveTo>
                <a:lnTo>
                  <a:pt x="212" y="167"/>
                </a:lnTo>
                <a:lnTo>
                  <a:pt x="214" y="166"/>
                </a:lnTo>
                <a:cubicBezTo>
                  <a:pt x="215" y="166"/>
                  <a:pt x="215" y="166"/>
                  <a:pt x="216" y="165"/>
                </a:cubicBezTo>
                <a:cubicBezTo>
                  <a:pt x="216" y="165"/>
                  <a:pt x="216" y="164"/>
                  <a:pt x="215" y="162"/>
                </a:cubicBezTo>
                <a:lnTo>
                  <a:pt x="216" y="162"/>
                </a:lnTo>
                <a:lnTo>
                  <a:pt x="218" y="171"/>
                </a:lnTo>
                <a:lnTo>
                  <a:pt x="217" y="171"/>
                </a:lnTo>
                <a:cubicBezTo>
                  <a:pt x="217" y="170"/>
                  <a:pt x="217" y="169"/>
                  <a:pt x="217" y="169"/>
                </a:cubicBezTo>
                <a:cubicBezTo>
                  <a:pt x="216" y="168"/>
                  <a:pt x="216" y="168"/>
                  <a:pt x="216" y="168"/>
                </a:cubicBezTo>
                <a:cubicBezTo>
                  <a:pt x="216" y="168"/>
                  <a:pt x="215" y="167"/>
                  <a:pt x="215" y="168"/>
                </a:cubicBezTo>
                <a:lnTo>
                  <a:pt x="212" y="168"/>
                </a:lnTo>
                <a:lnTo>
                  <a:pt x="214" y="177"/>
                </a:lnTo>
                <a:cubicBezTo>
                  <a:pt x="214" y="178"/>
                  <a:pt x="214" y="179"/>
                  <a:pt x="214" y="179"/>
                </a:cubicBezTo>
                <a:cubicBezTo>
                  <a:pt x="215" y="179"/>
                  <a:pt x="215" y="179"/>
                  <a:pt x="215" y="179"/>
                </a:cubicBezTo>
                <a:cubicBezTo>
                  <a:pt x="215" y="179"/>
                  <a:pt x="215" y="179"/>
                  <a:pt x="216" y="179"/>
                </a:cubicBezTo>
                <a:lnTo>
                  <a:pt x="218" y="179"/>
                </a:lnTo>
                <a:cubicBezTo>
                  <a:pt x="218" y="179"/>
                  <a:pt x="219" y="178"/>
                  <a:pt x="219" y="178"/>
                </a:cubicBezTo>
                <a:cubicBezTo>
                  <a:pt x="219" y="178"/>
                  <a:pt x="219" y="177"/>
                  <a:pt x="220" y="177"/>
                </a:cubicBezTo>
                <a:cubicBezTo>
                  <a:pt x="220" y="176"/>
                  <a:pt x="220" y="175"/>
                  <a:pt x="220" y="173"/>
                </a:cubicBezTo>
                <a:lnTo>
                  <a:pt x="221" y="180"/>
                </a:lnTo>
                <a:lnTo>
                  <a:pt x="212" y="182"/>
                </a:lnTo>
                <a:lnTo>
                  <a:pt x="211" y="181"/>
                </a:lnTo>
                <a:lnTo>
                  <a:pt x="212" y="181"/>
                </a:lnTo>
                <a:cubicBezTo>
                  <a:pt x="212" y="181"/>
                  <a:pt x="212" y="181"/>
                  <a:pt x="213" y="180"/>
                </a:cubicBezTo>
                <a:cubicBezTo>
                  <a:pt x="213" y="180"/>
                  <a:pt x="213" y="180"/>
                  <a:pt x="213" y="179"/>
                </a:cubicBezTo>
                <a:cubicBezTo>
                  <a:pt x="213" y="179"/>
                  <a:pt x="213" y="178"/>
                  <a:pt x="212" y="177"/>
                </a:cubicBezTo>
                <a:lnTo>
                  <a:pt x="208" y="160"/>
                </a:lnTo>
                <a:cubicBezTo>
                  <a:pt x="208" y="159"/>
                  <a:pt x="208" y="158"/>
                  <a:pt x="208" y="157"/>
                </a:cubicBezTo>
                <a:cubicBezTo>
                  <a:pt x="207" y="157"/>
                  <a:pt x="207" y="157"/>
                  <a:pt x="206" y="157"/>
                </a:cubicBezTo>
                <a:lnTo>
                  <a:pt x="206" y="156"/>
                </a:lnTo>
                <a:lnTo>
                  <a:pt x="215" y="154"/>
                </a:lnTo>
                <a:lnTo>
                  <a:pt x="216" y="159"/>
                </a:lnTo>
                <a:lnTo>
                  <a:pt x="216" y="160"/>
                </a:lnTo>
                <a:cubicBezTo>
                  <a:pt x="215" y="158"/>
                  <a:pt x="215" y="157"/>
                  <a:pt x="215" y="157"/>
                </a:cubicBezTo>
                <a:cubicBezTo>
                  <a:pt x="215" y="156"/>
                  <a:pt x="214" y="156"/>
                  <a:pt x="214" y="156"/>
                </a:cubicBezTo>
                <a:cubicBezTo>
                  <a:pt x="214" y="156"/>
                  <a:pt x="213" y="156"/>
                  <a:pt x="213" y="156"/>
                </a:cubicBezTo>
                <a:lnTo>
                  <a:pt x="209" y="157"/>
                </a:lnTo>
                <a:close/>
              </a:path>
              <a:path w="336" h="189">
                <a:moveTo>
                  <a:pt x="217" y="153"/>
                </a:moveTo>
                <a:lnTo>
                  <a:pt x="220" y="153"/>
                </a:lnTo>
                <a:lnTo>
                  <a:pt x="231" y="170"/>
                </a:lnTo>
                <a:lnTo>
                  <a:pt x="228" y="155"/>
                </a:lnTo>
                <a:cubicBezTo>
                  <a:pt x="228" y="154"/>
                  <a:pt x="227" y="153"/>
                  <a:pt x="227" y="152"/>
                </a:cubicBezTo>
                <a:cubicBezTo>
                  <a:pt x="227" y="152"/>
                  <a:pt x="226" y="152"/>
                  <a:pt x="226" y="152"/>
                </a:cubicBezTo>
                <a:lnTo>
                  <a:pt x="225" y="152"/>
                </a:lnTo>
                <a:lnTo>
                  <a:pt x="225" y="151"/>
                </a:lnTo>
                <a:lnTo>
                  <a:pt x="229" y="150"/>
                </a:lnTo>
                <a:lnTo>
                  <a:pt x="230" y="151"/>
                </a:lnTo>
                <a:lnTo>
                  <a:pt x="229" y="151"/>
                </a:lnTo>
                <a:cubicBezTo>
                  <a:pt x="229" y="151"/>
                  <a:pt x="228" y="151"/>
                  <a:pt x="228" y="152"/>
                </a:cubicBezTo>
                <a:cubicBezTo>
                  <a:pt x="228" y="153"/>
                  <a:pt x="228" y="154"/>
                  <a:pt x="229" y="155"/>
                </a:cubicBezTo>
                <a:lnTo>
                  <a:pt x="234" y="177"/>
                </a:lnTo>
                <a:lnTo>
                  <a:pt x="233" y="177"/>
                </a:lnTo>
                <a:lnTo>
                  <a:pt x="221" y="158"/>
                </a:lnTo>
                <a:lnTo>
                  <a:pt x="224" y="174"/>
                </a:lnTo>
                <a:cubicBezTo>
                  <a:pt x="225" y="175"/>
                  <a:pt x="225" y="176"/>
                  <a:pt x="225" y="177"/>
                </a:cubicBezTo>
                <a:cubicBezTo>
                  <a:pt x="226" y="177"/>
                  <a:pt x="226" y="177"/>
                  <a:pt x="226" y="177"/>
                </a:cubicBezTo>
                <a:lnTo>
                  <a:pt x="227" y="177"/>
                </a:lnTo>
                <a:lnTo>
                  <a:pt x="227" y="178"/>
                </a:lnTo>
                <a:lnTo>
                  <a:pt x="223" y="179"/>
                </a:lnTo>
                <a:lnTo>
                  <a:pt x="223" y="178"/>
                </a:lnTo>
                <a:cubicBezTo>
                  <a:pt x="224" y="178"/>
                  <a:pt x="224" y="178"/>
                  <a:pt x="224" y="177"/>
                </a:cubicBezTo>
                <a:cubicBezTo>
                  <a:pt x="224" y="176"/>
                  <a:pt x="224" y="175"/>
                  <a:pt x="224" y="174"/>
                </a:cubicBezTo>
                <a:lnTo>
                  <a:pt x="220" y="156"/>
                </a:lnTo>
                <a:cubicBezTo>
                  <a:pt x="219" y="155"/>
                  <a:pt x="219" y="155"/>
                  <a:pt x="218" y="155"/>
                </a:cubicBezTo>
                <a:cubicBezTo>
                  <a:pt x="218" y="154"/>
                  <a:pt x="218" y="154"/>
                  <a:pt x="217" y="154"/>
                </a:cubicBezTo>
                <a:cubicBezTo>
                  <a:pt x="217" y="154"/>
                  <a:pt x="217" y="154"/>
                  <a:pt x="217" y="154"/>
                </a:cubicBezTo>
                <a:lnTo>
                  <a:pt x="217" y="153"/>
                </a:lnTo>
                <a:close/>
              </a:path>
              <a:path w="336" h="189">
                <a:moveTo>
                  <a:pt x="238" y="146"/>
                </a:moveTo>
                <a:lnTo>
                  <a:pt x="242" y="155"/>
                </a:lnTo>
                <a:cubicBezTo>
                  <a:pt x="240" y="152"/>
                  <a:pt x="239" y="151"/>
                  <a:pt x="238" y="150"/>
                </a:cubicBezTo>
                <a:cubicBezTo>
                  <a:pt x="237" y="149"/>
                  <a:pt x="236" y="149"/>
                  <a:pt x="235" y="149"/>
                </a:cubicBezTo>
                <a:cubicBezTo>
                  <a:pt x="234" y="149"/>
                  <a:pt x="233" y="150"/>
                  <a:pt x="233" y="151"/>
                </a:cubicBezTo>
                <a:cubicBezTo>
                  <a:pt x="233" y="152"/>
                  <a:pt x="233" y="154"/>
                  <a:pt x="233" y="156"/>
                </a:cubicBezTo>
                <a:cubicBezTo>
                  <a:pt x="233" y="158"/>
                  <a:pt x="234" y="160"/>
                  <a:pt x="235" y="163"/>
                </a:cubicBezTo>
                <a:cubicBezTo>
                  <a:pt x="236" y="165"/>
                  <a:pt x="237" y="167"/>
                  <a:pt x="237" y="168"/>
                </a:cubicBezTo>
                <a:cubicBezTo>
                  <a:pt x="238" y="170"/>
                  <a:pt x="239" y="171"/>
                  <a:pt x="240" y="172"/>
                </a:cubicBezTo>
                <a:cubicBezTo>
                  <a:pt x="241" y="172"/>
                  <a:pt x="242" y="172"/>
                  <a:pt x="243" y="172"/>
                </a:cubicBezTo>
                <a:cubicBezTo>
                  <a:pt x="244" y="172"/>
                  <a:pt x="245" y="171"/>
                  <a:pt x="245" y="170"/>
                </a:cubicBezTo>
                <a:cubicBezTo>
                  <a:pt x="245" y="169"/>
                  <a:pt x="246" y="168"/>
                  <a:pt x="246" y="165"/>
                </a:cubicBezTo>
                <a:lnTo>
                  <a:pt x="246" y="166"/>
                </a:lnTo>
                <a:cubicBezTo>
                  <a:pt x="246" y="168"/>
                  <a:pt x="246" y="170"/>
                  <a:pt x="246" y="171"/>
                </a:cubicBezTo>
                <a:cubicBezTo>
                  <a:pt x="245" y="173"/>
                  <a:pt x="244" y="174"/>
                  <a:pt x="243" y="174"/>
                </a:cubicBezTo>
                <a:cubicBezTo>
                  <a:pt x="241" y="175"/>
                  <a:pt x="239" y="174"/>
                  <a:pt x="237" y="171"/>
                </a:cubicBezTo>
                <a:cubicBezTo>
                  <a:pt x="235" y="169"/>
                  <a:pt x="234" y="167"/>
                  <a:pt x="233" y="164"/>
                </a:cubicBezTo>
                <a:cubicBezTo>
                  <a:pt x="232" y="161"/>
                  <a:pt x="231" y="159"/>
                  <a:pt x="231" y="156"/>
                </a:cubicBezTo>
                <a:cubicBezTo>
                  <a:pt x="231" y="154"/>
                  <a:pt x="231" y="152"/>
                  <a:pt x="232" y="151"/>
                </a:cubicBezTo>
                <a:cubicBezTo>
                  <a:pt x="232" y="149"/>
                  <a:pt x="233" y="148"/>
                  <a:pt x="234" y="148"/>
                </a:cubicBezTo>
                <a:cubicBezTo>
                  <a:pt x="235" y="148"/>
                  <a:pt x="236" y="148"/>
                  <a:pt x="237" y="148"/>
                </a:cubicBezTo>
                <a:cubicBezTo>
                  <a:pt x="238" y="148"/>
                  <a:pt x="238" y="149"/>
                  <a:pt x="238" y="149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8"/>
                  <a:pt x="238" y="147"/>
                  <a:pt x="238" y="147"/>
                </a:cubicBezTo>
                <a:lnTo>
                  <a:pt x="238" y="146"/>
                </a:lnTo>
                <a:close/>
              </a:path>
              <a:path w="336" h="189">
                <a:moveTo>
                  <a:pt x="245" y="146"/>
                </a:moveTo>
                <a:lnTo>
                  <a:pt x="248" y="156"/>
                </a:lnTo>
                <a:lnTo>
                  <a:pt x="251" y="155"/>
                </a:lnTo>
                <a:cubicBezTo>
                  <a:pt x="252" y="155"/>
                  <a:pt x="252" y="155"/>
                  <a:pt x="252" y="154"/>
                </a:cubicBezTo>
                <a:cubicBezTo>
                  <a:pt x="252" y="153"/>
                  <a:pt x="252" y="152"/>
                  <a:pt x="252" y="151"/>
                </a:cubicBezTo>
                <a:lnTo>
                  <a:pt x="255" y="159"/>
                </a:lnTo>
                <a:cubicBezTo>
                  <a:pt x="254" y="158"/>
                  <a:pt x="254" y="158"/>
                  <a:pt x="254" y="157"/>
                </a:cubicBezTo>
                <a:cubicBezTo>
                  <a:pt x="253" y="157"/>
                  <a:pt x="253" y="157"/>
                  <a:pt x="253" y="156"/>
                </a:cubicBezTo>
                <a:cubicBezTo>
                  <a:pt x="252" y="156"/>
                  <a:pt x="252" y="156"/>
                  <a:pt x="251" y="156"/>
                </a:cubicBezTo>
                <a:lnTo>
                  <a:pt x="249" y="157"/>
                </a:lnTo>
                <a:lnTo>
                  <a:pt x="252" y="166"/>
                </a:lnTo>
                <a:cubicBezTo>
                  <a:pt x="252" y="167"/>
                  <a:pt x="252" y="167"/>
                  <a:pt x="252" y="168"/>
                </a:cubicBezTo>
                <a:cubicBezTo>
                  <a:pt x="253" y="168"/>
                  <a:pt x="253" y="168"/>
                  <a:pt x="253" y="168"/>
                </a:cubicBezTo>
                <a:cubicBezTo>
                  <a:pt x="253" y="168"/>
                  <a:pt x="253" y="168"/>
                  <a:pt x="254" y="168"/>
                </a:cubicBezTo>
                <a:lnTo>
                  <a:pt x="256" y="167"/>
                </a:lnTo>
                <a:cubicBezTo>
                  <a:pt x="256" y="167"/>
                  <a:pt x="257" y="167"/>
                  <a:pt x="257" y="166"/>
                </a:cubicBezTo>
                <a:cubicBezTo>
                  <a:pt x="257" y="166"/>
                  <a:pt x="258" y="166"/>
                  <a:pt x="258" y="165"/>
                </a:cubicBezTo>
                <a:cubicBezTo>
                  <a:pt x="258" y="164"/>
                  <a:pt x="258" y="163"/>
                  <a:pt x="258" y="161"/>
                </a:cubicBezTo>
                <a:lnTo>
                  <a:pt x="259" y="168"/>
                </a:lnTo>
                <a:lnTo>
                  <a:pt x="250" y="171"/>
                </a:lnTo>
                <a:lnTo>
                  <a:pt x="249" y="170"/>
                </a:lnTo>
                <a:lnTo>
                  <a:pt x="250" y="170"/>
                </a:lnTo>
                <a:cubicBezTo>
                  <a:pt x="250" y="170"/>
                  <a:pt x="250" y="170"/>
                  <a:pt x="251" y="169"/>
                </a:cubicBezTo>
                <a:cubicBezTo>
                  <a:pt x="251" y="169"/>
                  <a:pt x="251" y="169"/>
                  <a:pt x="251" y="168"/>
                </a:cubicBezTo>
                <a:cubicBezTo>
                  <a:pt x="251" y="168"/>
                  <a:pt x="250" y="167"/>
                  <a:pt x="250" y="166"/>
                </a:cubicBezTo>
                <a:lnTo>
                  <a:pt x="244" y="150"/>
                </a:lnTo>
                <a:cubicBezTo>
                  <a:pt x="244" y="148"/>
                  <a:pt x="243" y="147"/>
                  <a:pt x="243" y="147"/>
                </a:cubicBezTo>
                <a:cubicBezTo>
                  <a:pt x="242" y="147"/>
                  <a:pt x="242" y="147"/>
                  <a:pt x="241" y="147"/>
                </a:cubicBezTo>
                <a:lnTo>
                  <a:pt x="241" y="146"/>
                </a:lnTo>
                <a:lnTo>
                  <a:pt x="250" y="143"/>
                </a:lnTo>
                <a:lnTo>
                  <a:pt x="252" y="148"/>
                </a:lnTo>
                <a:cubicBezTo>
                  <a:pt x="251" y="147"/>
                  <a:pt x="251" y="146"/>
                  <a:pt x="251" y="146"/>
                </a:cubicBezTo>
                <a:cubicBezTo>
                  <a:pt x="250" y="145"/>
                  <a:pt x="250" y="145"/>
                  <a:pt x="249" y="145"/>
                </a:cubicBezTo>
                <a:cubicBezTo>
                  <a:pt x="249" y="145"/>
                  <a:pt x="249" y="145"/>
                  <a:pt x="248" y="145"/>
                </a:cubicBezTo>
                <a:lnTo>
                  <a:pt x="245" y="146"/>
                </a:lnTo>
                <a:close/>
              </a:path>
            </a:pathLst>
          </a:custGeom>
          <a:solidFill>
            <a:srgbClr val="24211D"/>
          </a:solidFill>
          <a:ln>
            <a:noFill/>
          </a:ln>
        </p:spPr>
      </p:sp>
      <p:sp>
        <p:nvSpPr>
          <p:cNvPr id="21" name="Freeform 16"/>
          <p:cNvSpPr>
            <a:spLocks noGrp="1"/>
          </p:cNvSpPr>
          <p:nvPr/>
        </p:nvSpPr>
        <p:spPr>
          <a:xfrm>
            <a:off x="9944100" y="267970"/>
            <a:ext cx="220980" cy="125730"/>
          </a:xfrm>
          <a:custGeom>
            <a:avLst/>
            <a:gdLst/>
            <a:ahLst/>
            <a:cxnLst/>
            <a:rect l="l" t="t" r="r" b="b"/>
            <a:pathLst>
              <a:path w="143" h="81">
                <a:moveTo>
                  <a:pt x="102" y="38"/>
                </a:moveTo>
                <a:lnTo>
                  <a:pt x="129" y="38"/>
                </a:lnTo>
                <a:cubicBezTo>
                  <a:pt x="135" y="33"/>
                  <a:pt x="68" y="12"/>
                  <a:pt x="53" y="18"/>
                </a:cubicBezTo>
                <a:cubicBezTo>
                  <a:pt x="44" y="22"/>
                  <a:pt x="65" y="31"/>
                  <a:pt x="77" y="41"/>
                </a:cubicBezTo>
                <a:cubicBezTo>
                  <a:pt x="84" y="46"/>
                  <a:pt x="94" y="54"/>
                  <a:pt x="96" y="58"/>
                </a:cubicBezTo>
                <a:cubicBezTo>
                  <a:pt x="101" y="65"/>
                  <a:pt x="97" y="72"/>
                  <a:pt x="88" y="81"/>
                </a:cubicBezTo>
                <a:lnTo>
                  <a:pt x="0" y="81"/>
                </a:lnTo>
                <a:cubicBezTo>
                  <a:pt x="3" y="78"/>
                  <a:pt x="7" y="76"/>
                  <a:pt x="10" y="76"/>
                </a:cubicBezTo>
                <a:lnTo>
                  <a:pt x="57" y="76"/>
                </a:lnTo>
                <a:cubicBezTo>
                  <a:pt x="65" y="75"/>
                  <a:pt x="82" y="73"/>
                  <a:pt x="82" y="53"/>
                </a:cubicBezTo>
                <a:cubicBezTo>
                  <a:pt x="79" y="40"/>
                  <a:pt x="48" y="37"/>
                  <a:pt x="39" y="27"/>
                </a:cubicBezTo>
                <a:cubicBezTo>
                  <a:pt x="35" y="23"/>
                  <a:pt x="41" y="17"/>
                  <a:pt x="53" y="17"/>
                </a:cubicBezTo>
                <a:cubicBezTo>
                  <a:pt x="75" y="0"/>
                  <a:pt x="143" y="8"/>
                  <a:pt x="141" y="24"/>
                </a:cubicBezTo>
                <a:cubicBezTo>
                  <a:pt x="140" y="33"/>
                  <a:pt x="134" y="39"/>
                  <a:pt x="127" y="45"/>
                </a:cubicBezTo>
                <a:lnTo>
                  <a:pt x="118" y="45"/>
                </a:lnTo>
                <a:lnTo>
                  <a:pt x="108" y="81"/>
                </a:lnTo>
                <a:lnTo>
                  <a:pt x="96" y="81"/>
                </a:lnTo>
                <a:lnTo>
                  <a:pt x="106" y="45"/>
                </a:lnTo>
                <a:lnTo>
                  <a:pt x="95" y="45"/>
                </a:lnTo>
                <a:lnTo>
                  <a:pt x="102" y="38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2" name="Freeform 17"/>
          <p:cNvSpPr>
            <a:spLocks noGrp="1"/>
          </p:cNvSpPr>
          <p:nvPr/>
        </p:nvSpPr>
        <p:spPr>
          <a:xfrm>
            <a:off x="9963150" y="339090"/>
            <a:ext cx="50800" cy="41910"/>
          </a:xfrm>
          <a:custGeom>
            <a:avLst/>
            <a:gdLst/>
            <a:ahLst/>
            <a:cxnLst/>
            <a:rect l="l" t="t" r="r" b="b"/>
            <a:pathLst>
              <a:path w="33" h="27">
                <a:moveTo>
                  <a:pt x="7" y="0"/>
                </a:moveTo>
                <a:lnTo>
                  <a:pt x="18" y="0"/>
                </a:lnTo>
                <a:lnTo>
                  <a:pt x="13" y="17"/>
                </a:lnTo>
                <a:lnTo>
                  <a:pt x="18" y="17"/>
                </a:lnTo>
                <a:lnTo>
                  <a:pt x="22" y="0"/>
                </a:lnTo>
                <a:lnTo>
                  <a:pt x="33" y="0"/>
                </a:lnTo>
                <a:lnTo>
                  <a:pt x="25" y="27"/>
                </a:lnTo>
                <a:lnTo>
                  <a:pt x="15" y="27"/>
                </a:lnTo>
                <a:lnTo>
                  <a:pt x="17" y="20"/>
                </a:lnTo>
                <a:lnTo>
                  <a:pt x="13" y="20"/>
                </a:lnTo>
                <a:lnTo>
                  <a:pt x="11" y="27"/>
                </a:lnTo>
                <a:lnTo>
                  <a:pt x="0" y="27"/>
                </a:lnTo>
                <a:lnTo>
                  <a:pt x="7" y="0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3" name="Freeform 18"/>
          <p:cNvSpPr>
            <a:spLocks noGrp="1"/>
          </p:cNvSpPr>
          <p:nvPr/>
        </p:nvSpPr>
        <p:spPr>
          <a:xfrm>
            <a:off x="10007600" y="339090"/>
            <a:ext cx="50800" cy="41910"/>
          </a:xfrm>
          <a:custGeom>
            <a:avLst/>
            <a:gdLst/>
            <a:ahLst/>
            <a:cxnLst/>
            <a:rect l="l" t="t" r="r" b="b"/>
            <a:pathLst>
              <a:path w="33" h="27">
                <a:moveTo>
                  <a:pt x="8" y="0"/>
                </a:moveTo>
                <a:lnTo>
                  <a:pt x="0" y="27"/>
                </a:lnTo>
                <a:lnTo>
                  <a:pt x="25" y="27"/>
                </a:lnTo>
                <a:lnTo>
                  <a:pt x="33" y="0"/>
                </a:lnTo>
                <a:lnTo>
                  <a:pt x="22" y="0"/>
                </a:lnTo>
                <a:lnTo>
                  <a:pt x="15" y="24"/>
                </a:lnTo>
                <a:lnTo>
                  <a:pt x="11" y="24"/>
                </a:lnTo>
                <a:lnTo>
                  <a:pt x="18" y="0"/>
                </a:lnTo>
                <a:lnTo>
                  <a:pt x="8" y="0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4" name="Freeform 5"/>
          <p:cNvSpPr>
            <a:spLocks noGrp="1"/>
          </p:cNvSpPr>
          <p:nvPr/>
        </p:nvSpPr>
        <p:spPr>
          <a:xfrm>
            <a:off x="10436860" y="152400"/>
            <a:ext cx="1607820" cy="325120"/>
          </a:xfrm>
          <a:custGeom>
            <a:avLst/>
            <a:gdLst/>
            <a:ahLst/>
            <a:cxnLst/>
            <a:rect l="l" t="t" r="r" b="b"/>
            <a:pathLst>
              <a:path w="489" h="98">
                <a:moveTo>
                  <a:pt x="98" y="37"/>
                </a:moveTo>
                <a:cubicBezTo>
                  <a:pt x="98" y="37"/>
                  <a:pt x="101" y="31"/>
                  <a:pt x="102" y="39"/>
                </a:cubicBezTo>
                <a:lnTo>
                  <a:pt x="104" y="45"/>
                </a:lnTo>
                <a:cubicBezTo>
                  <a:pt x="104" y="45"/>
                  <a:pt x="106" y="49"/>
                  <a:pt x="109" y="43"/>
                </a:cubicBezTo>
                <a:lnTo>
                  <a:pt x="112" y="40"/>
                </a:lnTo>
                <a:cubicBezTo>
                  <a:pt x="112" y="40"/>
                  <a:pt x="114" y="40"/>
                  <a:pt x="114" y="37"/>
                </a:cubicBezTo>
                <a:lnTo>
                  <a:pt x="113" y="28"/>
                </a:lnTo>
                <a:cubicBezTo>
                  <a:pt x="113" y="28"/>
                  <a:pt x="113" y="22"/>
                  <a:pt x="111" y="22"/>
                </a:cubicBezTo>
                <a:cubicBezTo>
                  <a:pt x="111" y="22"/>
                  <a:pt x="108" y="16"/>
                  <a:pt x="112" y="15"/>
                </a:cubicBezTo>
                <a:cubicBezTo>
                  <a:pt x="112" y="15"/>
                  <a:pt x="113" y="11"/>
                  <a:pt x="119" y="14"/>
                </a:cubicBezTo>
                <a:cubicBezTo>
                  <a:pt x="119" y="14"/>
                  <a:pt x="125" y="16"/>
                  <a:pt x="123" y="21"/>
                </a:cubicBezTo>
                <a:lnTo>
                  <a:pt x="122" y="29"/>
                </a:lnTo>
                <a:cubicBezTo>
                  <a:pt x="122" y="29"/>
                  <a:pt x="121" y="33"/>
                  <a:pt x="127" y="28"/>
                </a:cubicBezTo>
                <a:lnTo>
                  <a:pt x="135" y="23"/>
                </a:lnTo>
                <a:cubicBezTo>
                  <a:pt x="135" y="23"/>
                  <a:pt x="143" y="20"/>
                  <a:pt x="145" y="24"/>
                </a:cubicBezTo>
                <a:cubicBezTo>
                  <a:pt x="145" y="24"/>
                  <a:pt x="147" y="27"/>
                  <a:pt x="143" y="30"/>
                </a:cubicBezTo>
                <a:cubicBezTo>
                  <a:pt x="143" y="30"/>
                  <a:pt x="131" y="33"/>
                  <a:pt x="133" y="42"/>
                </a:cubicBezTo>
                <a:cubicBezTo>
                  <a:pt x="133" y="42"/>
                  <a:pt x="139" y="43"/>
                  <a:pt x="134" y="48"/>
                </a:cubicBezTo>
                <a:cubicBezTo>
                  <a:pt x="134" y="48"/>
                  <a:pt x="128" y="49"/>
                  <a:pt x="125" y="52"/>
                </a:cubicBezTo>
                <a:lnTo>
                  <a:pt x="121" y="53"/>
                </a:lnTo>
                <a:lnTo>
                  <a:pt x="121" y="86"/>
                </a:lnTo>
                <a:cubicBezTo>
                  <a:pt x="121" y="86"/>
                  <a:pt x="121" y="96"/>
                  <a:pt x="115" y="92"/>
                </a:cubicBezTo>
                <a:cubicBezTo>
                  <a:pt x="115" y="92"/>
                  <a:pt x="109" y="84"/>
                  <a:pt x="113" y="74"/>
                </a:cubicBezTo>
                <a:lnTo>
                  <a:pt x="114" y="49"/>
                </a:lnTo>
                <a:cubicBezTo>
                  <a:pt x="114" y="49"/>
                  <a:pt x="115" y="41"/>
                  <a:pt x="109" y="50"/>
                </a:cubicBezTo>
                <a:lnTo>
                  <a:pt x="104" y="57"/>
                </a:lnTo>
                <a:cubicBezTo>
                  <a:pt x="104" y="57"/>
                  <a:pt x="102" y="60"/>
                  <a:pt x="98" y="58"/>
                </a:cubicBezTo>
                <a:cubicBezTo>
                  <a:pt x="98" y="58"/>
                  <a:pt x="90" y="54"/>
                  <a:pt x="94" y="47"/>
                </a:cubicBezTo>
                <a:cubicBezTo>
                  <a:pt x="96" y="45"/>
                  <a:pt x="97" y="40"/>
                  <a:pt x="98" y="37"/>
                </a:cubicBezTo>
                <a:close/>
                <a:moveTo>
                  <a:pt x="121" y="39"/>
                </a:moveTo>
                <a:lnTo>
                  <a:pt x="121" y="45"/>
                </a:lnTo>
                <a:cubicBezTo>
                  <a:pt x="121" y="45"/>
                  <a:pt x="120" y="48"/>
                  <a:pt x="125" y="45"/>
                </a:cubicBezTo>
                <a:cubicBezTo>
                  <a:pt x="125" y="45"/>
                  <a:pt x="128" y="42"/>
                  <a:pt x="128" y="40"/>
                </a:cubicBezTo>
                <a:cubicBezTo>
                  <a:pt x="128" y="40"/>
                  <a:pt x="128" y="35"/>
                  <a:pt x="130" y="35"/>
                </a:cubicBezTo>
                <a:cubicBezTo>
                  <a:pt x="130" y="35"/>
                  <a:pt x="131" y="31"/>
                  <a:pt x="126" y="33"/>
                </a:cubicBezTo>
                <a:lnTo>
                  <a:pt x="123" y="37"/>
                </a:lnTo>
                <a:lnTo>
                  <a:pt x="122" y="37"/>
                </a:lnTo>
                <a:cubicBezTo>
                  <a:pt x="122" y="37"/>
                  <a:pt x="121" y="38"/>
                  <a:pt x="121" y="39"/>
                </a:cubicBezTo>
                <a:close/>
              </a:path>
              <a:path w="489" h="98">
                <a:moveTo>
                  <a:pt x="29" y="76"/>
                </a:moveTo>
                <a:cubicBezTo>
                  <a:pt x="34" y="73"/>
                  <a:pt x="37" y="72"/>
                  <a:pt x="38" y="73"/>
                </a:cubicBezTo>
                <a:cubicBezTo>
                  <a:pt x="39" y="73"/>
                  <a:pt x="39" y="80"/>
                  <a:pt x="39" y="92"/>
                </a:cubicBezTo>
                <a:cubicBezTo>
                  <a:pt x="39" y="98"/>
                  <a:pt x="43" y="98"/>
                  <a:pt x="45" y="95"/>
                </a:cubicBezTo>
                <a:cubicBezTo>
                  <a:pt x="47" y="92"/>
                  <a:pt x="48" y="86"/>
                  <a:pt x="48" y="78"/>
                </a:cubicBezTo>
                <a:lnTo>
                  <a:pt x="48" y="71"/>
                </a:lnTo>
                <a:lnTo>
                  <a:pt x="50" y="68"/>
                </a:lnTo>
                <a:lnTo>
                  <a:pt x="59" y="64"/>
                </a:lnTo>
                <a:cubicBezTo>
                  <a:pt x="62" y="63"/>
                  <a:pt x="62" y="61"/>
                  <a:pt x="59" y="60"/>
                </a:cubicBezTo>
                <a:lnTo>
                  <a:pt x="54" y="56"/>
                </a:lnTo>
                <a:cubicBezTo>
                  <a:pt x="53" y="54"/>
                  <a:pt x="53" y="53"/>
                  <a:pt x="56" y="52"/>
                </a:cubicBezTo>
                <a:lnTo>
                  <a:pt x="71" y="44"/>
                </a:lnTo>
                <a:cubicBezTo>
                  <a:pt x="73" y="44"/>
                  <a:pt x="74" y="42"/>
                  <a:pt x="71" y="39"/>
                </a:cubicBezTo>
                <a:cubicBezTo>
                  <a:pt x="69" y="37"/>
                  <a:pt x="67" y="37"/>
                  <a:pt x="64" y="39"/>
                </a:cubicBezTo>
                <a:lnTo>
                  <a:pt x="59" y="41"/>
                </a:lnTo>
                <a:cubicBezTo>
                  <a:pt x="56" y="44"/>
                  <a:pt x="55" y="42"/>
                  <a:pt x="59" y="37"/>
                </a:cubicBezTo>
                <a:lnTo>
                  <a:pt x="64" y="34"/>
                </a:lnTo>
                <a:cubicBezTo>
                  <a:pt x="68" y="32"/>
                  <a:pt x="66" y="30"/>
                  <a:pt x="63" y="29"/>
                </a:cubicBezTo>
                <a:lnTo>
                  <a:pt x="59" y="26"/>
                </a:lnTo>
                <a:cubicBezTo>
                  <a:pt x="57" y="25"/>
                  <a:pt x="56" y="25"/>
                  <a:pt x="55" y="28"/>
                </a:cubicBezTo>
                <a:cubicBezTo>
                  <a:pt x="55" y="32"/>
                  <a:pt x="54" y="34"/>
                  <a:pt x="52" y="35"/>
                </a:cubicBezTo>
                <a:cubicBezTo>
                  <a:pt x="50" y="36"/>
                  <a:pt x="48" y="36"/>
                  <a:pt x="47" y="35"/>
                </a:cubicBezTo>
                <a:cubicBezTo>
                  <a:pt x="45" y="33"/>
                  <a:pt x="45" y="32"/>
                  <a:pt x="47" y="30"/>
                </a:cubicBezTo>
                <a:cubicBezTo>
                  <a:pt x="49" y="27"/>
                  <a:pt x="52" y="25"/>
                  <a:pt x="56" y="25"/>
                </a:cubicBezTo>
                <a:cubicBezTo>
                  <a:pt x="60" y="23"/>
                  <a:pt x="64" y="21"/>
                  <a:pt x="65" y="18"/>
                </a:cubicBezTo>
                <a:cubicBezTo>
                  <a:pt x="66" y="17"/>
                  <a:pt x="65" y="14"/>
                  <a:pt x="62" y="11"/>
                </a:cubicBezTo>
                <a:cubicBezTo>
                  <a:pt x="59" y="6"/>
                  <a:pt x="55" y="5"/>
                  <a:pt x="52" y="10"/>
                </a:cubicBezTo>
                <a:lnTo>
                  <a:pt x="47" y="22"/>
                </a:lnTo>
                <a:lnTo>
                  <a:pt x="43" y="22"/>
                </a:lnTo>
                <a:lnTo>
                  <a:pt x="44" y="14"/>
                </a:lnTo>
                <a:cubicBezTo>
                  <a:pt x="45" y="12"/>
                  <a:pt x="43" y="10"/>
                  <a:pt x="40" y="7"/>
                </a:cubicBezTo>
                <a:cubicBezTo>
                  <a:pt x="36" y="5"/>
                  <a:pt x="34" y="4"/>
                  <a:pt x="33" y="7"/>
                </a:cubicBezTo>
                <a:cubicBezTo>
                  <a:pt x="32" y="7"/>
                  <a:pt x="33" y="9"/>
                  <a:pt x="36" y="13"/>
                </a:cubicBezTo>
                <a:cubicBezTo>
                  <a:pt x="38" y="15"/>
                  <a:pt x="39" y="18"/>
                  <a:pt x="41" y="23"/>
                </a:cubicBezTo>
                <a:cubicBezTo>
                  <a:pt x="36" y="23"/>
                  <a:pt x="31" y="24"/>
                  <a:pt x="26" y="23"/>
                </a:cubicBezTo>
                <a:cubicBezTo>
                  <a:pt x="20" y="23"/>
                  <a:pt x="17" y="24"/>
                  <a:pt x="20" y="27"/>
                </a:cubicBezTo>
                <a:cubicBezTo>
                  <a:pt x="21" y="29"/>
                  <a:pt x="23" y="30"/>
                  <a:pt x="24" y="32"/>
                </a:cubicBezTo>
                <a:lnTo>
                  <a:pt x="38" y="28"/>
                </a:lnTo>
                <a:cubicBezTo>
                  <a:pt x="45" y="27"/>
                  <a:pt x="45" y="27"/>
                  <a:pt x="43" y="30"/>
                </a:cubicBezTo>
                <a:cubicBezTo>
                  <a:pt x="43" y="31"/>
                  <a:pt x="41" y="31"/>
                  <a:pt x="39" y="30"/>
                </a:cubicBezTo>
                <a:cubicBezTo>
                  <a:pt x="36" y="31"/>
                  <a:pt x="36" y="33"/>
                  <a:pt x="37" y="35"/>
                </a:cubicBezTo>
                <a:cubicBezTo>
                  <a:pt x="38" y="39"/>
                  <a:pt x="38" y="40"/>
                  <a:pt x="35" y="38"/>
                </a:cubicBezTo>
                <a:cubicBezTo>
                  <a:pt x="34" y="38"/>
                  <a:pt x="33" y="38"/>
                  <a:pt x="33" y="39"/>
                </a:cubicBezTo>
                <a:cubicBezTo>
                  <a:pt x="32" y="40"/>
                  <a:pt x="30" y="40"/>
                  <a:pt x="28" y="37"/>
                </a:cubicBezTo>
                <a:cubicBezTo>
                  <a:pt x="24" y="33"/>
                  <a:pt x="21" y="32"/>
                  <a:pt x="20" y="35"/>
                </a:cubicBezTo>
                <a:lnTo>
                  <a:pt x="21" y="38"/>
                </a:lnTo>
                <a:cubicBezTo>
                  <a:pt x="23" y="42"/>
                  <a:pt x="23" y="44"/>
                  <a:pt x="20" y="44"/>
                </a:cubicBezTo>
                <a:cubicBezTo>
                  <a:pt x="19" y="45"/>
                  <a:pt x="20" y="46"/>
                  <a:pt x="21" y="47"/>
                </a:cubicBezTo>
                <a:lnTo>
                  <a:pt x="24" y="50"/>
                </a:lnTo>
                <a:cubicBezTo>
                  <a:pt x="26" y="53"/>
                  <a:pt x="28" y="53"/>
                  <a:pt x="32" y="49"/>
                </a:cubicBezTo>
                <a:cubicBezTo>
                  <a:pt x="36" y="44"/>
                  <a:pt x="38" y="43"/>
                  <a:pt x="38" y="47"/>
                </a:cubicBezTo>
                <a:cubicBezTo>
                  <a:pt x="38" y="50"/>
                  <a:pt x="37" y="51"/>
                  <a:pt x="34" y="51"/>
                </a:cubicBezTo>
                <a:lnTo>
                  <a:pt x="1" y="61"/>
                </a:lnTo>
                <a:cubicBezTo>
                  <a:pt x="0" y="61"/>
                  <a:pt x="0" y="61"/>
                  <a:pt x="0" y="61"/>
                </a:cubicBezTo>
                <a:lnTo>
                  <a:pt x="7" y="66"/>
                </a:lnTo>
                <a:cubicBezTo>
                  <a:pt x="8" y="66"/>
                  <a:pt x="10" y="66"/>
                  <a:pt x="11" y="66"/>
                </a:cubicBezTo>
                <a:lnTo>
                  <a:pt x="20" y="63"/>
                </a:lnTo>
                <a:lnTo>
                  <a:pt x="33" y="56"/>
                </a:lnTo>
                <a:cubicBezTo>
                  <a:pt x="37" y="55"/>
                  <a:pt x="39" y="55"/>
                  <a:pt x="38" y="58"/>
                </a:cubicBezTo>
                <a:cubicBezTo>
                  <a:pt x="38" y="59"/>
                  <a:pt x="37" y="60"/>
                  <a:pt x="35" y="61"/>
                </a:cubicBezTo>
                <a:cubicBezTo>
                  <a:pt x="29" y="64"/>
                  <a:pt x="23" y="69"/>
                  <a:pt x="17" y="74"/>
                </a:cubicBezTo>
                <a:cubicBezTo>
                  <a:pt x="14" y="77"/>
                  <a:pt x="13" y="78"/>
                  <a:pt x="17" y="78"/>
                </a:cubicBezTo>
                <a:cubicBezTo>
                  <a:pt x="19" y="79"/>
                  <a:pt x="21" y="79"/>
                  <a:pt x="25" y="77"/>
                </a:cubicBezTo>
                <a:lnTo>
                  <a:pt x="29" y="76"/>
                </a:lnTo>
                <a:close/>
                <a:moveTo>
                  <a:pt x="38" y="65"/>
                </a:moveTo>
                <a:cubicBezTo>
                  <a:pt x="38" y="67"/>
                  <a:pt x="37" y="68"/>
                  <a:pt x="34" y="69"/>
                </a:cubicBezTo>
                <a:lnTo>
                  <a:pt x="30" y="70"/>
                </a:lnTo>
                <a:cubicBezTo>
                  <a:pt x="26" y="71"/>
                  <a:pt x="25" y="71"/>
                  <a:pt x="28" y="69"/>
                </a:cubicBezTo>
                <a:lnTo>
                  <a:pt x="35" y="64"/>
                </a:lnTo>
                <a:cubicBezTo>
                  <a:pt x="37" y="63"/>
                  <a:pt x="38" y="63"/>
                  <a:pt x="38" y="65"/>
                </a:cubicBezTo>
                <a:close/>
                <a:moveTo>
                  <a:pt x="48" y="57"/>
                </a:moveTo>
                <a:lnTo>
                  <a:pt x="48" y="61"/>
                </a:lnTo>
                <a:cubicBezTo>
                  <a:pt x="48" y="63"/>
                  <a:pt x="50" y="63"/>
                  <a:pt x="51" y="62"/>
                </a:cubicBezTo>
                <a:cubicBezTo>
                  <a:pt x="51" y="62"/>
                  <a:pt x="51" y="61"/>
                  <a:pt x="51" y="59"/>
                </a:cubicBezTo>
                <a:cubicBezTo>
                  <a:pt x="50" y="58"/>
                  <a:pt x="49" y="57"/>
                  <a:pt x="48" y="57"/>
                </a:cubicBezTo>
                <a:close/>
                <a:moveTo>
                  <a:pt x="50" y="50"/>
                </a:moveTo>
                <a:cubicBezTo>
                  <a:pt x="48" y="50"/>
                  <a:pt x="48" y="51"/>
                  <a:pt x="48" y="52"/>
                </a:cubicBezTo>
                <a:cubicBezTo>
                  <a:pt x="49" y="53"/>
                  <a:pt x="51" y="53"/>
                  <a:pt x="53" y="51"/>
                </a:cubicBezTo>
                <a:lnTo>
                  <a:pt x="58" y="48"/>
                </a:lnTo>
                <a:cubicBezTo>
                  <a:pt x="59" y="47"/>
                  <a:pt x="59" y="47"/>
                  <a:pt x="56" y="47"/>
                </a:cubicBezTo>
                <a:lnTo>
                  <a:pt x="51" y="49"/>
                </a:lnTo>
                <a:lnTo>
                  <a:pt x="50" y="50"/>
                </a:lnTo>
                <a:close/>
                <a:moveTo>
                  <a:pt x="48" y="39"/>
                </a:moveTo>
                <a:lnTo>
                  <a:pt x="47" y="44"/>
                </a:lnTo>
                <a:cubicBezTo>
                  <a:pt x="48" y="47"/>
                  <a:pt x="49" y="47"/>
                  <a:pt x="51" y="45"/>
                </a:cubicBezTo>
                <a:cubicBezTo>
                  <a:pt x="51" y="44"/>
                  <a:pt x="52" y="43"/>
                  <a:pt x="53" y="41"/>
                </a:cubicBezTo>
                <a:cubicBezTo>
                  <a:pt x="53" y="39"/>
                  <a:pt x="52" y="39"/>
                  <a:pt x="51" y="38"/>
                </a:cubicBezTo>
                <a:cubicBezTo>
                  <a:pt x="50" y="38"/>
                  <a:pt x="49" y="38"/>
                  <a:pt x="48" y="39"/>
                </a:cubicBezTo>
                <a:close/>
                <a:moveTo>
                  <a:pt x="60" y="14"/>
                </a:moveTo>
                <a:cubicBezTo>
                  <a:pt x="60" y="15"/>
                  <a:pt x="59" y="16"/>
                  <a:pt x="58" y="17"/>
                </a:cubicBezTo>
                <a:lnTo>
                  <a:pt x="57" y="17"/>
                </a:lnTo>
                <a:cubicBezTo>
                  <a:pt x="56" y="17"/>
                  <a:pt x="55" y="18"/>
                  <a:pt x="54" y="17"/>
                </a:cubicBezTo>
                <a:lnTo>
                  <a:pt x="57" y="14"/>
                </a:lnTo>
                <a:cubicBezTo>
                  <a:pt x="58" y="14"/>
                  <a:pt x="60" y="13"/>
                  <a:pt x="60" y="14"/>
                </a:cubicBezTo>
                <a:close/>
              </a:path>
              <a:path w="489" h="98">
                <a:moveTo>
                  <a:pt x="186" y="22"/>
                </a:moveTo>
                <a:lnTo>
                  <a:pt x="193" y="17"/>
                </a:lnTo>
                <a:cubicBezTo>
                  <a:pt x="193" y="17"/>
                  <a:pt x="195" y="13"/>
                  <a:pt x="198" y="18"/>
                </a:cubicBezTo>
                <a:cubicBezTo>
                  <a:pt x="198" y="18"/>
                  <a:pt x="202" y="23"/>
                  <a:pt x="196" y="24"/>
                </a:cubicBezTo>
                <a:cubicBezTo>
                  <a:pt x="196" y="24"/>
                  <a:pt x="193" y="26"/>
                  <a:pt x="191" y="25"/>
                </a:cubicBezTo>
                <a:cubicBezTo>
                  <a:pt x="191" y="25"/>
                  <a:pt x="180" y="30"/>
                  <a:pt x="177" y="31"/>
                </a:cubicBezTo>
                <a:cubicBezTo>
                  <a:pt x="177" y="31"/>
                  <a:pt x="171" y="33"/>
                  <a:pt x="172" y="30"/>
                </a:cubicBezTo>
                <a:lnTo>
                  <a:pt x="183" y="24"/>
                </a:lnTo>
                <a:lnTo>
                  <a:pt x="186" y="22"/>
                </a:lnTo>
                <a:close/>
              </a:path>
              <a:path w="489" h="98">
                <a:moveTo>
                  <a:pt x="217" y="29"/>
                </a:moveTo>
                <a:lnTo>
                  <a:pt x="216" y="50"/>
                </a:lnTo>
                <a:lnTo>
                  <a:pt x="220" y="47"/>
                </a:lnTo>
                <a:lnTo>
                  <a:pt x="221" y="42"/>
                </a:lnTo>
                <a:cubicBezTo>
                  <a:pt x="221" y="42"/>
                  <a:pt x="221" y="39"/>
                  <a:pt x="225" y="43"/>
                </a:cubicBezTo>
                <a:cubicBezTo>
                  <a:pt x="225" y="43"/>
                  <a:pt x="229" y="46"/>
                  <a:pt x="228" y="50"/>
                </a:cubicBezTo>
                <a:cubicBezTo>
                  <a:pt x="228" y="50"/>
                  <a:pt x="220" y="52"/>
                  <a:pt x="216" y="59"/>
                </a:cubicBezTo>
                <a:lnTo>
                  <a:pt x="216" y="83"/>
                </a:lnTo>
                <a:cubicBezTo>
                  <a:pt x="216" y="83"/>
                  <a:pt x="216" y="87"/>
                  <a:pt x="215" y="89"/>
                </a:cubicBezTo>
                <a:cubicBezTo>
                  <a:pt x="215" y="89"/>
                  <a:pt x="212" y="95"/>
                  <a:pt x="211" y="94"/>
                </a:cubicBezTo>
                <a:cubicBezTo>
                  <a:pt x="211" y="94"/>
                  <a:pt x="207" y="92"/>
                  <a:pt x="209" y="86"/>
                </a:cubicBezTo>
                <a:lnTo>
                  <a:pt x="209" y="69"/>
                </a:lnTo>
                <a:cubicBezTo>
                  <a:pt x="209" y="69"/>
                  <a:pt x="210" y="63"/>
                  <a:pt x="206" y="68"/>
                </a:cubicBezTo>
                <a:cubicBezTo>
                  <a:pt x="206" y="68"/>
                  <a:pt x="202" y="74"/>
                  <a:pt x="197" y="69"/>
                </a:cubicBezTo>
                <a:cubicBezTo>
                  <a:pt x="197" y="69"/>
                  <a:pt x="192" y="67"/>
                  <a:pt x="197" y="64"/>
                </a:cubicBezTo>
                <a:cubicBezTo>
                  <a:pt x="197" y="64"/>
                  <a:pt x="198" y="64"/>
                  <a:pt x="199" y="59"/>
                </a:cubicBezTo>
                <a:lnTo>
                  <a:pt x="200" y="55"/>
                </a:lnTo>
                <a:cubicBezTo>
                  <a:pt x="200" y="55"/>
                  <a:pt x="201" y="50"/>
                  <a:pt x="198" y="50"/>
                </a:cubicBezTo>
                <a:cubicBezTo>
                  <a:pt x="198" y="50"/>
                  <a:pt x="195" y="47"/>
                  <a:pt x="197" y="45"/>
                </a:cubicBezTo>
                <a:cubicBezTo>
                  <a:pt x="197" y="45"/>
                  <a:pt x="203" y="38"/>
                  <a:pt x="196" y="32"/>
                </a:cubicBezTo>
                <a:cubicBezTo>
                  <a:pt x="196" y="32"/>
                  <a:pt x="190" y="29"/>
                  <a:pt x="195" y="28"/>
                </a:cubicBezTo>
                <a:cubicBezTo>
                  <a:pt x="195" y="28"/>
                  <a:pt x="199" y="28"/>
                  <a:pt x="199" y="29"/>
                </a:cubicBezTo>
                <a:cubicBezTo>
                  <a:pt x="199" y="29"/>
                  <a:pt x="207" y="28"/>
                  <a:pt x="207" y="34"/>
                </a:cubicBezTo>
                <a:cubicBezTo>
                  <a:pt x="207" y="34"/>
                  <a:pt x="207" y="37"/>
                  <a:pt x="205" y="37"/>
                </a:cubicBezTo>
                <a:cubicBezTo>
                  <a:pt x="205" y="37"/>
                  <a:pt x="197" y="44"/>
                  <a:pt x="203" y="44"/>
                </a:cubicBezTo>
                <a:cubicBezTo>
                  <a:pt x="203" y="44"/>
                  <a:pt x="211" y="46"/>
                  <a:pt x="205" y="52"/>
                </a:cubicBezTo>
                <a:cubicBezTo>
                  <a:pt x="205" y="52"/>
                  <a:pt x="203" y="51"/>
                  <a:pt x="202" y="57"/>
                </a:cubicBezTo>
                <a:cubicBezTo>
                  <a:pt x="202" y="57"/>
                  <a:pt x="199" y="64"/>
                  <a:pt x="204" y="61"/>
                </a:cubicBezTo>
                <a:cubicBezTo>
                  <a:pt x="204" y="61"/>
                  <a:pt x="206" y="60"/>
                  <a:pt x="209" y="57"/>
                </a:cubicBezTo>
                <a:cubicBezTo>
                  <a:pt x="209" y="57"/>
                  <a:pt x="210" y="54"/>
                  <a:pt x="210" y="51"/>
                </a:cubicBezTo>
                <a:cubicBezTo>
                  <a:pt x="210" y="51"/>
                  <a:pt x="210" y="26"/>
                  <a:pt x="209" y="20"/>
                </a:cubicBezTo>
                <a:cubicBezTo>
                  <a:pt x="209" y="20"/>
                  <a:pt x="207" y="16"/>
                  <a:pt x="211" y="14"/>
                </a:cubicBezTo>
                <a:cubicBezTo>
                  <a:pt x="211" y="14"/>
                  <a:pt x="214" y="12"/>
                  <a:pt x="218" y="16"/>
                </a:cubicBezTo>
                <a:cubicBezTo>
                  <a:pt x="218" y="16"/>
                  <a:pt x="221" y="17"/>
                  <a:pt x="218" y="21"/>
                </a:cubicBezTo>
                <a:lnTo>
                  <a:pt x="217" y="26"/>
                </a:lnTo>
                <a:lnTo>
                  <a:pt x="217" y="29"/>
                </a:lnTo>
                <a:close/>
              </a:path>
              <a:path w="489" h="98">
                <a:moveTo>
                  <a:pt x="170" y="48"/>
                </a:moveTo>
                <a:cubicBezTo>
                  <a:pt x="170" y="48"/>
                  <a:pt x="165" y="51"/>
                  <a:pt x="163" y="49"/>
                </a:cubicBezTo>
                <a:cubicBezTo>
                  <a:pt x="163" y="49"/>
                  <a:pt x="160" y="49"/>
                  <a:pt x="162" y="52"/>
                </a:cubicBezTo>
                <a:cubicBezTo>
                  <a:pt x="162" y="52"/>
                  <a:pt x="165" y="59"/>
                  <a:pt x="171" y="55"/>
                </a:cubicBezTo>
                <a:lnTo>
                  <a:pt x="179" y="49"/>
                </a:lnTo>
                <a:cubicBezTo>
                  <a:pt x="179" y="49"/>
                  <a:pt x="182" y="45"/>
                  <a:pt x="181" y="51"/>
                </a:cubicBezTo>
                <a:cubicBezTo>
                  <a:pt x="181" y="51"/>
                  <a:pt x="181" y="55"/>
                  <a:pt x="179" y="55"/>
                </a:cubicBezTo>
                <a:lnTo>
                  <a:pt x="167" y="68"/>
                </a:lnTo>
                <a:cubicBezTo>
                  <a:pt x="167" y="68"/>
                  <a:pt x="162" y="73"/>
                  <a:pt x="168" y="74"/>
                </a:cubicBezTo>
                <a:cubicBezTo>
                  <a:pt x="168" y="74"/>
                  <a:pt x="172" y="75"/>
                  <a:pt x="175" y="72"/>
                </a:cubicBezTo>
                <a:cubicBezTo>
                  <a:pt x="175" y="72"/>
                  <a:pt x="180" y="66"/>
                  <a:pt x="179" y="70"/>
                </a:cubicBezTo>
                <a:lnTo>
                  <a:pt x="179" y="79"/>
                </a:lnTo>
                <a:cubicBezTo>
                  <a:pt x="179" y="79"/>
                  <a:pt x="178" y="82"/>
                  <a:pt x="181" y="83"/>
                </a:cubicBezTo>
                <a:cubicBezTo>
                  <a:pt x="181" y="83"/>
                  <a:pt x="183" y="85"/>
                  <a:pt x="185" y="82"/>
                </a:cubicBezTo>
                <a:cubicBezTo>
                  <a:pt x="185" y="82"/>
                  <a:pt x="187" y="80"/>
                  <a:pt x="186" y="75"/>
                </a:cubicBezTo>
                <a:lnTo>
                  <a:pt x="186" y="63"/>
                </a:lnTo>
                <a:cubicBezTo>
                  <a:pt x="186" y="63"/>
                  <a:pt x="192" y="59"/>
                  <a:pt x="193" y="57"/>
                </a:cubicBezTo>
                <a:cubicBezTo>
                  <a:pt x="193" y="57"/>
                  <a:pt x="194" y="53"/>
                  <a:pt x="190" y="57"/>
                </a:cubicBezTo>
                <a:cubicBezTo>
                  <a:pt x="190" y="57"/>
                  <a:pt x="185" y="62"/>
                  <a:pt x="186" y="58"/>
                </a:cubicBezTo>
                <a:lnTo>
                  <a:pt x="186" y="52"/>
                </a:lnTo>
                <a:cubicBezTo>
                  <a:pt x="186" y="52"/>
                  <a:pt x="197" y="43"/>
                  <a:pt x="196" y="42"/>
                </a:cubicBezTo>
                <a:cubicBezTo>
                  <a:pt x="196" y="41"/>
                  <a:pt x="198" y="40"/>
                  <a:pt x="194" y="36"/>
                </a:cubicBezTo>
                <a:cubicBezTo>
                  <a:pt x="194" y="36"/>
                  <a:pt x="191" y="34"/>
                  <a:pt x="190" y="37"/>
                </a:cubicBezTo>
                <a:cubicBezTo>
                  <a:pt x="190" y="37"/>
                  <a:pt x="186" y="41"/>
                  <a:pt x="186" y="37"/>
                </a:cubicBezTo>
                <a:cubicBezTo>
                  <a:pt x="186" y="37"/>
                  <a:pt x="189" y="34"/>
                  <a:pt x="186" y="32"/>
                </a:cubicBezTo>
                <a:cubicBezTo>
                  <a:pt x="186" y="32"/>
                  <a:pt x="182" y="28"/>
                  <a:pt x="180" y="33"/>
                </a:cubicBezTo>
                <a:cubicBezTo>
                  <a:pt x="180" y="33"/>
                  <a:pt x="178" y="33"/>
                  <a:pt x="181" y="42"/>
                </a:cubicBezTo>
                <a:lnTo>
                  <a:pt x="176" y="44"/>
                </a:lnTo>
                <a:lnTo>
                  <a:pt x="173" y="46"/>
                </a:lnTo>
                <a:lnTo>
                  <a:pt x="170" y="48"/>
                </a:lnTo>
                <a:close/>
                <a:moveTo>
                  <a:pt x="186" y="43"/>
                </a:moveTo>
                <a:cubicBezTo>
                  <a:pt x="186" y="43"/>
                  <a:pt x="187" y="41"/>
                  <a:pt x="189" y="42"/>
                </a:cubicBezTo>
                <a:cubicBezTo>
                  <a:pt x="189" y="42"/>
                  <a:pt x="189" y="44"/>
                  <a:pt x="188" y="45"/>
                </a:cubicBezTo>
                <a:cubicBezTo>
                  <a:pt x="188" y="45"/>
                  <a:pt x="186" y="46"/>
                  <a:pt x="187" y="44"/>
                </a:cubicBezTo>
                <a:cubicBezTo>
                  <a:pt x="186" y="46"/>
                  <a:pt x="186" y="43"/>
                  <a:pt x="186" y="43"/>
                </a:cubicBezTo>
                <a:close/>
                <a:moveTo>
                  <a:pt x="175" y="64"/>
                </a:moveTo>
                <a:lnTo>
                  <a:pt x="178" y="61"/>
                </a:lnTo>
                <a:cubicBezTo>
                  <a:pt x="178" y="61"/>
                  <a:pt x="180" y="57"/>
                  <a:pt x="180" y="60"/>
                </a:cubicBezTo>
                <a:cubicBezTo>
                  <a:pt x="180" y="60"/>
                  <a:pt x="180" y="65"/>
                  <a:pt x="177" y="65"/>
                </a:cubicBezTo>
                <a:cubicBezTo>
                  <a:pt x="177" y="65"/>
                  <a:pt x="174" y="67"/>
                  <a:pt x="174" y="65"/>
                </a:cubicBezTo>
                <a:lnTo>
                  <a:pt x="175" y="65"/>
                </a:lnTo>
                <a:lnTo>
                  <a:pt x="175" y="64"/>
                </a:lnTo>
                <a:close/>
              </a:path>
              <a:path w="489" h="98">
                <a:moveTo>
                  <a:pt x="255" y="43"/>
                </a:moveTo>
                <a:cubicBezTo>
                  <a:pt x="255" y="43"/>
                  <a:pt x="252" y="46"/>
                  <a:pt x="249" y="46"/>
                </a:cubicBezTo>
                <a:cubicBezTo>
                  <a:pt x="249" y="46"/>
                  <a:pt x="247" y="45"/>
                  <a:pt x="248" y="48"/>
                </a:cubicBezTo>
                <a:cubicBezTo>
                  <a:pt x="248" y="48"/>
                  <a:pt x="248" y="51"/>
                  <a:pt x="253" y="52"/>
                </a:cubicBezTo>
                <a:cubicBezTo>
                  <a:pt x="253" y="52"/>
                  <a:pt x="257" y="52"/>
                  <a:pt x="257" y="51"/>
                </a:cubicBezTo>
                <a:cubicBezTo>
                  <a:pt x="257" y="51"/>
                  <a:pt x="257" y="49"/>
                  <a:pt x="260" y="48"/>
                </a:cubicBezTo>
                <a:cubicBezTo>
                  <a:pt x="260" y="48"/>
                  <a:pt x="263" y="46"/>
                  <a:pt x="264" y="45"/>
                </a:cubicBezTo>
                <a:cubicBezTo>
                  <a:pt x="264" y="45"/>
                  <a:pt x="267" y="42"/>
                  <a:pt x="266" y="46"/>
                </a:cubicBezTo>
                <a:lnTo>
                  <a:pt x="265" y="55"/>
                </a:lnTo>
                <a:cubicBezTo>
                  <a:pt x="265" y="59"/>
                  <a:pt x="258" y="64"/>
                  <a:pt x="256" y="66"/>
                </a:cubicBezTo>
                <a:cubicBezTo>
                  <a:pt x="256" y="66"/>
                  <a:pt x="253" y="69"/>
                  <a:pt x="251" y="69"/>
                </a:cubicBezTo>
                <a:cubicBezTo>
                  <a:pt x="251" y="69"/>
                  <a:pt x="249" y="68"/>
                  <a:pt x="251" y="72"/>
                </a:cubicBezTo>
                <a:cubicBezTo>
                  <a:pt x="251" y="72"/>
                  <a:pt x="255" y="76"/>
                  <a:pt x="257" y="75"/>
                </a:cubicBezTo>
                <a:lnTo>
                  <a:pt x="261" y="71"/>
                </a:lnTo>
                <a:lnTo>
                  <a:pt x="263" y="67"/>
                </a:lnTo>
                <a:cubicBezTo>
                  <a:pt x="263" y="67"/>
                  <a:pt x="266" y="63"/>
                  <a:pt x="265" y="69"/>
                </a:cubicBezTo>
                <a:cubicBezTo>
                  <a:pt x="265" y="69"/>
                  <a:pt x="265" y="77"/>
                  <a:pt x="263" y="79"/>
                </a:cubicBezTo>
                <a:cubicBezTo>
                  <a:pt x="263" y="79"/>
                  <a:pt x="262" y="79"/>
                  <a:pt x="264" y="82"/>
                </a:cubicBezTo>
                <a:cubicBezTo>
                  <a:pt x="264" y="82"/>
                  <a:pt x="266" y="87"/>
                  <a:pt x="268" y="85"/>
                </a:cubicBezTo>
                <a:lnTo>
                  <a:pt x="270" y="81"/>
                </a:lnTo>
                <a:cubicBezTo>
                  <a:pt x="270" y="81"/>
                  <a:pt x="272" y="78"/>
                  <a:pt x="271" y="76"/>
                </a:cubicBezTo>
                <a:cubicBezTo>
                  <a:pt x="270" y="75"/>
                  <a:pt x="271" y="57"/>
                  <a:pt x="271" y="57"/>
                </a:cubicBezTo>
                <a:lnTo>
                  <a:pt x="277" y="48"/>
                </a:lnTo>
                <a:cubicBezTo>
                  <a:pt x="277" y="48"/>
                  <a:pt x="281" y="44"/>
                  <a:pt x="277" y="44"/>
                </a:cubicBezTo>
                <a:cubicBezTo>
                  <a:pt x="277" y="44"/>
                  <a:pt x="275" y="46"/>
                  <a:pt x="273" y="49"/>
                </a:cubicBezTo>
                <a:cubicBezTo>
                  <a:pt x="273" y="49"/>
                  <a:pt x="271" y="51"/>
                  <a:pt x="272" y="46"/>
                </a:cubicBezTo>
                <a:lnTo>
                  <a:pt x="272" y="40"/>
                </a:lnTo>
                <a:cubicBezTo>
                  <a:pt x="272" y="40"/>
                  <a:pt x="271" y="37"/>
                  <a:pt x="275" y="36"/>
                </a:cubicBezTo>
                <a:lnTo>
                  <a:pt x="279" y="33"/>
                </a:lnTo>
                <a:cubicBezTo>
                  <a:pt x="279" y="33"/>
                  <a:pt x="282" y="31"/>
                  <a:pt x="280" y="30"/>
                </a:cubicBezTo>
                <a:cubicBezTo>
                  <a:pt x="280" y="30"/>
                  <a:pt x="276" y="26"/>
                  <a:pt x="276" y="30"/>
                </a:cubicBezTo>
                <a:lnTo>
                  <a:pt x="274" y="32"/>
                </a:lnTo>
                <a:cubicBezTo>
                  <a:pt x="274" y="32"/>
                  <a:pt x="272" y="34"/>
                  <a:pt x="273" y="30"/>
                </a:cubicBezTo>
                <a:lnTo>
                  <a:pt x="274" y="23"/>
                </a:lnTo>
                <a:cubicBezTo>
                  <a:pt x="274" y="23"/>
                  <a:pt x="274" y="18"/>
                  <a:pt x="276" y="17"/>
                </a:cubicBezTo>
                <a:cubicBezTo>
                  <a:pt x="276" y="17"/>
                  <a:pt x="273" y="11"/>
                  <a:pt x="269" y="14"/>
                </a:cubicBezTo>
                <a:cubicBezTo>
                  <a:pt x="269" y="14"/>
                  <a:pt x="263" y="17"/>
                  <a:pt x="267" y="21"/>
                </a:cubicBezTo>
                <a:lnTo>
                  <a:pt x="266" y="35"/>
                </a:lnTo>
                <a:cubicBezTo>
                  <a:pt x="266" y="35"/>
                  <a:pt x="266" y="38"/>
                  <a:pt x="264" y="38"/>
                </a:cubicBezTo>
                <a:lnTo>
                  <a:pt x="258" y="42"/>
                </a:lnTo>
                <a:lnTo>
                  <a:pt x="256" y="43"/>
                </a:lnTo>
                <a:lnTo>
                  <a:pt x="255" y="43"/>
                </a:lnTo>
                <a:close/>
              </a:path>
              <a:path w="489" h="98">
                <a:moveTo>
                  <a:pt x="303" y="56"/>
                </a:moveTo>
                <a:cubicBezTo>
                  <a:pt x="303" y="56"/>
                  <a:pt x="300" y="63"/>
                  <a:pt x="298" y="65"/>
                </a:cubicBezTo>
                <a:lnTo>
                  <a:pt x="304" y="70"/>
                </a:lnTo>
                <a:cubicBezTo>
                  <a:pt x="304" y="70"/>
                  <a:pt x="306" y="73"/>
                  <a:pt x="317" y="73"/>
                </a:cubicBezTo>
                <a:cubicBezTo>
                  <a:pt x="317" y="73"/>
                  <a:pt x="323" y="73"/>
                  <a:pt x="316" y="76"/>
                </a:cubicBezTo>
                <a:lnTo>
                  <a:pt x="307" y="81"/>
                </a:lnTo>
                <a:cubicBezTo>
                  <a:pt x="307" y="81"/>
                  <a:pt x="300" y="84"/>
                  <a:pt x="299" y="80"/>
                </a:cubicBezTo>
                <a:lnTo>
                  <a:pt x="295" y="73"/>
                </a:lnTo>
                <a:cubicBezTo>
                  <a:pt x="295" y="73"/>
                  <a:pt x="294" y="68"/>
                  <a:pt x="293" y="72"/>
                </a:cubicBezTo>
                <a:cubicBezTo>
                  <a:pt x="293" y="72"/>
                  <a:pt x="288" y="78"/>
                  <a:pt x="285" y="78"/>
                </a:cubicBezTo>
                <a:cubicBezTo>
                  <a:pt x="285" y="78"/>
                  <a:pt x="280" y="79"/>
                  <a:pt x="276" y="77"/>
                </a:cubicBezTo>
                <a:cubicBezTo>
                  <a:pt x="276" y="77"/>
                  <a:pt x="269" y="77"/>
                  <a:pt x="279" y="75"/>
                </a:cubicBezTo>
                <a:cubicBezTo>
                  <a:pt x="279" y="75"/>
                  <a:pt x="286" y="73"/>
                  <a:pt x="290" y="66"/>
                </a:cubicBezTo>
                <a:lnTo>
                  <a:pt x="283" y="58"/>
                </a:lnTo>
                <a:cubicBezTo>
                  <a:pt x="283" y="58"/>
                  <a:pt x="280" y="55"/>
                  <a:pt x="284" y="55"/>
                </a:cubicBezTo>
                <a:cubicBezTo>
                  <a:pt x="284" y="55"/>
                  <a:pt x="285" y="54"/>
                  <a:pt x="289" y="57"/>
                </a:cubicBezTo>
                <a:cubicBezTo>
                  <a:pt x="289" y="57"/>
                  <a:pt x="291" y="59"/>
                  <a:pt x="292" y="60"/>
                </a:cubicBezTo>
                <a:cubicBezTo>
                  <a:pt x="293" y="60"/>
                  <a:pt x="293" y="61"/>
                  <a:pt x="295" y="59"/>
                </a:cubicBezTo>
                <a:cubicBezTo>
                  <a:pt x="295" y="58"/>
                  <a:pt x="296" y="56"/>
                  <a:pt x="298" y="52"/>
                </a:cubicBezTo>
                <a:cubicBezTo>
                  <a:pt x="298" y="52"/>
                  <a:pt x="300" y="49"/>
                  <a:pt x="296" y="50"/>
                </a:cubicBezTo>
                <a:cubicBezTo>
                  <a:pt x="296" y="50"/>
                  <a:pt x="293" y="52"/>
                  <a:pt x="292" y="54"/>
                </a:cubicBezTo>
                <a:cubicBezTo>
                  <a:pt x="292" y="54"/>
                  <a:pt x="290" y="56"/>
                  <a:pt x="287" y="54"/>
                </a:cubicBezTo>
                <a:cubicBezTo>
                  <a:pt x="287" y="54"/>
                  <a:pt x="282" y="51"/>
                  <a:pt x="285" y="49"/>
                </a:cubicBezTo>
                <a:lnTo>
                  <a:pt x="286" y="45"/>
                </a:lnTo>
                <a:cubicBezTo>
                  <a:pt x="286" y="45"/>
                  <a:pt x="288" y="40"/>
                  <a:pt x="284" y="44"/>
                </a:cubicBezTo>
                <a:cubicBezTo>
                  <a:pt x="284" y="44"/>
                  <a:pt x="282" y="47"/>
                  <a:pt x="281" y="45"/>
                </a:cubicBezTo>
                <a:lnTo>
                  <a:pt x="276" y="41"/>
                </a:lnTo>
                <a:cubicBezTo>
                  <a:pt x="276" y="41"/>
                  <a:pt x="273" y="38"/>
                  <a:pt x="278" y="39"/>
                </a:cubicBezTo>
                <a:lnTo>
                  <a:pt x="290" y="34"/>
                </a:lnTo>
                <a:cubicBezTo>
                  <a:pt x="290" y="34"/>
                  <a:pt x="291" y="25"/>
                  <a:pt x="292" y="23"/>
                </a:cubicBezTo>
                <a:cubicBezTo>
                  <a:pt x="292" y="23"/>
                  <a:pt x="293" y="14"/>
                  <a:pt x="298" y="15"/>
                </a:cubicBezTo>
                <a:cubicBezTo>
                  <a:pt x="298" y="15"/>
                  <a:pt x="302" y="15"/>
                  <a:pt x="305" y="23"/>
                </a:cubicBezTo>
                <a:cubicBezTo>
                  <a:pt x="305" y="23"/>
                  <a:pt x="308" y="26"/>
                  <a:pt x="304" y="29"/>
                </a:cubicBezTo>
                <a:cubicBezTo>
                  <a:pt x="304" y="29"/>
                  <a:pt x="296" y="34"/>
                  <a:pt x="295" y="35"/>
                </a:cubicBezTo>
                <a:cubicBezTo>
                  <a:pt x="295" y="35"/>
                  <a:pt x="292" y="37"/>
                  <a:pt x="291" y="41"/>
                </a:cubicBezTo>
                <a:cubicBezTo>
                  <a:pt x="291" y="41"/>
                  <a:pt x="287" y="50"/>
                  <a:pt x="291" y="47"/>
                </a:cubicBezTo>
                <a:lnTo>
                  <a:pt x="301" y="40"/>
                </a:lnTo>
                <a:cubicBezTo>
                  <a:pt x="301" y="40"/>
                  <a:pt x="302" y="37"/>
                  <a:pt x="307" y="41"/>
                </a:cubicBezTo>
                <a:cubicBezTo>
                  <a:pt x="307" y="41"/>
                  <a:pt x="312" y="44"/>
                  <a:pt x="309" y="47"/>
                </a:cubicBezTo>
                <a:lnTo>
                  <a:pt x="305" y="52"/>
                </a:lnTo>
                <a:lnTo>
                  <a:pt x="303" y="54"/>
                </a:lnTo>
                <a:lnTo>
                  <a:pt x="303" y="56"/>
                </a:lnTo>
                <a:close/>
                <a:moveTo>
                  <a:pt x="295" y="27"/>
                </a:moveTo>
                <a:cubicBezTo>
                  <a:pt x="295" y="27"/>
                  <a:pt x="297" y="22"/>
                  <a:pt x="299" y="24"/>
                </a:cubicBezTo>
                <a:cubicBezTo>
                  <a:pt x="299" y="24"/>
                  <a:pt x="302" y="24"/>
                  <a:pt x="299" y="27"/>
                </a:cubicBezTo>
                <a:lnTo>
                  <a:pt x="297" y="30"/>
                </a:lnTo>
                <a:cubicBezTo>
                  <a:pt x="297" y="30"/>
                  <a:pt x="294" y="33"/>
                  <a:pt x="295" y="28"/>
                </a:cubicBezTo>
                <a:cubicBezTo>
                  <a:pt x="294" y="33"/>
                  <a:pt x="295" y="27"/>
                  <a:pt x="295" y="27"/>
                </a:cubicBezTo>
                <a:close/>
              </a:path>
              <a:path w="489" h="98">
                <a:moveTo>
                  <a:pt x="354" y="54"/>
                </a:moveTo>
                <a:cubicBezTo>
                  <a:pt x="354" y="54"/>
                  <a:pt x="348" y="58"/>
                  <a:pt x="341" y="59"/>
                </a:cubicBezTo>
                <a:cubicBezTo>
                  <a:pt x="341" y="59"/>
                  <a:pt x="336" y="59"/>
                  <a:pt x="342" y="62"/>
                </a:cubicBezTo>
                <a:lnTo>
                  <a:pt x="347" y="66"/>
                </a:lnTo>
                <a:cubicBezTo>
                  <a:pt x="347" y="66"/>
                  <a:pt x="352" y="67"/>
                  <a:pt x="354" y="64"/>
                </a:cubicBezTo>
                <a:lnTo>
                  <a:pt x="358" y="61"/>
                </a:lnTo>
                <a:cubicBezTo>
                  <a:pt x="358" y="61"/>
                  <a:pt x="364" y="56"/>
                  <a:pt x="361" y="63"/>
                </a:cubicBezTo>
                <a:cubicBezTo>
                  <a:pt x="361" y="63"/>
                  <a:pt x="357" y="73"/>
                  <a:pt x="342" y="79"/>
                </a:cubicBezTo>
                <a:cubicBezTo>
                  <a:pt x="342" y="79"/>
                  <a:pt x="335" y="81"/>
                  <a:pt x="346" y="80"/>
                </a:cubicBezTo>
                <a:cubicBezTo>
                  <a:pt x="346" y="80"/>
                  <a:pt x="365" y="83"/>
                  <a:pt x="372" y="50"/>
                </a:cubicBezTo>
                <a:cubicBezTo>
                  <a:pt x="372" y="50"/>
                  <a:pt x="385" y="41"/>
                  <a:pt x="388" y="40"/>
                </a:cubicBezTo>
                <a:cubicBezTo>
                  <a:pt x="388" y="40"/>
                  <a:pt x="393" y="37"/>
                  <a:pt x="387" y="36"/>
                </a:cubicBezTo>
                <a:cubicBezTo>
                  <a:pt x="387" y="36"/>
                  <a:pt x="383" y="33"/>
                  <a:pt x="380" y="38"/>
                </a:cubicBezTo>
                <a:lnTo>
                  <a:pt x="377" y="40"/>
                </a:lnTo>
                <a:cubicBezTo>
                  <a:pt x="377" y="40"/>
                  <a:pt x="373" y="43"/>
                  <a:pt x="374" y="37"/>
                </a:cubicBezTo>
                <a:lnTo>
                  <a:pt x="376" y="26"/>
                </a:lnTo>
                <a:cubicBezTo>
                  <a:pt x="376" y="26"/>
                  <a:pt x="377" y="22"/>
                  <a:pt x="374" y="21"/>
                </a:cubicBezTo>
                <a:cubicBezTo>
                  <a:pt x="371" y="19"/>
                  <a:pt x="368" y="15"/>
                  <a:pt x="368" y="15"/>
                </a:cubicBezTo>
                <a:cubicBezTo>
                  <a:pt x="368" y="15"/>
                  <a:pt x="365" y="12"/>
                  <a:pt x="365" y="18"/>
                </a:cubicBezTo>
                <a:cubicBezTo>
                  <a:pt x="365" y="18"/>
                  <a:pt x="368" y="35"/>
                  <a:pt x="365" y="47"/>
                </a:cubicBezTo>
                <a:lnTo>
                  <a:pt x="359" y="51"/>
                </a:lnTo>
                <a:lnTo>
                  <a:pt x="357" y="53"/>
                </a:lnTo>
                <a:lnTo>
                  <a:pt x="354" y="54"/>
                </a:lnTo>
                <a:close/>
              </a:path>
              <a:path w="489" h="98">
                <a:moveTo>
                  <a:pt x="378" y="66"/>
                </a:moveTo>
                <a:lnTo>
                  <a:pt x="383" y="76"/>
                </a:lnTo>
                <a:cubicBezTo>
                  <a:pt x="383" y="76"/>
                  <a:pt x="386" y="79"/>
                  <a:pt x="391" y="76"/>
                </a:cubicBezTo>
                <a:lnTo>
                  <a:pt x="401" y="72"/>
                </a:lnTo>
                <a:cubicBezTo>
                  <a:pt x="401" y="72"/>
                  <a:pt x="405" y="70"/>
                  <a:pt x="400" y="70"/>
                </a:cubicBezTo>
                <a:cubicBezTo>
                  <a:pt x="400" y="70"/>
                  <a:pt x="384" y="70"/>
                  <a:pt x="377" y="55"/>
                </a:cubicBezTo>
                <a:cubicBezTo>
                  <a:pt x="377" y="55"/>
                  <a:pt x="374" y="51"/>
                  <a:pt x="374" y="55"/>
                </a:cubicBezTo>
                <a:cubicBezTo>
                  <a:pt x="374" y="55"/>
                  <a:pt x="373" y="56"/>
                  <a:pt x="376" y="60"/>
                </a:cubicBezTo>
                <a:lnTo>
                  <a:pt x="377" y="63"/>
                </a:lnTo>
                <a:lnTo>
                  <a:pt x="378" y="66"/>
                </a:lnTo>
                <a:close/>
              </a:path>
              <a:path w="489" h="98">
                <a:moveTo>
                  <a:pt x="437" y="62"/>
                </a:moveTo>
                <a:cubicBezTo>
                  <a:pt x="437" y="62"/>
                  <a:pt x="428" y="68"/>
                  <a:pt x="424" y="68"/>
                </a:cubicBezTo>
                <a:cubicBezTo>
                  <a:pt x="424" y="68"/>
                  <a:pt x="420" y="68"/>
                  <a:pt x="424" y="71"/>
                </a:cubicBezTo>
                <a:lnTo>
                  <a:pt x="432" y="74"/>
                </a:lnTo>
                <a:cubicBezTo>
                  <a:pt x="432" y="74"/>
                  <a:pt x="436" y="78"/>
                  <a:pt x="438" y="73"/>
                </a:cubicBezTo>
                <a:cubicBezTo>
                  <a:pt x="438" y="73"/>
                  <a:pt x="449" y="59"/>
                  <a:pt x="452" y="59"/>
                </a:cubicBezTo>
                <a:cubicBezTo>
                  <a:pt x="452" y="59"/>
                  <a:pt x="456" y="55"/>
                  <a:pt x="456" y="60"/>
                </a:cubicBezTo>
                <a:cubicBezTo>
                  <a:pt x="456" y="60"/>
                  <a:pt x="456" y="68"/>
                  <a:pt x="456" y="77"/>
                </a:cubicBezTo>
                <a:cubicBezTo>
                  <a:pt x="456" y="77"/>
                  <a:pt x="458" y="86"/>
                  <a:pt x="450" y="85"/>
                </a:cubicBezTo>
                <a:lnTo>
                  <a:pt x="444" y="86"/>
                </a:lnTo>
                <a:lnTo>
                  <a:pt x="451" y="89"/>
                </a:lnTo>
                <a:lnTo>
                  <a:pt x="457" y="91"/>
                </a:lnTo>
                <a:cubicBezTo>
                  <a:pt x="457" y="91"/>
                  <a:pt x="462" y="94"/>
                  <a:pt x="464" y="88"/>
                </a:cubicBezTo>
                <a:cubicBezTo>
                  <a:pt x="464" y="88"/>
                  <a:pt x="465" y="86"/>
                  <a:pt x="463" y="75"/>
                </a:cubicBezTo>
                <a:lnTo>
                  <a:pt x="461" y="54"/>
                </a:lnTo>
                <a:cubicBezTo>
                  <a:pt x="461" y="54"/>
                  <a:pt x="463" y="49"/>
                  <a:pt x="467" y="53"/>
                </a:cubicBezTo>
                <a:lnTo>
                  <a:pt x="467" y="56"/>
                </a:lnTo>
                <a:cubicBezTo>
                  <a:pt x="467" y="56"/>
                  <a:pt x="466" y="60"/>
                  <a:pt x="471" y="56"/>
                </a:cubicBezTo>
                <a:cubicBezTo>
                  <a:pt x="471" y="56"/>
                  <a:pt x="474" y="53"/>
                  <a:pt x="477" y="53"/>
                </a:cubicBezTo>
                <a:cubicBezTo>
                  <a:pt x="477" y="53"/>
                  <a:pt x="480" y="50"/>
                  <a:pt x="476" y="49"/>
                </a:cubicBezTo>
                <a:cubicBezTo>
                  <a:pt x="476" y="49"/>
                  <a:pt x="473" y="45"/>
                  <a:pt x="468" y="46"/>
                </a:cubicBezTo>
                <a:cubicBezTo>
                  <a:pt x="468" y="46"/>
                  <a:pt x="463" y="46"/>
                  <a:pt x="469" y="41"/>
                </a:cubicBezTo>
                <a:lnTo>
                  <a:pt x="473" y="38"/>
                </a:lnTo>
                <a:cubicBezTo>
                  <a:pt x="473" y="38"/>
                  <a:pt x="477" y="35"/>
                  <a:pt x="472" y="33"/>
                </a:cubicBezTo>
                <a:lnTo>
                  <a:pt x="470" y="31"/>
                </a:lnTo>
                <a:cubicBezTo>
                  <a:pt x="470" y="31"/>
                  <a:pt x="467" y="30"/>
                  <a:pt x="473" y="25"/>
                </a:cubicBezTo>
                <a:cubicBezTo>
                  <a:pt x="473" y="25"/>
                  <a:pt x="478" y="20"/>
                  <a:pt x="483" y="19"/>
                </a:cubicBezTo>
                <a:cubicBezTo>
                  <a:pt x="483" y="19"/>
                  <a:pt x="489" y="15"/>
                  <a:pt x="483" y="9"/>
                </a:cubicBezTo>
                <a:cubicBezTo>
                  <a:pt x="483" y="9"/>
                  <a:pt x="478" y="2"/>
                  <a:pt x="472" y="6"/>
                </a:cubicBezTo>
                <a:lnTo>
                  <a:pt x="462" y="11"/>
                </a:lnTo>
                <a:cubicBezTo>
                  <a:pt x="462" y="11"/>
                  <a:pt x="458" y="14"/>
                  <a:pt x="461" y="10"/>
                </a:cubicBezTo>
                <a:cubicBezTo>
                  <a:pt x="461" y="10"/>
                  <a:pt x="463" y="6"/>
                  <a:pt x="460" y="5"/>
                </a:cubicBezTo>
                <a:lnTo>
                  <a:pt x="457" y="3"/>
                </a:lnTo>
                <a:cubicBezTo>
                  <a:pt x="457" y="3"/>
                  <a:pt x="453" y="0"/>
                  <a:pt x="453" y="4"/>
                </a:cubicBezTo>
                <a:cubicBezTo>
                  <a:pt x="453" y="4"/>
                  <a:pt x="451" y="12"/>
                  <a:pt x="447" y="10"/>
                </a:cubicBezTo>
                <a:cubicBezTo>
                  <a:pt x="447" y="10"/>
                  <a:pt x="442" y="8"/>
                  <a:pt x="442" y="11"/>
                </a:cubicBezTo>
                <a:cubicBezTo>
                  <a:pt x="442" y="11"/>
                  <a:pt x="449" y="15"/>
                  <a:pt x="446" y="18"/>
                </a:cubicBezTo>
                <a:cubicBezTo>
                  <a:pt x="446" y="18"/>
                  <a:pt x="441" y="24"/>
                  <a:pt x="439" y="18"/>
                </a:cubicBezTo>
                <a:cubicBezTo>
                  <a:pt x="439" y="18"/>
                  <a:pt x="436" y="11"/>
                  <a:pt x="430" y="9"/>
                </a:cubicBezTo>
                <a:cubicBezTo>
                  <a:pt x="430" y="9"/>
                  <a:pt x="425" y="7"/>
                  <a:pt x="428" y="11"/>
                </a:cubicBezTo>
                <a:cubicBezTo>
                  <a:pt x="428" y="11"/>
                  <a:pt x="434" y="16"/>
                  <a:pt x="435" y="21"/>
                </a:cubicBezTo>
                <a:cubicBezTo>
                  <a:pt x="435" y="21"/>
                  <a:pt x="438" y="27"/>
                  <a:pt x="433" y="23"/>
                </a:cubicBezTo>
                <a:cubicBezTo>
                  <a:pt x="433" y="23"/>
                  <a:pt x="426" y="17"/>
                  <a:pt x="427" y="21"/>
                </a:cubicBezTo>
                <a:cubicBezTo>
                  <a:pt x="427" y="21"/>
                  <a:pt x="433" y="32"/>
                  <a:pt x="436" y="37"/>
                </a:cubicBezTo>
                <a:cubicBezTo>
                  <a:pt x="436" y="37"/>
                  <a:pt x="439" y="42"/>
                  <a:pt x="439" y="36"/>
                </a:cubicBezTo>
                <a:cubicBezTo>
                  <a:pt x="439" y="36"/>
                  <a:pt x="438" y="30"/>
                  <a:pt x="442" y="34"/>
                </a:cubicBezTo>
                <a:cubicBezTo>
                  <a:pt x="442" y="34"/>
                  <a:pt x="445" y="37"/>
                  <a:pt x="447" y="35"/>
                </a:cubicBezTo>
                <a:cubicBezTo>
                  <a:pt x="447" y="35"/>
                  <a:pt x="449" y="31"/>
                  <a:pt x="447" y="31"/>
                </a:cubicBezTo>
                <a:cubicBezTo>
                  <a:pt x="444" y="30"/>
                  <a:pt x="445" y="26"/>
                  <a:pt x="445" y="26"/>
                </a:cubicBezTo>
                <a:cubicBezTo>
                  <a:pt x="445" y="26"/>
                  <a:pt x="443" y="22"/>
                  <a:pt x="445" y="22"/>
                </a:cubicBezTo>
                <a:cubicBezTo>
                  <a:pt x="445" y="22"/>
                  <a:pt x="453" y="17"/>
                  <a:pt x="450" y="22"/>
                </a:cubicBezTo>
                <a:cubicBezTo>
                  <a:pt x="450" y="22"/>
                  <a:pt x="444" y="27"/>
                  <a:pt x="452" y="32"/>
                </a:cubicBezTo>
                <a:cubicBezTo>
                  <a:pt x="452" y="32"/>
                  <a:pt x="460" y="35"/>
                  <a:pt x="463" y="28"/>
                </a:cubicBezTo>
                <a:cubicBezTo>
                  <a:pt x="463" y="28"/>
                  <a:pt x="464" y="23"/>
                  <a:pt x="462" y="21"/>
                </a:cubicBezTo>
                <a:cubicBezTo>
                  <a:pt x="462" y="21"/>
                  <a:pt x="458" y="16"/>
                  <a:pt x="463" y="16"/>
                </a:cubicBezTo>
                <a:lnTo>
                  <a:pt x="468" y="14"/>
                </a:lnTo>
                <a:cubicBezTo>
                  <a:pt x="468" y="14"/>
                  <a:pt x="473" y="12"/>
                  <a:pt x="472" y="16"/>
                </a:cubicBezTo>
                <a:lnTo>
                  <a:pt x="466" y="28"/>
                </a:lnTo>
                <a:cubicBezTo>
                  <a:pt x="466" y="28"/>
                  <a:pt x="463" y="34"/>
                  <a:pt x="460" y="34"/>
                </a:cubicBezTo>
                <a:lnTo>
                  <a:pt x="444" y="43"/>
                </a:lnTo>
                <a:cubicBezTo>
                  <a:pt x="444" y="43"/>
                  <a:pt x="437" y="45"/>
                  <a:pt x="442" y="46"/>
                </a:cubicBezTo>
                <a:cubicBezTo>
                  <a:pt x="442" y="46"/>
                  <a:pt x="447" y="48"/>
                  <a:pt x="450" y="44"/>
                </a:cubicBezTo>
                <a:lnTo>
                  <a:pt x="458" y="40"/>
                </a:lnTo>
                <a:cubicBezTo>
                  <a:pt x="458" y="40"/>
                  <a:pt x="463" y="36"/>
                  <a:pt x="460" y="42"/>
                </a:cubicBezTo>
                <a:cubicBezTo>
                  <a:pt x="460" y="42"/>
                  <a:pt x="460" y="47"/>
                  <a:pt x="453" y="52"/>
                </a:cubicBezTo>
                <a:lnTo>
                  <a:pt x="443" y="59"/>
                </a:lnTo>
                <a:lnTo>
                  <a:pt x="440" y="60"/>
                </a:lnTo>
                <a:lnTo>
                  <a:pt x="437" y="62"/>
                </a:lnTo>
                <a:close/>
                <a:moveTo>
                  <a:pt x="456" y="23"/>
                </a:moveTo>
                <a:cubicBezTo>
                  <a:pt x="457" y="23"/>
                  <a:pt x="458" y="24"/>
                  <a:pt x="458" y="25"/>
                </a:cubicBezTo>
                <a:cubicBezTo>
                  <a:pt x="458" y="27"/>
                  <a:pt x="457" y="28"/>
                  <a:pt x="456" y="28"/>
                </a:cubicBezTo>
                <a:cubicBezTo>
                  <a:pt x="455" y="28"/>
                  <a:pt x="454" y="27"/>
                  <a:pt x="454" y="25"/>
                </a:cubicBezTo>
                <a:cubicBezTo>
                  <a:pt x="454" y="24"/>
                  <a:pt x="455" y="23"/>
                  <a:pt x="456" y="2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5" name="Freeform 6"/>
          <p:cNvSpPr>
            <a:spLocks noGrp="1"/>
          </p:cNvSpPr>
          <p:nvPr/>
        </p:nvSpPr>
        <p:spPr>
          <a:xfrm>
            <a:off x="10466070" y="520700"/>
            <a:ext cx="1549400" cy="49530"/>
          </a:xfrm>
          <a:custGeom>
            <a:avLst/>
            <a:gdLst/>
            <a:ahLst/>
            <a:cxnLst/>
            <a:rect l="l" t="t" r="r" b="b"/>
            <a:pathLst>
              <a:path w="471" h="15">
                <a:moveTo>
                  <a:pt x="0" y="15"/>
                </a:moveTo>
                <a:lnTo>
                  <a:pt x="0" y="0"/>
                </a:lnTo>
                <a:lnTo>
                  <a:pt x="2" y="0"/>
                </a:lnTo>
                <a:lnTo>
                  <a:pt x="2" y="6"/>
                </a:lnTo>
                <a:lnTo>
                  <a:pt x="9" y="6"/>
                </a:lnTo>
                <a:lnTo>
                  <a:pt x="9" y="0"/>
                </a:lnTo>
                <a:lnTo>
                  <a:pt x="10" y="0"/>
                </a:lnTo>
                <a:lnTo>
                  <a:pt x="10" y="15"/>
                </a:lnTo>
                <a:lnTo>
                  <a:pt x="9" y="15"/>
                </a:lnTo>
                <a:lnTo>
                  <a:pt x="9" y="8"/>
                </a:lnTo>
                <a:lnTo>
                  <a:pt x="2" y="8"/>
                </a:lnTo>
                <a:lnTo>
                  <a:pt x="2" y="15"/>
                </a:lnTo>
                <a:lnTo>
                  <a:pt x="0" y="15"/>
                </a:lnTo>
                <a:close/>
              </a:path>
              <a:path w="471" h="15">
                <a:moveTo>
                  <a:pt x="21" y="0"/>
                </a:moveTo>
                <a:lnTo>
                  <a:pt x="22" y="0"/>
                </a:lnTo>
                <a:lnTo>
                  <a:pt x="22" y="9"/>
                </a:lnTo>
                <a:cubicBezTo>
                  <a:pt x="22" y="10"/>
                  <a:pt x="22" y="11"/>
                  <a:pt x="22" y="12"/>
                </a:cubicBezTo>
                <a:cubicBezTo>
                  <a:pt x="22" y="13"/>
                  <a:pt x="21" y="14"/>
                  <a:pt x="20" y="14"/>
                </a:cubicBezTo>
                <a:cubicBezTo>
                  <a:pt x="20" y="15"/>
                  <a:pt x="19" y="15"/>
                  <a:pt x="17" y="15"/>
                </a:cubicBezTo>
                <a:cubicBezTo>
                  <a:pt x="16" y="15"/>
                  <a:pt x="15" y="15"/>
                  <a:pt x="15" y="14"/>
                </a:cubicBezTo>
                <a:cubicBezTo>
                  <a:pt x="14" y="14"/>
                  <a:pt x="13" y="13"/>
                  <a:pt x="13" y="12"/>
                </a:cubicBezTo>
                <a:cubicBezTo>
                  <a:pt x="13" y="11"/>
                  <a:pt x="12" y="10"/>
                  <a:pt x="12" y="9"/>
                </a:cubicBezTo>
                <a:lnTo>
                  <a:pt x="12" y="0"/>
                </a:lnTo>
                <a:lnTo>
                  <a:pt x="14" y="0"/>
                </a:lnTo>
                <a:lnTo>
                  <a:pt x="14" y="9"/>
                </a:lnTo>
                <a:cubicBezTo>
                  <a:pt x="14" y="10"/>
                  <a:pt x="14" y="11"/>
                  <a:pt x="14" y="11"/>
                </a:cubicBezTo>
                <a:cubicBezTo>
                  <a:pt x="15" y="12"/>
                  <a:pt x="15" y="12"/>
                  <a:pt x="15" y="13"/>
                </a:cubicBezTo>
                <a:cubicBezTo>
                  <a:pt x="16" y="13"/>
                  <a:pt x="17" y="13"/>
                  <a:pt x="17" y="13"/>
                </a:cubicBezTo>
                <a:cubicBezTo>
                  <a:pt x="18" y="13"/>
                  <a:pt x="19" y="13"/>
                  <a:pt x="20" y="12"/>
                </a:cubicBezTo>
                <a:cubicBezTo>
                  <a:pt x="20" y="12"/>
                  <a:pt x="21" y="10"/>
                  <a:pt x="21" y="9"/>
                </a:cubicBezTo>
                <a:lnTo>
                  <a:pt x="21" y="0"/>
                </a:lnTo>
                <a:close/>
              </a:path>
              <a:path w="471" h="15">
                <a:moveTo>
                  <a:pt x="23" y="15"/>
                </a:moveTo>
                <a:lnTo>
                  <a:pt x="28" y="0"/>
                </a:lnTo>
                <a:lnTo>
                  <a:pt x="30" y="0"/>
                </a:lnTo>
                <a:lnTo>
                  <a:pt x="35" y="15"/>
                </a:lnTo>
                <a:lnTo>
                  <a:pt x="33" y="15"/>
                </a:lnTo>
                <a:lnTo>
                  <a:pt x="32" y="10"/>
                </a:lnTo>
                <a:lnTo>
                  <a:pt x="26" y="10"/>
                </a:lnTo>
                <a:lnTo>
                  <a:pt x="25" y="15"/>
                </a:lnTo>
                <a:lnTo>
                  <a:pt x="23" y="15"/>
                </a:lnTo>
                <a:close/>
                <a:moveTo>
                  <a:pt x="27" y="9"/>
                </a:moveTo>
                <a:lnTo>
                  <a:pt x="31" y="9"/>
                </a:lnTo>
                <a:lnTo>
                  <a:pt x="30" y="5"/>
                </a:lnTo>
                <a:cubicBezTo>
                  <a:pt x="29" y="4"/>
                  <a:pt x="29" y="3"/>
                  <a:pt x="29" y="2"/>
                </a:cubicBezTo>
                <a:cubicBezTo>
                  <a:pt x="29" y="3"/>
                  <a:pt x="28" y="4"/>
                  <a:pt x="28" y="5"/>
                </a:cubicBezTo>
                <a:lnTo>
                  <a:pt x="27" y="9"/>
                </a:lnTo>
                <a:close/>
              </a:path>
              <a:path w="471" h="15">
                <a:moveTo>
                  <a:pt x="35" y="15"/>
                </a:moveTo>
                <a:lnTo>
                  <a:pt x="35" y="13"/>
                </a:lnTo>
                <a:lnTo>
                  <a:pt x="41" y="4"/>
                </a:lnTo>
                <a:cubicBezTo>
                  <a:pt x="42" y="3"/>
                  <a:pt x="42" y="2"/>
                  <a:pt x="42" y="2"/>
                </a:cubicBezTo>
                <a:lnTo>
                  <a:pt x="35" y="2"/>
                </a:lnTo>
                <a:lnTo>
                  <a:pt x="35" y="0"/>
                </a:lnTo>
                <a:lnTo>
                  <a:pt x="44" y="0"/>
                </a:lnTo>
                <a:lnTo>
                  <a:pt x="44" y="2"/>
                </a:lnTo>
                <a:lnTo>
                  <a:pt x="37" y="12"/>
                </a:lnTo>
                <a:lnTo>
                  <a:pt x="37" y="13"/>
                </a:lnTo>
                <a:lnTo>
                  <a:pt x="45" y="13"/>
                </a:lnTo>
                <a:lnTo>
                  <a:pt x="45" y="15"/>
                </a:lnTo>
                <a:lnTo>
                  <a:pt x="35" y="15"/>
                </a:lnTo>
                <a:close/>
              </a:path>
              <a:path w="471" h="15">
                <a:moveTo>
                  <a:pt x="46" y="15"/>
                </a:moveTo>
                <a:lnTo>
                  <a:pt x="46" y="0"/>
                </a:lnTo>
                <a:lnTo>
                  <a:pt x="48" y="0"/>
                </a:lnTo>
                <a:lnTo>
                  <a:pt x="48" y="6"/>
                </a:lnTo>
                <a:lnTo>
                  <a:pt x="54" y="6"/>
                </a:lnTo>
                <a:lnTo>
                  <a:pt x="54" y="0"/>
                </a:lnTo>
                <a:lnTo>
                  <a:pt x="56" y="0"/>
                </a:lnTo>
                <a:lnTo>
                  <a:pt x="56" y="15"/>
                </a:lnTo>
                <a:lnTo>
                  <a:pt x="54" y="15"/>
                </a:lnTo>
                <a:lnTo>
                  <a:pt x="54" y="8"/>
                </a:lnTo>
                <a:lnTo>
                  <a:pt x="48" y="8"/>
                </a:lnTo>
                <a:lnTo>
                  <a:pt x="48" y="15"/>
                </a:lnTo>
                <a:lnTo>
                  <a:pt x="46" y="15"/>
                </a:lnTo>
                <a:close/>
              </a:path>
              <a:path w="471" h="15">
                <a:moveTo>
                  <a:pt x="58" y="8"/>
                </a:moveTo>
                <a:cubicBezTo>
                  <a:pt x="58" y="5"/>
                  <a:pt x="58" y="3"/>
                  <a:pt x="59" y="2"/>
                </a:cubicBezTo>
                <a:cubicBezTo>
                  <a:pt x="60" y="1"/>
                  <a:pt x="62" y="0"/>
                  <a:pt x="64" y="0"/>
                </a:cubicBezTo>
                <a:cubicBezTo>
                  <a:pt x="65" y="0"/>
                  <a:pt x="66" y="0"/>
                  <a:pt x="67" y="1"/>
                </a:cubicBezTo>
                <a:cubicBezTo>
                  <a:pt x="68" y="2"/>
                  <a:pt x="68" y="3"/>
                  <a:pt x="69" y="4"/>
                </a:cubicBezTo>
                <a:cubicBezTo>
                  <a:pt x="69" y="5"/>
                  <a:pt x="70" y="6"/>
                  <a:pt x="70" y="8"/>
                </a:cubicBezTo>
                <a:cubicBezTo>
                  <a:pt x="70" y="9"/>
                  <a:pt x="69" y="10"/>
                  <a:pt x="69" y="11"/>
                </a:cubicBezTo>
                <a:cubicBezTo>
                  <a:pt x="68" y="13"/>
                  <a:pt x="68" y="13"/>
                  <a:pt x="67" y="14"/>
                </a:cubicBezTo>
                <a:cubicBezTo>
                  <a:pt x="66" y="15"/>
                  <a:pt x="65" y="15"/>
                  <a:pt x="64" y="15"/>
                </a:cubicBezTo>
                <a:cubicBezTo>
                  <a:pt x="62" y="15"/>
                  <a:pt x="61" y="15"/>
                  <a:pt x="60" y="14"/>
                </a:cubicBezTo>
                <a:cubicBezTo>
                  <a:pt x="59" y="13"/>
                  <a:pt x="59" y="12"/>
                  <a:pt x="58" y="11"/>
                </a:cubicBezTo>
                <a:cubicBezTo>
                  <a:pt x="58" y="10"/>
                  <a:pt x="58" y="9"/>
                  <a:pt x="58" y="8"/>
                </a:cubicBezTo>
                <a:close/>
                <a:moveTo>
                  <a:pt x="59" y="8"/>
                </a:moveTo>
                <a:cubicBezTo>
                  <a:pt x="59" y="9"/>
                  <a:pt x="60" y="11"/>
                  <a:pt x="60" y="12"/>
                </a:cubicBezTo>
                <a:cubicBezTo>
                  <a:pt x="61" y="13"/>
                  <a:pt x="62" y="13"/>
                  <a:pt x="64" y="13"/>
                </a:cubicBezTo>
                <a:cubicBezTo>
                  <a:pt x="65" y="13"/>
                  <a:pt x="66" y="13"/>
                  <a:pt x="67" y="12"/>
                </a:cubicBezTo>
                <a:cubicBezTo>
                  <a:pt x="67" y="11"/>
                  <a:pt x="68" y="9"/>
                  <a:pt x="68" y="7"/>
                </a:cubicBezTo>
                <a:cubicBezTo>
                  <a:pt x="68" y="6"/>
                  <a:pt x="68" y="5"/>
                  <a:pt x="67" y="4"/>
                </a:cubicBezTo>
                <a:cubicBezTo>
                  <a:pt x="67" y="4"/>
                  <a:pt x="66" y="3"/>
                  <a:pt x="66" y="2"/>
                </a:cubicBezTo>
                <a:cubicBezTo>
                  <a:pt x="65" y="2"/>
                  <a:pt x="64" y="2"/>
                  <a:pt x="64" y="2"/>
                </a:cubicBezTo>
                <a:cubicBezTo>
                  <a:pt x="62" y="2"/>
                  <a:pt x="61" y="2"/>
                  <a:pt x="61" y="3"/>
                </a:cubicBezTo>
                <a:cubicBezTo>
                  <a:pt x="60" y="4"/>
                  <a:pt x="59" y="6"/>
                  <a:pt x="59" y="8"/>
                </a:cubicBezTo>
                <a:close/>
              </a:path>
              <a:path w="471" h="15">
                <a:moveTo>
                  <a:pt x="71" y="15"/>
                </a:moveTo>
                <a:lnTo>
                  <a:pt x="71" y="0"/>
                </a:lnTo>
                <a:lnTo>
                  <a:pt x="73" y="0"/>
                </a:lnTo>
                <a:lnTo>
                  <a:pt x="79" y="12"/>
                </a:lnTo>
                <a:lnTo>
                  <a:pt x="79" y="0"/>
                </a:lnTo>
                <a:lnTo>
                  <a:pt x="81" y="0"/>
                </a:lnTo>
                <a:lnTo>
                  <a:pt x="81" y="15"/>
                </a:lnTo>
                <a:lnTo>
                  <a:pt x="79" y="15"/>
                </a:lnTo>
                <a:lnTo>
                  <a:pt x="73" y="3"/>
                </a:lnTo>
                <a:lnTo>
                  <a:pt x="73" y="15"/>
                </a:lnTo>
                <a:lnTo>
                  <a:pt x="71" y="15"/>
                </a:lnTo>
                <a:close/>
              </a:path>
              <a:path w="471" h="15">
                <a:moveTo>
                  <a:pt x="89" y="9"/>
                </a:moveTo>
                <a:lnTo>
                  <a:pt x="89" y="7"/>
                </a:lnTo>
                <a:lnTo>
                  <a:pt x="94" y="7"/>
                </a:lnTo>
                <a:lnTo>
                  <a:pt x="94" y="13"/>
                </a:lnTo>
                <a:cubicBezTo>
                  <a:pt x="94" y="13"/>
                  <a:pt x="93" y="14"/>
                  <a:pt x="92" y="14"/>
                </a:cubicBezTo>
                <a:cubicBezTo>
                  <a:pt x="91" y="15"/>
                  <a:pt x="90" y="15"/>
                  <a:pt x="89" y="15"/>
                </a:cubicBezTo>
                <a:cubicBezTo>
                  <a:pt x="88" y="15"/>
                  <a:pt x="87" y="15"/>
                  <a:pt x="86" y="14"/>
                </a:cubicBezTo>
                <a:cubicBezTo>
                  <a:pt x="85" y="13"/>
                  <a:pt x="84" y="13"/>
                  <a:pt x="84" y="11"/>
                </a:cubicBezTo>
                <a:cubicBezTo>
                  <a:pt x="83" y="10"/>
                  <a:pt x="83" y="9"/>
                  <a:pt x="83" y="8"/>
                </a:cubicBezTo>
                <a:cubicBezTo>
                  <a:pt x="83" y="6"/>
                  <a:pt x="83" y="5"/>
                  <a:pt x="84" y="4"/>
                </a:cubicBezTo>
                <a:cubicBezTo>
                  <a:pt x="84" y="2"/>
                  <a:pt x="85" y="2"/>
                  <a:pt x="86" y="1"/>
                </a:cubicBezTo>
                <a:cubicBezTo>
                  <a:pt x="87" y="0"/>
                  <a:pt x="88" y="0"/>
                  <a:pt x="89" y="0"/>
                </a:cubicBezTo>
                <a:cubicBezTo>
                  <a:pt x="90" y="0"/>
                  <a:pt x="91" y="0"/>
                  <a:pt x="92" y="1"/>
                </a:cubicBezTo>
                <a:cubicBezTo>
                  <a:pt x="92" y="1"/>
                  <a:pt x="93" y="1"/>
                  <a:pt x="93" y="2"/>
                </a:cubicBezTo>
                <a:cubicBezTo>
                  <a:pt x="94" y="3"/>
                  <a:pt x="94" y="3"/>
                  <a:pt x="94" y="4"/>
                </a:cubicBezTo>
                <a:lnTo>
                  <a:pt x="93" y="5"/>
                </a:lnTo>
                <a:cubicBezTo>
                  <a:pt x="93" y="4"/>
                  <a:pt x="92" y="3"/>
                  <a:pt x="92" y="3"/>
                </a:cubicBezTo>
                <a:cubicBezTo>
                  <a:pt x="92" y="3"/>
                  <a:pt x="91" y="2"/>
                  <a:pt x="91" y="2"/>
                </a:cubicBezTo>
                <a:cubicBezTo>
                  <a:pt x="90" y="2"/>
                  <a:pt x="90" y="2"/>
                  <a:pt x="89" y="2"/>
                </a:cubicBezTo>
                <a:cubicBezTo>
                  <a:pt x="88" y="2"/>
                  <a:pt x="88" y="2"/>
                  <a:pt x="87" y="2"/>
                </a:cubicBezTo>
                <a:cubicBezTo>
                  <a:pt x="87" y="2"/>
                  <a:pt x="86" y="3"/>
                  <a:pt x="86" y="3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5" y="6"/>
                  <a:pt x="85" y="7"/>
                </a:cubicBezTo>
                <a:cubicBezTo>
                  <a:pt x="85" y="9"/>
                  <a:pt x="85" y="10"/>
                  <a:pt x="85" y="11"/>
                </a:cubicBezTo>
                <a:cubicBezTo>
                  <a:pt x="86" y="12"/>
                  <a:pt x="86" y="12"/>
                  <a:pt x="87" y="13"/>
                </a:cubicBezTo>
                <a:cubicBezTo>
                  <a:pt x="88" y="13"/>
                  <a:pt x="88" y="13"/>
                  <a:pt x="89" y="13"/>
                </a:cubicBezTo>
                <a:cubicBezTo>
                  <a:pt x="90" y="13"/>
                  <a:pt x="91" y="13"/>
                  <a:pt x="91" y="13"/>
                </a:cubicBezTo>
                <a:cubicBezTo>
                  <a:pt x="92" y="12"/>
                  <a:pt x="92" y="12"/>
                  <a:pt x="93" y="12"/>
                </a:cubicBezTo>
                <a:lnTo>
                  <a:pt x="93" y="9"/>
                </a:lnTo>
                <a:lnTo>
                  <a:pt x="89" y="9"/>
                </a:lnTo>
                <a:close/>
              </a:path>
              <a:path w="471" h="15">
                <a:moveTo>
                  <a:pt x="110" y="0"/>
                </a:moveTo>
                <a:lnTo>
                  <a:pt x="112" y="0"/>
                </a:lnTo>
                <a:lnTo>
                  <a:pt x="112" y="9"/>
                </a:lnTo>
                <a:cubicBezTo>
                  <a:pt x="112" y="10"/>
                  <a:pt x="111" y="11"/>
                  <a:pt x="111" y="12"/>
                </a:cubicBezTo>
                <a:cubicBezTo>
                  <a:pt x="111" y="13"/>
                  <a:pt x="110" y="14"/>
                  <a:pt x="110" y="14"/>
                </a:cubicBezTo>
                <a:cubicBezTo>
                  <a:pt x="109" y="15"/>
                  <a:pt x="108" y="15"/>
                  <a:pt x="107" y="15"/>
                </a:cubicBezTo>
                <a:cubicBezTo>
                  <a:pt x="106" y="15"/>
                  <a:pt x="105" y="15"/>
                  <a:pt x="104" y="14"/>
                </a:cubicBezTo>
                <a:cubicBezTo>
                  <a:pt x="103" y="14"/>
                  <a:pt x="103" y="13"/>
                  <a:pt x="102" y="12"/>
                </a:cubicBezTo>
                <a:cubicBezTo>
                  <a:pt x="102" y="11"/>
                  <a:pt x="102" y="10"/>
                  <a:pt x="102" y="9"/>
                </a:cubicBezTo>
                <a:lnTo>
                  <a:pt x="102" y="0"/>
                </a:lnTo>
                <a:lnTo>
                  <a:pt x="103" y="0"/>
                </a:lnTo>
                <a:lnTo>
                  <a:pt x="103" y="9"/>
                </a:lnTo>
                <a:cubicBezTo>
                  <a:pt x="103" y="10"/>
                  <a:pt x="104" y="11"/>
                  <a:pt x="104" y="11"/>
                </a:cubicBezTo>
                <a:cubicBezTo>
                  <a:pt x="104" y="12"/>
                  <a:pt x="104" y="12"/>
                  <a:pt x="105" y="13"/>
                </a:cubicBezTo>
                <a:cubicBezTo>
                  <a:pt x="105" y="13"/>
                  <a:pt x="106" y="13"/>
                  <a:pt x="107" y="13"/>
                </a:cubicBezTo>
                <a:cubicBezTo>
                  <a:pt x="108" y="13"/>
                  <a:pt x="109" y="13"/>
                  <a:pt x="109" y="12"/>
                </a:cubicBezTo>
                <a:cubicBezTo>
                  <a:pt x="110" y="12"/>
                  <a:pt x="110" y="10"/>
                  <a:pt x="110" y="9"/>
                </a:cubicBezTo>
                <a:lnTo>
                  <a:pt x="110" y="0"/>
                </a:lnTo>
                <a:close/>
              </a:path>
              <a:path w="471" h="15">
                <a:moveTo>
                  <a:pt x="114" y="15"/>
                </a:moveTo>
                <a:lnTo>
                  <a:pt x="114" y="0"/>
                </a:lnTo>
                <a:lnTo>
                  <a:pt x="116" y="0"/>
                </a:lnTo>
                <a:lnTo>
                  <a:pt x="122" y="12"/>
                </a:lnTo>
                <a:lnTo>
                  <a:pt x="122" y="0"/>
                </a:lnTo>
                <a:lnTo>
                  <a:pt x="124" y="0"/>
                </a:lnTo>
                <a:lnTo>
                  <a:pt x="124" y="15"/>
                </a:lnTo>
                <a:lnTo>
                  <a:pt x="122" y="15"/>
                </a:lnTo>
                <a:lnTo>
                  <a:pt x="115" y="3"/>
                </a:lnTo>
                <a:lnTo>
                  <a:pt x="115" y="15"/>
                </a:lnTo>
                <a:lnTo>
                  <a:pt x="114" y="15"/>
                </a:lnTo>
                <a:close/>
              </a:path>
              <a:path w="471" h="15">
                <a:moveTo>
                  <a:pt x="126" y="15"/>
                </a:moveTo>
                <a:lnTo>
                  <a:pt x="126" y="0"/>
                </a:lnTo>
                <a:lnTo>
                  <a:pt x="128" y="0"/>
                </a:lnTo>
                <a:lnTo>
                  <a:pt x="128" y="15"/>
                </a:lnTo>
                <a:lnTo>
                  <a:pt x="126" y="15"/>
                </a:lnTo>
                <a:close/>
              </a:path>
              <a:path w="471" h="15">
                <a:moveTo>
                  <a:pt x="134" y="15"/>
                </a:moveTo>
                <a:lnTo>
                  <a:pt x="129" y="0"/>
                </a:lnTo>
                <a:lnTo>
                  <a:pt x="131" y="0"/>
                </a:lnTo>
                <a:lnTo>
                  <a:pt x="134" y="11"/>
                </a:lnTo>
                <a:cubicBezTo>
                  <a:pt x="134" y="12"/>
                  <a:pt x="135" y="12"/>
                  <a:pt x="135" y="13"/>
                </a:cubicBezTo>
                <a:cubicBezTo>
                  <a:pt x="135" y="12"/>
                  <a:pt x="135" y="12"/>
                  <a:pt x="135" y="11"/>
                </a:cubicBezTo>
                <a:lnTo>
                  <a:pt x="139" y="0"/>
                </a:lnTo>
                <a:lnTo>
                  <a:pt x="141" y="0"/>
                </a:lnTo>
                <a:lnTo>
                  <a:pt x="136" y="15"/>
                </a:lnTo>
                <a:lnTo>
                  <a:pt x="134" y="15"/>
                </a:lnTo>
                <a:close/>
              </a:path>
              <a:path w="471" h="15">
                <a:moveTo>
                  <a:pt x="142" y="15"/>
                </a:moveTo>
                <a:lnTo>
                  <a:pt x="142" y="0"/>
                </a:lnTo>
                <a:lnTo>
                  <a:pt x="151" y="0"/>
                </a:lnTo>
                <a:lnTo>
                  <a:pt x="151" y="2"/>
                </a:lnTo>
                <a:lnTo>
                  <a:pt x="143" y="2"/>
                </a:lnTo>
                <a:lnTo>
                  <a:pt x="143" y="6"/>
                </a:lnTo>
                <a:lnTo>
                  <a:pt x="150" y="6"/>
                </a:lnTo>
                <a:lnTo>
                  <a:pt x="150" y="8"/>
                </a:lnTo>
                <a:lnTo>
                  <a:pt x="143" y="8"/>
                </a:lnTo>
                <a:lnTo>
                  <a:pt x="143" y="13"/>
                </a:lnTo>
                <a:lnTo>
                  <a:pt x="151" y="13"/>
                </a:lnTo>
                <a:lnTo>
                  <a:pt x="151" y="15"/>
                </a:lnTo>
                <a:lnTo>
                  <a:pt x="142" y="15"/>
                </a:lnTo>
                <a:close/>
              </a:path>
              <a:path w="471" h="15">
                <a:moveTo>
                  <a:pt x="153" y="15"/>
                </a:moveTo>
                <a:lnTo>
                  <a:pt x="153" y="0"/>
                </a:lnTo>
                <a:lnTo>
                  <a:pt x="158" y="0"/>
                </a:lnTo>
                <a:cubicBezTo>
                  <a:pt x="159" y="0"/>
                  <a:pt x="160" y="0"/>
                  <a:pt x="161" y="1"/>
                </a:cubicBezTo>
                <a:cubicBezTo>
                  <a:pt x="161" y="1"/>
                  <a:pt x="162" y="1"/>
                  <a:pt x="162" y="2"/>
                </a:cubicBezTo>
                <a:cubicBezTo>
                  <a:pt x="163" y="3"/>
                  <a:pt x="163" y="3"/>
                  <a:pt x="163" y="4"/>
                </a:cubicBezTo>
                <a:cubicBezTo>
                  <a:pt x="163" y="5"/>
                  <a:pt x="162" y="6"/>
                  <a:pt x="162" y="7"/>
                </a:cubicBezTo>
                <a:cubicBezTo>
                  <a:pt x="161" y="7"/>
                  <a:pt x="160" y="8"/>
                  <a:pt x="159" y="8"/>
                </a:cubicBezTo>
                <a:cubicBezTo>
                  <a:pt x="160" y="8"/>
                  <a:pt x="160" y="9"/>
                  <a:pt x="160" y="9"/>
                </a:cubicBezTo>
                <a:cubicBezTo>
                  <a:pt x="161" y="9"/>
                  <a:pt x="161" y="10"/>
                  <a:pt x="162" y="11"/>
                </a:cubicBezTo>
                <a:lnTo>
                  <a:pt x="164" y="15"/>
                </a:lnTo>
                <a:lnTo>
                  <a:pt x="162" y="15"/>
                </a:lnTo>
                <a:lnTo>
                  <a:pt x="160" y="12"/>
                </a:lnTo>
                <a:cubicBezTo>
                  <a:pt x="160" y="11"/>
                  <a:pt x="159" y="10"/>
                  <a:pt x="159" y="10"/>
                </a:cubicBezTo>
                <a:cubicBezTo>
                  <a:pt x="159" y="9"/>
                  <a:pt x="158" y="9"/>
                  <a:pt x="158" y="9"/>
                </a:cubicBezTo>
                <a:cubicBezTo>
                  <a:pt x="158" y="9"/>
                  <a:pt x="158" y="8"/>
                  <a:pt x="157" y="8"/>
                </a:cubicBezTo>
                <a:cubicBezTo>
                  <a:pt x="157" y="8"/>
                  <a:pt x="157" y="8"/>
                  <a:pt x="156" y="8"/>
                </a:cubicBezTo>
                <a:lnTo>
                  <a:pt x="154" y="8"/>
                </a:lnTo>
                <a:lnTo>
                  <a:pt x="154" y="15"/>
                </a:lnTo>
                <a:lnTo>
                  <a:pt x="153" y="15"/>
                </a:lnTo>
                <a:close/>
                <a:moveTo>
                  <a:pt x="154" y="7"/>
                </a:moveTo>
                <a:lnTo>
                  <a:pt x="158" y="7"/>
                </a:lnTo>
                <a:cubicBezTo>
                  <a:pt x="159" y="7"/>
                  <a:pt x="159" y="7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5"/>
                  <a:pt x="161" y="5"/>
                  <a:pt x="161" y="4"/>
                </a:cubicBezTo>
                <a:cubicBezTo>
                  <a:pt x="161" y="4"/>
                  <a:pt x="161" y="3"/>
                  <a:pt x="160" y="3"/>
                </a:cubicBezTo>
                <a:cubicBezTo>
                  <a:pt x="160" y="2"/>
                  <a:pt x="159" y="2"/>
                  <a:pt x="158" y="2"/>
                </a:cubicBezTo>
                <a:lnTo>
                  <a:pt x="154" y="2"/>
                </a:lnTo>
                <a:lnTo>
                  <a:pt x="154" y="7"/>
                </a:lnTo>
                <a:close/>
              </a:path>
              <a:path w="471" h="15">
                <a:moveTo>
                  <a:pt x="164" y="10"/>
                </a:moveTo>
                <a:lnTo>
                  <a:pt x="166" y="10"/>
                </a:lnTo>
                <a:cubicBezTo>
                  <a:pt x="166" y="11"/>
                  <a:pt x="166" y="11"/>
                  <a:pt x="166" y="12"/>
                </a:cubicBezTo>
                <a:cubicBezTo>
                  <a:pt x="167" y="12"/>
                  <a:pt x="167" y="13"/>
                  <a:pt x="168" y="13"/>
                </a:cubicBezTo>
                <a:cubicBezTo>
                  <a:pt x="168" y="13"/>
                  <a:pt x="169" y="13"/>
                  <a:pt x="170" y="13"/>
                </a:cubicBezTo>
                <a:cubicBezTo>
                  <a:pt x="170" y="13"/>
                  <a:pt x="171" y="13"/>
                  <a:pt x="171" y="13"/>
                </a:cubicBezTo>
                <a:cubicBezTo>
                  <a:pt x="172" y="13"/>
                  <a:pt x="172" y="12"/>
                  <a:pt x="172" y="12"/>
                </a:cubicBezTo>
                <a:cubicBezTo>
                  <a:pt x="173" y="12"/>
                  <a:pt x="173" y="11"/>
                  <a:pt x="173" y="11"/>
                </a:cubicBezTo>
                <a:cubicBezTo>
                  <a:pt x="173" y="10"/>
                  <a:pt x="173" y="10"/>
                  <a:pt x="172" y="10"/>
                </a:cubicBezTo>
                <a:cubicBezTo>
                  <a:pt x="172" y="9"/>
                  <a:pt x="172" y="9"/>
                  <a:pt x="171" y="9"/>
                </a:cubicBezTo>
                <a:cubicBezTo>
                  <a:pt x="171" y="9"/>
                  <a:pt x="170" y="8"/>
                  <a:pt x="169" y="8"/>
                </a:cubicBezTo>
                <a:cubicBezTo>
                  <a:pt x="168" y="8"/>
                  <a:pt x="167" y="7"/>
                  <a:pt x="167" y="7"/>
                </a:cubicBezTo>
                <a:cubicBezTo>
                  <a:pt x="166" y="7"/>
                  <a:pt x="166" y="6"/>
                  <a:pt x="165" y="6"/>
                </a:cubicBezTo>
                <a:cubicBezTo>
                  <a:pt x="165" y="5"/>
                  <a:pt x="165" y="5"/>
                  <a:pt x="165" y="4"/>
                </a:cubicBezTo>
                <a:cubicBezTo>
                  <a:pt x="165" y="3"/>
                  <a:pt x="165" y="3"/>
                  <a:pt x="165" y="2"/>
                </a:cubicBezTo>
                <a:cubicBezTo>
                  <a:pt x="166" y="1"/>
                  <a:pt x="166" y="1"/>
                  <a:pt x="167" y="1"/>
                </a:cubicBezTo>
                <a:cubicBezTo>
                  <a:pt x="168" y="0"/>
                  <a:pt x="168" y="0"/>
                  <a:pt x="169" y="0"/>
                </a:cubicBezTo>
                <a:cubicBezTo>
                  <a:pt x="170" y="0"/>
                  <a:pt x="171" y="0"/>
                  <a:pt x="172" y="1"/>
                </a:cubicBezTo>
                <a:cubicBezTo>
                  <a:pt x="172" y="1"/>
                  <a:pt x="173" y="1"/>
                  <a:pt x="173" y="2"/>
                </a:cubicBezTo>
                <a:cubicBezTo>
                  <a:pt x="174" y="3"/>
                  <a:pt x="174" y="3"/>
                  <a:pt x="174" y="4"/>
                </a:cubicBezTo>
                <a:lnTo>
                  <a:pt x="172" y="4"/>
                </a:lnTo>
                <a:cubicBezTo>
                  <a:pt x="172" y="4"/>
                  <a:pt x="172" y="3"/>
                  <a:pt x="171" y="2"/>
                </a:cubicBezTo>
                <a:cubicBezTo>
                  <a:pt x="171" y="2"/>
                  <a:pt x="170" y="2"/>
                  <a:pt x="169" y="2"/>
                </a:cubicBezTo>
                <a:cubicBezTo>
                  <a:pt x="168" y="2"/>
                  <a:pt x="168" y="2"/>
                  <a:pt x="167" y="2"/>
                </a:cubicBezTo>
                <a:cubicBezTo>
                  <a:pt x="167" y="3"/>
                  <a:pt x="166" y="3"/>
                  <a:pt x="166" y="4"/>
                </a:cubicBezTo>
                <a:cubicBezTo>
                  <a:pt x="166" y="4"/>
                  <a:pt x="167" y="5"/>
                  <a:pt x="167" y="5"/>
                </a:cubicBezTo>
                <a:cubicBezTo>
                  <a:pt x="167" y="5"/>
                  <a:pt x="168" y="6"/>
                  <a:pt x="169" y="6"/>
                </a:cubicBezTo>
                <a:cubicBezTo>
                  <a:pt x="171" y="7"/>
                  <a:pt x="172" y="7"/>
                  <a:pt x="172" y="7"/>
                </a:cubicBezTo>
                <a:cubicBezTo>
                  <a:pt x="173" y="7"/>
                  <a:pt x="173" y="8"/>
                  <a:pt x="174" y="9"/>
                </a:cubicBezTo>
                <a:cubicBezTo>
                  <a:pt x="174" y="9"/>
                  <a:pt x="174" y="10"/>
                  <a:pt x="174" y="11"/>
                </a:cubicBezTo>
                <a:cubicBezTo>
                  <a:pt x="174" y="11"/>
                  <a:pt x="174" y="12"/>
                  <a:pt x="174" y="13"/>
                </a:cubicBezTo>
                <a:cubicBezTo>
                  <a:pt x="173" y="13"/>
                  <a:pt x="173" y="14"/>
                  <a:pt x="172" y="14"/>
                </a:cubicBezTo>
                <a:cubicBezTo>
                  <a:pt x="171" y="15"/>
                  <a:pt x="171" y="15"/>
                  <a:pt x="170" y="15"/>
                </a:cubicBezTo>
                <a:cubicBezTo>
                  <a:pt x="169" y="15"/>
                  <a:pt x="168" y="15"/>
                  <a:pt x="167" y="14"/>
                </a:cubicBezTo>
                <a:cubicBezTo>
                  <a:pt x="166" y="14"/>
                  <a:pt x="165" y="13"/>
                  <a:pt x="165" y="13"/>
                </a:cubicBezTo>
                <a:cubicBezTo>
                  <a:pt x="165" y="12"/>
                  <a:pt x="164" y="11"/>
                  <a:pt x="164" y="10"/>
                </a:cubicBezTo>
                <a:close/>
              </a:path>
              <a:path w="471" h="15">
                <a:moveTo>
                  <a:pt x="176" y="15"/>
                </a:moveTo>
                <a:lnTo>
                  <a:pt x="176" y="0"/>
                </a:lnTo>
                <a:lnTo>
                  <a:pt x="178" y="0"/>
                </a:lnTo>
                <a:lnTo>
                  <a:pt x="178" y="15"/>
                </a:lnTo>
                <a:lnTo>
                  <a:pt x="176" y="15"/>
                </a:lnTo>
                <a:close/>
              </a:path>
              <a:path w="471" h="15">
                <a:moveTo>
                  <a:pt x="184" y="15"/>
                </a:moveTo>
                <a:lnTo>
                  <a:pt x="184" y="2"/>
                </a:lnTo>
                <a:lnTo>
                  <a:pt x="179" y="2"/>
                </a:lnTo>
                <a:lnTo>
                  <a:pt x="179" y="0"/>
                </a:lnTo>
                <a:lnTo>
                  <a:pt x="189" y="0"/>
                </a:lnTo>
                <a:lnTo>
                  <a:pt x="189" y="2"/>
                </a:lnTo>
                <a:lnTo>
                  <a:pt x="185" y="2"/>
                </a:lnTo>
                <a:lnTo>
                  <a:pt x="185" y="15"/>
                </a:lnTo>
                <a:lnTo>
                  <a:pt x="184" y="15"/>
                </a:lnTo>
                <a:close/>
              </a:path>
              <a:path w="471" h="15">
                <a:moveTo>
                  <a:pt x="194" y="15"/>
                </a:moveTo>
                <a:lnTo>
                  <a:pt x="194" y="9"/>
                </a:lnTo>
                <a:lnTo>
                  <a:pt x="189" y="0"/>
                </a:lnTo>
                <a:lnTo>
                  <a:pt x="191" y="0"/>
                </a:lnTo>
                <a:lnTo>
                  <a:pt x="194" y="5"/>
                </a:lnTo>
                <a:cubicBezTo>
                  <a:pt x="194" y="5"/>
                  <a:pt x="195" y="6"/>
                  <a:pt x="195" y="7"/>
                </a:cubicBezTo>
                <a:cubicBezTo>
                  <a:pt x="195" y="6"/>
                  <a:pt x="196" y="5"/>
                  <a:pt x="196" y="5"/>
                </a:cubicBezTo>
                <a:lnTo>
                  <a:pt x="199" y="0"/>
                </a:lnTo>
                <a:lnTo>
                  <a:pt x="201" y="0"/>
                </a:lnTo>
                <a:lnTo>
                  <a:pt x="196" y="9"/>
                </a:lnTo>
                <a:lnTo>
                  <a:pt x="196" y="15"/>
                </a:lnTo>
                <a:lnTo>
                  <a:pt x="194" y="15"/>
                </a:lnTo>
                <a:close/>
              </a:path>
              <a:path w="471" h="15">
                <a:moveTo>
                  <a:pt x="206" y="8"/>
                </a:moveTo>
                <a:cubicBezTo>
                  <a:pt x="206" y="5"/>
                  <a:pt x="207" y="3"/>
                  <a:pt x="208" y="2"/>
                </a:cubicBezTo>
                <a:cubicBezTo>
                  <a:pt x="209" y="1"/>
                  <a:pt x="211" y="0"/>
                  <a:pt x="212" y="0"/>
                </a:cubicBezTo>
                <a:cubicBezTo>
                  <a:pt x="213" y="0"/>
                  <a:pt x="214" y="0"/>
                  <a:pt x="215" y="1"/>
                </a:cubicBezTo>
                <a:cubicBezTo>
                  <a:pt x="216" y="2"/>
                  <a:pt x="217" y="3"/>
                  <a:pt x="218" y="4"/>
                </a:cubicBezTo>
                <a:cubicBezTo>
                  <a:pt x="218" y="5"/>
                  <a:pt x="218" y="6"/>
                  <a:pt x="218" y="8"/>
                </a:cubicBezTo>
                <a:cubicBezTo>
                  <a:pt x="218" y="9"/>
                  <a:pt x="218" y="10"/>
                  <a:pt x="217" y="11"/>
                </a:cubicBezTo>
                <a:cubicBezTo>
                  <a:pt x="217" y="13"/>
                  <a:pt x="216" y="13"/>
                  <a:pt x="215" y="14"/>
                </a:cubicBezTo>
                <a:cubicBezTo>
                  <a:pt x="214" y="15"/>
                  <a:pt x="213" y="15"/>
                  <a:pt x="212" y="15"/>
                </a:cubicBezTo>
                <a:cubicBezTo>
                  <a:pt x="211" y="15"/>
                  <a:pt x="210" y="15"/>
                  <a:pt x="209" y="14"/>
                </a:cubicBezTo>
                <a:cubicBezTo>
                  <a:pt x="208" y="13"/>
                  <a:pt x="207" y="12"/>
                  <a:pt x="207" y="11"/>
                </a:cubicBezTo>
                <a:cubicBezTo>
                  <a:pt x="207" y="10"/>
                  <a:pt x="206" y="9"/>
                  <a:pt x="206" y="8"/>
                </a:cubicBezTo>
                <a:close/>
                <a:moveTo>
                  <a:pt x="208" y="8"/>
                </a:moveTo>
                <a:cubicBezTo>
                  <a:pt x="208" y="9"/>
                  <a:pt x="208" y="11"/>
                  <a:pt x="209" y="12"/>
                </a:cubicBezTo>
                <a:cubicBezTo>
                  <a:pt x="210" y="13"/>
                  <a:pt x="211" y="13"/>
                  <a:pt x="212" y="13"/>
                </a:cubicBezTo>
                <a:cubicBezTo>
                  <a:pt x="214" y="13"/>
                  <a:pt x="215" y="13"/>
                  <a:pt x="215" y="12"/>
                </a:cubicBezTo>
                <a:cubicBezTo>
                  <a:pt x="216" y="11"/>
                  <a:pt x="217" y="9"/>
                  <a:pt x="217" y="7"/>
                </a:cubicBezTo>
                <a:cubicBezTo>
                  <a:pt x="217" y="6"/>
                  <a:pt x="216" y="5"/>
                  <a:pt x="216" y="4"/>
                </a:cubicBezTo>
                <a:cubicBezTo>
                  <a:pt x="216" y="4"/>
                  <a:pt x="215" y="3"/>
                  <a:pt x="215" y="2"/>
                </a:cubicBezTo>
                <a:cubicBezTo>
                  <a:pt x="214" y="2"/>
                  <a:pt x="213" y="2"/>
                  <a:pt x="212" y="2"/>
                </a:cubicBezTo>
                <a:cubicBezTo>
                  <a:pt x="211" y="2"/>
                  <a:pt x="210" y="2"/>
                  <a:pt x="209" y="3"/>
                </a:cubicBezTo>
                <a:cubicBezTo>
                  <a:pt x="208" y="4"/>
                  <a:pt x="208" y="6"/>
                  <a:pt x="208" y="8"/>
                </a:cubicBezTo>
                <a:close/>
              </a:path>
              <a:path w="471" h="15">
                <a:moveTo>
                  <a:pt x="220" y="15"/>
                </a:moveTo>
                <a:lnTo>
                  <a:pt x="220" y="0"/>
                </a:lnTo>
                <a:lnTo>
                  <a:pt x="228" y="0"/>
                </a:lnTo>
                <a:lnTo>
                  <a:pt x="228" y="2"/>
                </a:lnTo>
                <a:lnTo>
                  <a:pt x="222" y="2"/>
                </a:lnTo>
                <a:lnTo>
                  <a:pt x="222" y="6"/>
                </a:lnTo>
                <a:lnTo>
                  <a:pt x="228" y="6"/>
                </a:lnTo>
                <a:lnTo>
                  <a:pt x="228" y="8"/>
                </a:lnTo>
                <a:lnTo>
                  <a:pt x="222" y="8"/>
                </a:lnTo>
                <a:lnTo>
                  <a:pt x="222" y="15"/>
                </a:lnTo>
                <a:lnTo>
                  <a:pt x="220" y="15"/>
                </a:lnTo>
                <a:close/>
              </a:path>
              <a:path w="471" h="15">
                <a:moveTo>
                  <a:pt x="235" y="10"/>
                </a:moveTo>
                <a:lnTo>
                  <a:pt x="236" y="10"/>
                </a:lnTo>
                <a:cubicBezTo>
                  <a:pt x="237" y="11"/>
                  <a:pt x="237" y="11"/>
                  <a:pt x="237" y="12"/>
                </a:cubicBezTo>
                <a:cubicBezTo>
                  <a:pt x="237" y="12"/>
                  <a:pt x="238" y="13"/>
                  <a:pt x="238" y="13"/>
                </a:cubicBezTo>
                <a:cubicBezTo>
                  <a:pt x="239" y="13"/>
                  <a:pt x="239" y="13"/>
                  <a:pt x="240" y="13"/>
                </a:cubicBezTo>
                <a:cubicBezTo>
                  <a:pt x="241" y="13"/>
                  <a:pt x="241" y="13"/>
                  <a:pt x="242" y="13"/>
                </a:cubicBezTo>
                <a:cubicBezTo>
                  <a:pt x="242" y="13"/>
                  <a:pt x="243" y="12"/>
                  <a:pt x="243" y="12"/>
                </a:cubicBezTo>
                <a:cubicBezTo>
                  <a:pt x="243" y="12"/>
                  <a:pt x="243" y="11"/>
                  <a:pt x="243" y="11"/>
                </a:cubicBezTo>
                <a:cubicBezTo>
                  <a:pt x="243" y="10"/>
                  <a:pt x="243" y="10"/>
                  <a:pt x="243" y="10"/>
                </a:cubicBezTo>
                <a:cubicBezTo>
                  <a:pt x="243" y="9"/>
                  <a:pt x="242" y="9"/>
                  <a:pt x="242" y="9"/>
                </a:cubicBezTo>
                <a:cubicBezTo>
                  <a:pt x="241" y="9"/>
                  <a:pt x="241" y="8"/>
                  <a:pt x="240" y="8"/>
                </a:cubicBezTo>
                <a:cubicBezTo>
                  <a:pt x="238" y="8"/>
                  <a:pt x="238" y="7"/>
                  <a:pt x="237" y="7"/>
                </a:cubicBezTo>
                <a:cubicBezTo>
                  <a:pt x="237" y="7"/>
                  <a:pt x="236" y="6"/>
                  <a:pt x="236" y="6"/>
                </a:cubicBezTo>
                <a:cubicBezTo>
                  <a:pt x="235" y="5"/>
                  <a:pt x="235" y="5"/>
                  <a:pt x="235" y="4"/>
                </a:cubicBezTo>
                <a:cubicBezTo>
                  <a:pt x="235" y="3"/>
                  <a:pt x="236" y="3"/>
                  <a:pt x="236" y="2"/>
                </a:cubicBezTo>
                <a:cubicBezTo>
                  <a:pt x="236" y="1"/>
                  <a:pt x="237" y="1"/>
                  <a:pt x="237" y="1"/>
                </a:cubicBezTo>
                <a:cubicBezTo>
                  <a:pt x="238" y="0"/>
                  <a:pt x="239" y="0"/>
                  <a:pt x="240" y="0"/>
                </a:cubicBezTo>
                <a:cubicBezTo>
                  <a:pt x="241" y="0"/>
                  <a:pt x="241" y="0"/>
                  <a:pt x="242" y="1"/>
                </a:cubicBezTo>
                <a:cubicBezTo>
                  <a:pt x="243" y="1"/>
                  <a:pt x="243" y="1"/>
                  <a:pt x="244" y="2"/>
                </a:cubicBezTo>
                <a:cubicBezTo>
                  <a:pt x="244" y="3"/>
                  <a:pt x="244" y="3"/>
                  <a:pt x="244" y="4"/>
                </a:cubicBezTo>
                <a:lnTo>
                  <a:pt x="243" y="4"/>
                </a:lnTo>
                <a:cubicBezTo>
                  <a:pt x="243" y="4"/>
                  <a:pt x="242" y="3"/>
                  <a:pt x="242" y="2"/>
                </a:cubicBezTo>
                <a:cubicBezTo>
                  <a:pt x="242" y="2"/>
                  <a:pt x="241" y="2"/>
                  <a:pt x="240" y="2"/>
                </a:cubicBezTo>
                <a:cubicBezTo>
                  <a:pt x="239" y="2"/>
                  <a:pt x="238" y="2"/>
                  <a:pt x="238" y="2"/>
                </a:cubicBezTo>
                <a:cubicBezTo>
                  <a:pt x="237" y="3"/>
                  <a:pt x="237" y="3"/>
                  <a:pt x="237" y="4"/>
                </a:cubicBezTo>
                <a:cubicBezTo>
                  <a:pt x="237" y="4"/>
                  <a:pt x="237" y="5"/>
                  <a:pt x="237" y="5"/>
                </a:cubicBezTo>
                <a:cubicBezTo>
                  <a:pt x="238" y="5"/>
                  <a:pt x="239" y="6"/>
                  <a:pt x="240" y="6"/>
                </a:cubicBezTo>
                <a:cubicBezTo>
                  <a:pt x="241" y="7"/>
                  <a:pt x="242" y="7"/>
                  <a:pt x="243" y="7"/>
                </a:cubicBezTo>
                <a:cubicBezTo>
                  <a:pt x="243" y="7"/>
                  <a:pt x="244" y="8"/>
                  <a:pt x="244" y="9"/>
                </a:cubicBezTo>
                <a:cubicBezTo>
                  <a:pt x="245" y="9"/>
                  <a:pt x="245" y="10"/>
                  <a:pt x="245" y="11"/>
                </a:cubicBezTo>
                <a:cubicBezTo>
                  <a:pt x="245" y="11"/>
                  <a:pt x="245" y="12"/>
                  <a:pt x="244" y="13"/>
                </a:cubicBezTo>
                <a:cubicBezTo>
                  <a:pt x="244" y="13"/>
                  <a:pt x="243" y="14"/>
                  <a:pt x="243" y="14"/>
                </a:cubicBezTo>
                <a:cubicBezTo>
                  <a:pt x="242" y="15"/>
                  <a:pt x="241" y="15"/>
                  <a:pt x="240" y="15"/>
                </a:cubicBezTo>
                <a:cubicBezTo>
                  <a:pt x="239" y="15"/>
                  <a:pt x="238" y="15"/>
                  <a:pt x="237" y="14"/>
                </a:cubicBezTo>
                <a:cubicBezTo>
                  <a:pt x="237" y="14"/>
                  <a:pt x="236" y="13"/>
                  <a:pt x="236" y="13"/>
                </a:cubicBezTo>
                <a:cubicBezTo>
                  <a:pt x="235" y="12"/>
                  <a:pt x="235" y="11"/>
                  <a:pt x="235" y="10"/>
                </a:cubicBezTo>
                <a:close/>
              </a:path>
              <a:path w="471" h="15">
                <a:moveTo>
                  <a:pt x="256" y="10"/>
                </a:moveTo>
                <a:lnTo>
                  <a:pt x="257" y="10"/>
                </a:lnTo>
                <a:cubicBezTo>
                  <a:pt x="257" y="12"/>
                  <a:pt x="256" y="13"/>
                  <a:pt x="255" y="14"/>
                </a:cubicBezTo>
                <a:cubicBezTo>
                  <a:pt x="254" y="15"/>
                  <a:pt x="253" y="15"/>
                  <a:pt x="252" y="15"/>
                </a:cubicBezTo>
                <a:cubicBezTo>
                  <a:pt x="251" y="15"/>
                  <a:pt x="250" y="15"/>
                  <a:pt x="249" y="14"/>
                </a:cubicBezTo>
                <a:cubicBezTo>
                  <a:pt x="248" y="13"/>
                  <a:pt x="247" y="12"/>
                  <a:pt x="247" y="11"/>
                </a:cubicBezTo>
                <a:cubicBezTo>
                  <a:pt x="246" y="10"/>
                  <a:pt x="246" y="9"/>
                  <a:pt x="246" y="7"/>
                </a:cubicBezTo>
                <a:cubicBezTo>
                  <a:pt x="246" y="6"/>
                  <a:pt x="246" y="5"/>
                  <a:pt x="247" y="3"/>
                </a:cubicBezTo>
                <a:cubicBezTo>
                  <a:pt x="247" y="2"/>
                  <a:pt x="248" y="1"/>
                  <a:pt x="249" y="1"/>
                </a:cubicBezTo>
                <a:cubicBezTo>
                  <a:pt x="250" y="0"/>
                  <a:pt x="251" y="0"/>
                  <a:pt x="252" y="0"/>
                </a:cubicBezTo>
                <a:cubicBezTo>
                  <a:pt x="253" y="0"/>
                  <a:pt x="254" y="0"/>
                  <a:pt x="255" y="1"/>
                </a:cubicBezTo>
                <a:cubicBezTo>
                  <a:pt x="256" y="2"/>
                  <a:pt x="257" y="3"/>
                  <a:pt x="257" y="4"/>
                </a:cubicBezTo>
                <a:lnTo>
                  <a:pt x="255" y="5"/>
                </a:lnTo>
                <a:cubicBezTo>
                  <a:pt x="255" y="4"/>
                  <a:pt x="255" y="3"/>
                  <a:pt x="254" y="2"/>
                </a:cubicBezTo>
                <a:cubicBezTo>
                  <a:pt x="254" y="2"/>
                  <a:pt x="253" y="2"/>
                  <a:pt x="252" y="2"/>
                </a:cubicBezTo>
                <a:cubicBezTo>
                  <a:pt x="251" y="2"/>
                  <a:pt x="250" y="2"/>
                  <a:pt x="250" y="2"/>
                </a:cubicBezTo>
                <a:cubicBezTo>
                  <a:pt x="249" y="3"/>
                  <a:pt x="248" y="4"/>
                  <a:pt x="248" y="5"/>
                </a:cubicBezTo>
                <a:cubicBezTo>
                  <a:pt x="248" y="5"/>
                  <a:pt x="248" y="6"/>
                  <a:pt x="248" y="7"/>
                </a:cubicBezTo>
                <a:cubicBezTo>
                  <a:pt x="248" y="9"/>
                  <a:pt x="248" y="10"/>
                  <a:pt x="248" y="11"/>
                </a:cubicBezTo>
                <a:cubicBezTo>
                  <a:pt x="249" y="11"/>
                  <a:pt x="249" y="12"/>
                  <a:pt x="250" y="13"/>
                </a:cubicBezTo>
                <a:cubicBezTo>
                  <a:pt x="250" y="13"/>
                  <a:pt x="251" y="13"/>
                  <a:pt x="252" y="13"/>
                </a:cubicBezTo>
                <a:cubicBezTo>
                  <a:pt x="253" y="13"/>
                  <a:pt x="254" y="13"/>
                  <a:pt x="254" y="12"/>
                </a:cubicBezTo>
                <a:cubicBezTo>
                  <a:pt x="255" y="12"/>
                  <a:pt x="255" y="11"/>
                  <a:pt x="256" y="10"/>
                </a:cubicBezTo>
                <a:close/>
              </a:path>
              <a:path w="471" h="15">
                <a:moveTo>
                  <a:pt x="259" y="15"/>
                </a:moveTo>
                <a:lnTo>
                  <a:pt x="259" y="0"/>
                </a:lnTo>
                <a:lnTo>
                  <a:pt x="261" y="0"/>
                </a:lnTo>
                <a:lnTo>
                  <a:pt x="261" y="15"/>
                </a:lnTo>
                <a:lnTo>
                  <a:pt x="259" y="15"/>
                </a:lnTo>
                <a:close/>
              </a:path>
              <a:path w="471" h="15">
                <a:moveTo>
                  <a:pt x="263" y="15"/>
                </a:moveTo>
                <a:lnTo>
                  <a:pt x="263" y="0"/>
                </a:lnTo>
                <a:lnTo>
                  <a:pt x="272" y="0"/>
                </a:lnTo>
                <a:lnTo>
                  <a:pt x="272" y="2"/>
                </a:lnTo>
                <a:lnTo>
                  <a:pt x="265" y="2"/>
                </a:lnTo>
                <a:lnTo>
                  <a:pt x="265" y="6"/>
                </a:lnTo>
                <a:lnTo>
                  <a:pt x="272" y="6"/>
                </a:lnTo>
                <a:lnTo>
                  <a:pt x="272" y="8"/>
                </a:lnTo>
                <a:lnTo>
                  <a:pt x="265" y="8"/>
                </a:lnTo>
                <a:lnTo>
                  <a:pt x="265" y="13"/>
                </a:lnTo>
                <a:lnTo>
                  <a:pt x="272" y="13"/>
                </a:lnTo>
                <a:lnTo>
                  <a:pt x="272" y="15"/>
                </a:lnTo>
                <a:lnTo>
                  <a:pt x="263" y="15"/>
                </a:lnTo>
                <a:close/>
              </a:path>
              <a:path w="471" h="15">
                <a:moveTo>
                  <a:pt x="274" y="15"/>
                </a:moveTo>
                <a:lnTo>
                  <a:pt x="274" y="0"/>
                </a:lnTo>
                <a:lnTo>
                  <a:pt x="276" y="0"/>
                </a:lnTo>
                <a:lnTo>
                  <a:pt x="283" y="12"/>
                </a:lnTo>
                <a:lnTo>
                  <a:pt x="283" y="0"/>
                </a:lnTo>
                <a:lnTo>
                  <a:pt x="284" y="0"/>
                </a:lnTo>
                <a:lnTo>
                  <a:pt x="284" y="15"/>
                </a:lnTo>
                <a:lnTo>
                  <a:pt x="282" y="15"/>
                </a:lnTo>
                <a:lnTo>
                  <a:pt x="276" y="3"/>
                </a:lnTo>
                <a:lnTo>
                  <a:pt x="276" y="15"/>
                </a:lnTo>
                <a:lnTo>
                  <a:pt x="274" y="15"/>
                </a:lnTo>
                <a:close/>
              </a:path>
              <a:path w="471" h="15">
                <a:moveTo>
                  <a:pt x="295" y="10"/>
                </a:moveTo>
                <a:lnTo>
                  <a:pt x="297" y="10"/>
                </a:lnTo>
                <a:cubicBezTo>
                  <a:pt x="297" y="12"/>
                  <a:pt x="296" y="13"/>
                  <a:pt x="295" y="14"/>
                </a:cubicBezTo>
                <a:cubicBezTo>
                  <a:pt x="294" y="15"/>
                  <a:pt x="293" y="15"/>
                  <a:pt x="292" y="15"/>
                </a:cubicBezTo>
                <a:cubicBezTo>
                  <a:pt x="290" y="15"/>
                  <a:pt x="289" y="15"/>
                  <a:pt x="289" y="14"/>
                </a:cubicBezTo>
                <a:cubicBezTo>
                  <a:pt x="288" y="13"/>
                  <a:pt x="287" y="12"/>
                  <a:pt x="287" y="11"/>
                </a:cubicBezTo>
                <a:cubicBezTo>
                  <a:pt x="286" y="10"/>
                  <a:pt x="286" y="9"/>
                  <a:pt x="286" y="7"/>
                </a:cubicBezTo>
                <a:cubicBezTo>
                  <a:pt x="286" y="6"/>
                  <a:pt x="286" y="5"/>
                  <a:pt x="287" y="3"/>
                </a:cubicBezTo>
                <a:cubicBezTo>
                  <a:pt x="287" y="2"/>
                  <a:pt x="288" y="1"/>
                  <a:pt x="289" y="1"/>
                </a:cubicBezTo>
                <a:cubicBezTo>
                  <a:pt x="290" y="0"/>
                  <a:pt x="291" y="0"/>
                  <a:pt x="292" y="0"/>
                </a:cubicBezTo>
                <a:cubicBezTo>
                  <a:pt x="293" y="0"/>
                  <a:pt x="294" y="0"/>
                  <a:pt x="295" y="1"/>
                </a:cubicBezTo>
                <a:cubicBezTo>
                  <a:pt x="296" y="2"/>
                  <a:pt x="296" y="3"/>
                  <a:pt x="297" y="4"/>
                </a:cubicBezTo>
                <a:lnTo>
                  <a:pt x="295" y="5"/>
                </a:lnTo>
                <a:cubicBezTo>
                  <a:pt x="295" y="4"/>
                  <a:pt x="294" y="3"/>
                  <a:pt x="294" y="2"/>
                </a:cubicBezTo>
                <a:cubicBezTo>
                  <a:pt x="293" y="2"/>
                  <a:pt x="293" y="2"/>
                  <a:pt x="292" y="2"/>
                </a:cubicBezTo>
                <a:cubicBezTo>
                  <a:pt x="291" y="2"/>
                  <a:pt x="290" y="2"/>
                  <a:pt x="289" y="2"/>
                </a:cubicBezTo>
                <a:cubicBezTo>
                  <a:pt x="289" y="3"/>
                  <a:pt x="288" y="4"/>
                  <a:pt x="288" y="5"/>
                </a:cubicBezTo>
                <a:cubicBezTo>
                  <a:pt x="288" y="5"/>
                  <a:pt x="288" y="6"/>
                  <a:pt x="288" y="7"/>
                </a:cubicBezTo>
                <a:cubicBezTo>
                  <a:pt x="288" y="9"/>
                  <a:pt x="288" y="10"/>
                  <a:pt x="288" y="11"/>
                </a:cubicBezTo>
                <a:cubicBezTo>
                  <a:pt x="288" y="11"/>
                  <a:pt x="289" y="12"/>
                  <a:pt x="290" y="13"/>
                </a:cubicBezTo>
                <a:cubicBezTo>
                  <a:pt x="290" y="13"/>
                  <a:pt x="291" y="13"/>
                  <a:pt x="292" y="13"/>
                </a:cubicBezTo>
                <a:cubicBezTo>
                  <a:pt x="293" y="13"/>
                  <a:pt x="293" y="13"/>
                  <a:pt x="294" y="12"/>
                </a:cubicBezTo>
                <a:cubicBezTo>
                  <a:pt x="295" y="12"/>
                  <a:pt x="295" y="11"/>
                  <a:pt x="295" y="10"/>
                </a:cubicBezTo>
                <a:close/>
              </a:path>
              <a:path w="471" h="15">
                <a:moveTo>
                  <a:pt x="299" y="15"/>
                </a:moveTo>
                <a:lnTo>
                  <a:pt x="299" y="0"/>
                </a:lnTo>
                <a:lnTo>
                  <a:pt x="308" y="0"/>
                </a:lnTo>
                <a:lnTo>
                  <a:pt x="308" y="2"/>
                </a:lnTo>
                <a:lnTo>
                  <a:pt x="300" y="2"/>
                </a:lnTo>
                <a:lnTo>
                  <a:pt x="300" y="6"/>
                </a:lnTo>
                <a:lnTo>
                  <a:pt x="307" y="6"/>
                </a:lnTo>
                <a:lnTo>
                  <a:pt x="307" y="8"/>
                </a:lnTo>
                <a:lnTo>
                  <a:pt x="300" y="8"/>
                </a:lnTo>
                <a:lnTo>
                  <a:pt x="300" y="13"/>
                </a:lnTo>
                <a:lnTo>
                  <a:pt x="308" y="13"/>
                </a:lnTo>
                <a:lnTo>
                  <a:pt x="308" y="15"/>
                </a:lnTo>
                <a:lnTo>
                  <a:pt x="299" y="15"/>
                </a:lnTo>
                <a:close/>
              </a:path>
              <a:path w="471" h="15">
                <a:moveTo>
                  <a:pt x="313" y="15"/>
                </a:moveTo>
                <a:lnTo>
                  <a:pt x="318" y="0"/>
                </a:lnTo>
                <a:lnTo>
                  <a:pt x="319" y="0"/>
                </a:lnTo>
                <a:lnTo>
                  <a:pt x="324" y="15"/>
                </a:lnTo>
                <a:lnTo>
                  <a:pt x="323" y="15"/>
                </a:lnTo>
                <a:lnTo>
                  <a:pt x="321" y="10"/>
                </a:lnTo>
                <a:lnTo>
                  <a:pt x="316" y="10"/>
                </a:lnTo>
                <a:lnTo>
                  <a:pt x="314" y="15"/>
                </a:lnTo>
                <a:lnTo>
                  <a:pt x="313" y="15"/>
                </a:lnTo>
                <a:close/>
                <a:moveTo>
                  <a:pt x="316" y="9"/>
                </a:moveTo>
                <a:lnTo>
                  <a:pt x="321" y="9"/>
                </a:lnTo>
                <a:lnTo>
                  <a:pt x="319" y="5"/>
                </a:lnTo>
                <a:cubicBezTo>
                  <a:pt x="319" y="4"/>
                  <a:pt x="319" y="3"/>
                  <a:pt x="318" y="2"/>
                </a:cubicBezTo>
                <a:cubicBezTo>
                  <a:pt x="318" y="3"/>
                  <a:pt x="318" y="4"/>
                  <a:pt x="318" y="5"/>
                </a:cubicBezTo>
                <a:lnTo>
                  <a:pt x="316" y="9"/>
                </a:lnTo>
                <a:close/>
              </a:path>
              <a:path w="471" h="15">
                <a:moveTo>
                  <a:pt x="325" y="15"/>
                </a:moveTo>
                <a:lnTo>
                  <a:pt x="325" y="0"/>
                </a:lnTo>
                <a:lnTo>
                  <a:pt x="327" y="0"/>
                </a:lnTo>
                <a:lnTo>
                  <a:pt x="334" y="12"/>
                </a:lnTo>
                <a:lnTo>
                  <a:pt x="334" y="0"/>
                </a:lnTo>
                <a:lnTo>
                  <a:pt x="335" y="0"/>
                </a:lnTo>
                <a:lnTo>
                  <a:pt x="335" y="15"/>
                </a:lnTo>
                <a:lnTo>
                  <a:pt x="333" y="15"/>
                </a:lnTo>
                <a:lnTo>
                  <a:pt x="327" y="3"/>
                </a:lnTo>
                <a:lnTo>
                  <a:pt x="327" y="15"/>
                </a:lnTo>
                <a:lnTo>
                  <a:pt x="325" y="15"/>
                </a:lnTo>
                <a:close/>
              </a:path>
              <a:path w="471" h="15">
                <a:moveTo>
                  <a:pt x="337" y="15"/>
                </a:moveTo>
                <a:lnTo>
                  <a:pt x="337" y="0"/>
                </a:lnTo>
                <a:lnTo>
                  <a:pt x="342" y="0"/>
                </a:lnTo>
                <a:cubicBezTo>
                  <a:pt x="343" y="0"/>
                  <a:pt x="343" y="0"/>
                  <a:pt x="344" y="0"/>
                </a:cubicBezTo>
                <a:cubicBezTo>
                  <a:pt x="345" y="1"/>
                  <a:pt x="345" y="1"/>
                  <a:pt x="346" y="2"/>
                </a:cubicBezTo>
                <a:cubicBezTo>
                  <a:pt x="346" y="2"/>
                  <a:pt x="347" y="3"/>
                  <a:pt x="347" y="4"/>
                </a:cubicBezTo>
                <a:cubicBezTo>
                  <a:pt x="348" y="5"/>
                  <a:pt x="348" y="6"/>
                  <a:pt x="348" y="7"/>
                </a:cubicBezTo>
                <a:cubicBezTo>
                  <a:pt x="348" y="8"/>
                  <a:pt x="348" y="9"/>
                  <a:pt x="347" y="10"/>
                </a:cubicBezTo>
                <a:cubicBezTo>
                  <a:pt x="347" y="11"/>
                  <a:pt x="347" y="12"/>
                  <a:pt x="347" y="12"/>
                </a:cubicBezTo>
                <a:cubicBezTo>
                  <a:pt x="346" y="13"/>
                  <a:pt x="346" y="13"/>
                  <a:pt x="345" y="14"/>
                </a:cubicBezTo>
                <a:cubicBezTo>
                  <a:pt x="345" y="14"/>
                  <a:pt x="344" y="14"/>
                  <a:pt x="344" y="14"/>
                </a:cubicBezTo>
                <a:cubicBezTo>
                  <a:pt x="343" y="15"/>
                  <a:pt x="343" y="15"/>
                  <a:pt x="342" y="15"/>
                </a:cubicBezTo>
                <a:lnTo>
                  <a:pt x="337" y="15"/>
                </a:lnTo>
                <a:close/>
                <a:moveTo>
                  <a:pt x="339" y="13"/>
                </a:moveTo>
                <a:lnTo>
                  <a:pt x="342" y="13"/>
                </a:lnTo>
                <a:cubicBezTo>
                  <a:pt x="343" y="13"/>
                  <a:pt x="343" y="13"/>
                  <a:pt x="344" y="13"/>
                </a:cubicBezTo>
                <a:cubicBezTo>
                  <a:pt x="344" y="13"/>
                  <a:pt x="345" y="12"/>
                  <a:pt x="345" y="12"/>
                </a:cubicBezTo>
                <a:cubicBezTo>
                  <a:pt x="345" y="12"/>
                  <a:pt x="345" y="11"/>
                  <a:pt x="346" y="10"/>
                </a:cubicBezTo>
                <a:cubicBezTo>
                  <a:pt x="346" y="9"/>
                  <a:pt x="346" y="8"/>
                  <a:pt x="346" y="7"/>
                </a:cubicBezTo>
                <a:cubicBezTo>
                  <a:pt x="346" y="6"/>
                  <a:pt x="346" y="5"/>
                  <a:pt x="345" y="4"/>
                </a:cubicBezTo>
                <a:cubicBezTo>
                  <a:pt x="345" y="3"/>
                  <a:pt x="344" y="3"/>
                  <a:pt x="344" y="2"/>
                </a:cubicBezTo>
                <a:cubicBezTo>
                  <a:pt x="343" y="2"/>
                  <a:pt x="343" y="2"/>
                  <a:pt x="342" y="2"/>
                </a:cubicBezTo>
                <a:lnTo>
                  <a:pt x="339" y="2"/>
                </a:lnTo>
                <a:lnTo>
                  <a:pt x="339" y="13"/>
                </a:lnTo>
                <a:close/>
              </a:path>
              <a:path w="471" h="15">
                <a:moveTo>
                  <a:pt x="358" y="15"/>
                </a:moveTo>
                <a:lnTo>
                  <a:pt x="358" y="2"/>
                </a:lnTo>
                <a:lnTo>
                  <a:pt x="354" y="2"/>
                </a:lnTo>
                <a:lnTo>
                  <a:pt x="354" y="0"/>
                </a:lnTo>
                <a:lnTo>
                  <a:pt x="364" y="0"/>
                </a:lnTo>
                <a:lnTo>
                  <a:pt x="364" y="2"/>
                </a:lnTo>
                <a:lnTo>
                  <a:pt x="359" y="2"/>
                </a:lnTo>
                <a:lnTo>
                  <a:pt x="359" y="15"/>
                </a:lnTo>
                <a:lnTo>
                  <a:pt x="358" y="15"/>
                </a:lnTo>
                <a:close/>
              </a:path>
              <a:path w="471" h="15">
                <a:moveTo>
                  <a:pt x="365" y="15"/>
                </a:moveTo>
                <a:lnTo>
                  <a:pt x="365" y="0"/>
                </a:lnTo>
                <a:lnTo>
                  <a:pt x="374" y="0"/>
                </a:lnTo>
                <a:lnTo>
                  <a:pt x="374" y="2"/>
                </a:lnTo>
                <a:lnTo>
                  <a:pt x="366" y="2"/>
                </a:lnTo>
                <a:lnTo>
                  <a:pt x="366" y="6"/>
                </a:lnTo>
                <a:lnTo>
                  <a:pt x="373" y="6"/>
                </a:lnTo>
                <a:lnTo>
                  <a:pt x="373" y="8"/>
                </a:lnTo>
                <a:lnTo>
                  <a:pt x="366" y="8"/>
                </a:lnTo>
                <a:lnTo>
                  <a:pt x="366" y="13"/>
                </a:lnTo>
                <a:lnTo>
                  <a:pt x="374" y="13"/>
                </a:lnTo>
                <a:lnTo>
                  <a:pt x="374" y="15"/>
                </a:lnTo>
                <a:lnTo>
                  <a:pt x="365" y="15"/>
                </a:lnTo>
                <a:close/>
              </a:path>
              <a:path w="471" h="15">
                <a:moveTo>
                  <a:pt x="385" y="10"/>
                </a:moveTo>
                <a:lnTo>
                  <a:pt x="386" y="10"/>
                </a:lnTo>
                <a:cubicBezTo>
                  <a:pt x="386" y="12"/>
                  <a:pt x="386" y="13"/>
                  <a:pt x="385" y="14"/>
                </a:cubicBezTo>
                <a:cubicBezTo>
                  <a:pt x="384" y="15"/>
                  <a:pt x="383" y="15"/>
                  <a:pt x="381" y="15"/>
                </a:cubicBezTo>
                <a:cubicBezTo>
                  <a:pt x="380" y="15"/>
                  <a:pt x="379" y="15"/>
                  <a:pt x="378" y="14"/>
                </a:cubicBezTo>
                <a:cubicBezTo>
                  <a:pt x="377" y="13"/>
                  <a:pt x="377" y="12"/>
                  <a:pt x="376" y="11"/>
                </a:cubicBezTo>
                <a:cubicBezTo>
                  <a:pt x="376" y="10"/>
                  <a:pt x="375" y="9"/>
                  <a:pt x="375" y="7"/>
                </a:cubicBezTo>
                <a:cubicBezTo>
                  <a:pt x="375" y="6"/>
                  <a:pt x="376" y="5"/>
                  <a:pt x="376" y="3"/>
                </a:cubicBezTo>
                <a:cubicBezTo>
                  <a:pt x="377" y="2"/>
                  <a:pt x="377" y="1"/>
                  <a:pt x="378" y="1"/>
                </a:cubicBezTo>
                <a:cubicBezTo>
                  <a:pt x="379" y="0"/>
                  <a:pt x="380" y="0"/>
                  <a:pt x="381" y="0"/>
                </a:cubicBezTo>
                <a:cubicBezTo>
                  <a:pt x="383" y="0"/>
                  <a:pt x="384" y="0"/>
                  <a:pt x="384" y="1"/>
                </a:cubicBezTo>
                <a:cubicBezTo>
                  <a:pt x="385" y="2"/>
                  <a:pt x="386" y="3"/>
                  <a:pt x="386" y="4"/>
                </a:cubicBezTo>
                <a:lnTo>
                  <a:pt x="385" y="5"/>
                </a:lnTo>
                <a:cubicBezTo>
                  <a:pt x="384" y="4"/>
                  <a:pt x="384" y="3"/>
                  <a:pt x="383" y="2"/>
                </a:cubicBezTo>
                <a:cubicBezTo>
                  <a:pt x="383" y="2"/>
                  <a:pt x="382" y="2"/>
                  <a:pt x="381" y="2"/>
                </a:cubicBezTo>
                <a:cubicBezTo>
                  <a:pt x="380" y="2"/>
                  <a:pt x="380" y="2"/>
                  <a:pt x="379" y="2"/>
                </a:cubicBezTo>
                <a:cubicBezTo>
                  <a:pt x="378" y="3"/>
                  <a:pt x="378" y="4"/>
                  <a:pt x="378" y="5"/>
                </a:cubicBezTo>
                <a:cubicBezTo>
                  <a:pt x="377" y="5"/>
                  <a:pt x="377" y="6"/>
                  <a:pt x="377" y="7"/>
                </a:cubicBezTo>
                <a:cubicBezTo>
                  <a:pt x="377" y="9"/>
                  <a:pt x="377" y="10"/>
                  <a:pt x="378" y="11"/>
                </a:cubicBezTo>
                <a:cubicBezTo>
                  <a:pt x="378" y="11"/>
                  <a:pt x="378" y="12"/>
                  <a:pt x="379" y="13"/>
                </a:cubicBezTo>
                <a:cubicBezTo>
                  <a:pt x="380" y="13"/>
                  <a:pt x="380" y="13"/>
                  <a:pt x="381" y="13"/>
                </a:cubicBezTo>
                <a:cubicBezTo>
                  <a:pt x="382" y="13"/>
                  <a:pt x="383" y="13"/>
                  <a:pt x="384" y="12"/>
                </a:cubicBezTo>
                <a:cubicBezTo>
                  <a:pt x="384" y="12"/>
                  <a:pt x="385" y="11"/>
                  <a:pt x="385" y="10"/>
                </a:cubicBezTo>
                <a:close/>
              </a:path>
              <a:path w="471" h="15">
                <a:moveTo>
                  <a:pt x="388" y="15"/>
                </a:moveTo>
                <a:lnTo>
                  <a:pt x="388" y="0"/>
                </a:lnTo>
                <a:lnTo>
                  <a:pt x="390" y="0"/>
                </a:lnTo>
                <a:lnTo>
                  <a:pt x="390" y="6"/>
                </a:lnTo>
                <a:lnTo>
                  <a:pt x="396" y="6"/>
                </a:lnTo>
                <a:lnTo>
                  <a:pt x="396" y="0"/>
                </a:lnTo>
                <a:lnTo>
                  <a:pt x="398" y="0"/>
                </a:lnTo>
                <a:lnTo>
                  <a:pt x="398" y="15"/>
                </a:lnTo>
                <a:lnTo>
                  <a:pt x="396" y="15"/>
                </a:lnTo>
                <a:lnTo>
                  <a:pt x="396" y="8"/>
                </a:lnTo>
                <a:lnTo>
                  <a:pt x="390" y="8"/>
                </a:lnTo>
                <a:lnTo>
                  <a:pt x="390" y="15"/>
                </a:lnTo>
                <a:lnTo>
                  <a:pt x="388" y="15"/>
                </a:lnTo>
                <a:close/>
              </a:path>
              <a:path w="471" h="15">
                <a:moveTo>
                  <a:pt x="400" y="15"/>
                </a:moveTo>
                <a:lnTo>
                  <a:pt x="400" y="0"/>
                </a:lnTo>
                <a:lnTo>
                  <a:pt x="402" y="0"/>
                </a:lnTo>
                <a:lnTo>
                  <a:pt x="408" y="12"/>
                </a:lnTo>
                <a:lnTo>
                  <a:pt x="408" y="0"/>
                </a:lnTo>
                <a:lnTo>
                  <a:pt x="410" y="0"/>
                </a:lnTo>
                <a:lnTo>
                  <a:pt x="410" y="15"/>
                </a:lnTo>
                <a:lnTo>
                  <a:pt x="408" y="15"/>
                </a:lnTo>
                <a:lnTo>
                  <a:pt x="402" y="3"/>
                </a:lnTo>
                <a:lnTo>
                  <a:pt x="402" y="15"/>
                </a:lnTo>
                <a:lnTo>
                  <a:pt x="400" y="15"/>
                </a:lnTo>
                <a:close/>
              </a:path>
              <a:path w="471" h="15">
                <a:moveTo>
                  <a:pt x="412" y="8"/>
                </a:moveTo>
                <a:cubicBezTo>
                  <a:pt x="412" y="5"/>
                  <a:pt x="412" y="3"/>
                  <a:pt x="413" y="2"/>
                </a:cubicBezTo>
                <a:cubicBezTo>
                  <a:pt x="415" y="1"/>
                  <a:pt x="416" y="0"/>
                  <a:pt x="418" y="0"/>
                </a:cubicBezTo>
                <a:cubicBezTo>
                  <a:pt x="419" y="0"/>
                  <a:pt x="420" y="0"/>
                  <a:pt x="421" y="1"/>
                </a:cubicBezTo>
                <a:cubicBezTo>
                  <a:pt x="422" y="2"/>
                  <a:pt x="423" y="3"/>
                  <a:pt x="423" y="4"/>
                </a:cubicBezTo>
                <a:cubicBezTo>
                  <a:pt x="424" y="5"/>
                  <a:pt x="424" y="6"/>
                  <a:pt x="424" y="8"/>
                </a:cubicBezTo>
                <a:cubicBezTo>
                  <a:pt x="424" y="9"/>
                  <a:pt x="424" y="10"/>
                  <a:pt x="423" y="11"/>
                </a:cubicBezTo>
                <a:cubicBezTo>
                  <a:pt x="422" y="13"/>
                  <a:pt x="422" y="13"/>
                  <a:pt x="421" y="14"/>
                </a:cubicBezTo>
                <a:cubicBezTo>
                  <a:pt x="420" y="15"/>
                  <a:pt x="419" y="15"/>
                  <a:pt x="418" y="15"/>
                </a:cubicBezTo>
                <a:cubicBezTo>
                  <a:pt x="417" y="15"/>
                  <a:pt x="416" y="15"/>
                  <a:pt x="415" y="14"/>
                </a:cubicBezTo>
                <a:cubicBezTo>
                  <a:pt x="414" y="13"/>
                  <a:pt x="413" y="12"/>
                  <a:pt x="413" y="11"/>
                </a:cubicBezTo>
                <a:cubicBezTo>
                  <a:pt x="412" y="10"/>
                  <a:pt x="412" y="9"/>
                  <a:pt x="412" y="8"/>
                </a:cubicBezTo>
                <a:close/>
                <a:moveTo>
                  <a:pt x="414" y="8"/>
                </a:moveTo>
                <a:cubicBezTo>
                  <a:pt x="414" y="9"/>
                  <a:pt x="414" y="11"/>
                  <a:pt x="415" y="12"/>
                </a:cubicBezTo>
                <a:cubicBezTo>
                  <a:pt x="416" y="13"/>
                  <a:pt x="417" y="13"/>
                  <a:pt x="418" y="13"/>
                </a:cubicBezTo>
                <a:cubicBezTo>
                  <a:pt x="419" y="13"/>
                  <a:pt x="420" y="13"/>
                  <a:pt x="421" y="12"/>
                </a:cubicBezTo>
                <a:cubicBezTo>
                  <a:pt x="422" y="11"/>
                  <a:pt x="422" y="9"/>
                  <a:pt x="422" y="7"/>
                </a:cubicBezTo>
                <a:cubicBezTo>
                  <a:pt x="422" y="6"/>
                  <a:pt x="422" y="5"/>
                  <a:pt x="422" y="4"/>
                </a:cubicBezTo>
                <a:cubicBezTo>
                  <a:pt x="421" y="4"/>
                  <a:pt x="421" y="3"/>
                  <a:pt x="420" y="2"/>
                </a:cubicBezTo>
                <a:cubicBezTo>
                  <a:pt x="419" y="2"/>
                  <a:pt x="419" y="2"/>
                  <a:pt x="418" y="2"/>
                </a:cubicBezTo>
                <a:cubicBezTo>
                  <a:pt x="417" y="2"/>
                  <a:pt x="416" y="2"/>
                  <a:pt x="415" y="3"/>
                </a:cubicBezTo>
                <a:cubicBezTo>
                  <a:pt x="414" y="4"/>
                  <a:pt x="414" y="6"/>
                  <a:pt x="414" y="8"/>
                </a:cubicBezTo>
                <a:close/>
              </a:path>
              <a:path w="471" h="15">
                <a:moveTo>
                  <a:pt x="425" y="15"/>
                </a:moveTo>
                <a:lnTo>
                  <a:pt x="425" y="0"/>
                </a:lnTo>
                <a:lnTo>
                  <a:pt x="427" y="0"/>
                </a:lnTo>
                <a:lnTo>
                  <a:pt x="427" y="13"/>
                </a:lnTo>
                <a:lnTo>
                  <a:pt x="433" y="13"/>
                </a:lnTo>
                <a:lnTo>
                  <a:pt x="433" y="15"/>
                </a:lnTo>
                <a:lnTo>
                  <a:pt x="425" y="15"/>
                </a:lnTo>
                <a:close/>
              </a:path>
              <a:path w="471" h="15">
                <a:moveTo>
                  <a:pt x="434" y="8"/>
                </a:moveTo>
                <a:cubicBezTo>
                  <a:pt x="434" y="5"/>
                  <a:pt x="435" y="3"/>
                  <a:pt x="436" y="2"/>
                </a:cubicBezTo>
                <a:cubicBezTo>
                  <a:pt x="437" y="1"/>
                  <a:pt x="438" y="0"/>
                  <a:pt x="440" y="0"/>
                </a:cubicBezTo>
                <a:cubicBezTo>
                  <a:pt x="441" y="0"/>
                  <a:pt x="442" y="0"/>
                  <a:pt x="443" y="1"/>
                </a:cubicBezTo>
                <a:cubicBezTo>
                  <a:pt x="444" y="2"/>
                  <a:pt x="445" y="3"/>
                  <a:pt x="445" y="4"/>
                </a:cubicBezTo>
                <a:cubicBezTo>
                  <a:pt x="446" y="5"/>
                  <a:pt x="446" y="6"/>
                  <a:pt x="446" y="8"/>
                </a:cubicBezTo>
                <a:cubicBezTo>
                  <a:pt x="446" y="9"/>
                  <a:pt x="446" y="10"/>
                  <a:pt x="445" y="11"/>
                </a:cubicBezTo>
                <a:cubicBezTo>
                  <a:pt x="445" y="13"/>
                  <a:pt x="444" y="13"/>
                  <a:pt x="443" y="14"/>
                </a:cubicBezTo>
                <a:cubicBezTo>
                  <a:pt x="442" y="15"/>
                  <a:pt x="441" y="15"/>
                  <a:pt x="440" y="15"/>
                </a:cubicBezTo>
                <a:cubicBezTo>
                  <a:pt x="439" y="15"/>
                  <a:pt x="438" y="15"/>
                  <a:pt x="437" y="14"/>
                </a:cubicBezTo>
                <a:cubicBezTo>
                  <a:pt x="436" y="13"/>
                  <a:pt x="435" y="12"/>
                  <a:pt x="435" y="11"/>
                </a:cubicBezTo>
                <a:cubicBezTo>
                  <a:pt x="434" y="10"/>
                  <a:pt x="434" y="9"/>
                  <a:pt x="434" y="8"/>
                </a:cubicBezTo>
                <a:close/>
                <a:moveTo>
                  <a:pt x="436" y="8"/>
                </a:moveTo>
                <a:cubicBezTo>
                  <a:pt x="436" y="9"/>
                  <a:pt x="436" y="11"/>
                  <a:pt x="437" y="12"/>
                </a:cubicBezTo>
                <a:cubicBezTo>
                  <a:pt x="438" y="13"/>
                  <a:pt x="439" y="13"/>
                  <a:pt x="440" y="13"/>
                </a:cubicBezTo>
                <a:cubicBezTo>
                  <a:pt x="441" y="13"/>
                  <a:pt x="442" y="13"/>
                  <a:pt x="443" y="12"/>
                </a:cubicBezTo>
                <a:cubicBezTo>
                  <a:pt x="444" y="11"/>
                  <a:pt x="444" y="9"/>
                  <a:pt x="444" y="7"/>
                </a:cubicBezTo>
                <a:cubicBezTo>
                  <a:pt x="444" y="6"/>
                  <a:pt x="444" y="5"/>
                  <a:pt x="444" y="4"/>
                </a:cubicBezTo>
                <a:cubicBezTo>
                  <a:pt x="444" y="4"/>
                  <a:pt x="443" y="3"/>
                  <a:pt x="442" y="2"/>
                </a:cubicBezTo>
                <a:cubicBezTo>
                  <a:pt x="442" y="2"/>
                  <a:pt x="441" y="2"/>
                  <a:pt x="440" y="2"/>
                </a:cubicBezTo>
                <a:cubicBezTo>
                  <a:pt x="439" y="2"/>
                  <a:pt x="438" y="2"/>
                  <a:pt x="437" y="3"/>
                </a:cubicBezTo>
                <a:cubicBezTo>
                  <a:pt x="436" y="4"/>
                  <a:pt x="436" y="6"/>
                  <a:pt x="436" y="8"/>
                </a:cubicBezTo>
                <a:close/>
              </a:path>
              <a:path w="471" h="15">
                <a:moveTo>
                  <a:pt x="454" y="9"/>
                </a:moveTo>
                <a:lnTo>
                  <a:pt x="454" y="7"/>
                </a:lnTo>
                <a:lnTo>
                  <a:pt x="459" y="7"/>
                </a:lnTo>
                <a:lnTo>
                  <a:pt x="459" y="13"/>
                </a:lnTo>
                <a:cubicBezTo>
                  <a:pt x="458" y="13"/>
                  <a:pt x="457" y="14"/>
                  <a:pt x="456" y="14"/>
                </a:cubicBezTo>
                <a:cubicBezTo>
                  <a:pt x="456" y="15"/>
                  <a:pt x="455" y="15"/>
                  <a:pt x="454" y="15"/>
                </a:cubicBezTo>
                <a:cubicBezTo>
                  <a:pt x="453" y="15"/>
                  <a:pt x="451" y="15"/>
                  <a:pt x="450" y="14"/>
                </a:cubicBezTo>
                <a:cubicBezTo>
                  <a:pt x="449" y="13"/>
                  <a:pt x="449" y="13"/>
                  <a:pt x="448" y="11"/>
                </a:cubicBezTo>
                <a:cubicBezTo>
                  <a:pt x="448" y="10"/>
                  <a:pt x="447" y="9"/>
                  <a:pt x="447" y="8"/>
                </a:cubicBezTo>
                <a:cubicBezTo>
                  <a:pt x="447" y="6"/>
                  <a:pt x="448" y="5"/>
                  <a:pt x="448" y="4"/>
                </a:cubicBezTo>
                <a:cubicBezTo>
                  <a:pt x="449" y="2"/>
                  <a:pt x="449" y="2"/>
                  <a:pt x="450" y="1"/>
                </a:cubicBezTo>
                <a:cubicBezTo>
                  <a:pt x="451" y="0"/>
                  <a:pt x="452" y="0"/>
                  <a:pt x="454" y="0"/>
                </a:cubicBezTo>
                <a:cubicBezTo>
                  <a:pt x="455" y="0"/>
                  <a:pt x="455" y="0"/>
                  <a:pt x="456" y="1"/>
                </a:cubicBezTo>
                <a:cubicBezTo>
                  <a:pt x="457" y="1"/>
                  <a:pt x="457" y="1"/>
                  <a:pt x="458" y="2"/>
                </a:cubicBezTo>
                <a:cubicBezTo>
                  <a:pt x="458" y="3"/>
                  <a:pt x="459" y="3"/>
                  <a:pt x="459" y="4"/>
                </a:cubicBezTo>
                <a:lnTo>
                  <a:pt x="457" y="5"/>
                </a:lnTo>
                <a:cubicBezTo>
                  <a:pt x="457" y="4"/>
                  <a:pt x="457" y="3"/>
                  <a:pt x="457" y="3"/>
                </a:cubicBezTo>
                <a:cubicBezTo>
                  <a:pt x="456" y="3"/>
                  <a:pt x="456" y="2"/>
                  <a:pt x="455" y="2"/>
                </a:cubicBezTo>
                <a:cubicBezTo>
                  <a:pt x="455" y="2"/>
                  <a:pt x="454" y="2"/>
                  <a:pt x="454" y="2"/>
                </a:cubicBezTo>
                <a:cubicBezTo>
                  <a:pt x="453" y="2"/>
                  <a:pt x="452" y="2"/>
                  <a:pt x="452" y="2"/>
                </a:cubicBezTo>
                <a:cubicBezTo>
                  <a:pt x="451" y="2"/>
                  <a:pt x="451" y="3"/>
                  <a:pt x="450" y="3"/>
                </a:cubicBezTo>
                <a:cubicBezTo>
                  <a:pt x="450" y="4"/>
                  <a:pt x="450" y="4"/>
                  <a:pt x="450" y="5"/>
                </a:cubicBezTo>
                <a:cubicBezTo>
                  <a:pt x="449" y="5"/>
                  <a:pt x="449" y="6"/>
                  <a:pt x="449" y="7"/>
                </a:cubicBezTo>
                <a:cubicBezTo>
                  <a:pt x="449" y="9"/>
                  <a:pt x="449" y="10"/>
                  <a:pt x="450" y="11"/>
                </a:cubicBezTo>
                <a:cubicBezTo>
                  <a:pt x="450" y="12"/>
                  <a:pt x="451" y="12"/>
                  <a:pt x="451" y="13"/>
                </a:cubicBezTo>
                <a:cubicBezTo>
                  <a:pt x="452" y="13"/>
                  <a:pt x="453" y="13"/>
                  <a:pt x="454" y="13"/>
                </a:cubicBezTo>
                <a:cubicBezTo>
                  <a:pt x="454" y="13"/>
                  <a:pt x="455" y="13"/>
                  <a:pt x="456" y="13"/>
                </a:cubicBezTo>
                <a:cubicBezTo>
                  <a:pt x="456" y="12"/>
                  <a:pt x="457" y="12"/>
                  <a:pt x="457" y="12"/>
                </a:cubicBezTo>
                <a:lnTo>
                  <a:pt x="457" y="9"/>
                </a:lnTo>
                <a:lnTo>
                  <a:pt x="454" y="9"/>
                </a:lnTo>
                <a:close/>
              </a:path>
              <a:path w="471" h="15">
                <a:moveTo>
                  <a:pt x="464" y="15"/>
                </a:moveTo>
                <a:lnTo>
                  <a:pt x="464" y="9"/>
                </a:lnTo>
                <a:lnTo>
                  <a:pt x="460" y="0"/>
                </a:lnTo>
                <a:lnTo>
                  <a:pt x="462" y="0"/>
                </a:lnTo>
                <a:lnTo>
                  <a:pt x="464" y="5"/>
                </a:lnTo>
                <a:cubicBezTo>
                  <a:pt x="465" y="5"/>
                  <a:pt x="465" y="6"/>
                  <a:pt x="465" y="7"/>
                </a:cubicBezTo>
                <a:cubicBezTo>
                  <a:pt x="466" y="6"/>
                  <a:pt x="466" y="5"/>
                  <a:pt x="467" y="5"/>
                </a:cubicBezTo>
                <a:lnTo>
                  <a:pt x="469" y="0"/>
                </a:lnTo>
                <a:lnTo>
                  <a:pt x="471" y="0"/>
                </a:lnTo>
                <a:lnTo>
                  <a:pt x="466" y="9"/>
                </a:lnTo>
                <a:lnTo>
                  <a:pt x="466" y="15"/>
                </a:lnTo>
                <a:lnTo>
                  <a:pt x="464" y="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pic>
        <p:nvPicPr>
          <p:cNvPr id="109" name="图片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3760" y="124460"/>
            <a:ext cx="627380" cy="471170"/>
          </a:xfrm>
          <a:prstGeom prst="rect">
            <a:avLst/>
          </a:prstGeom>
          <a:ln>
            <a:noFill/>
          </a:ln>
        </p:spPr>
      </p:pic>
      <p:sp>
        <p:nvSpPr>
          <p:cNvPr id="38" name="bottom-takeaway"/>
          <p:cNvSpPr>
            <a:spLocks noGrp="1"/>
          </p:cNvSpPr>
          <p:nvPr/>
        </p:nvSpPr>
        <p:spPr>
          <a:xfrm>
            <a:off x="1624330" y="6012180"/>
            <a:ext cx="9147810" cy="513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ClrTx/>
              <a:buSzTx/>
              <a:buFontTx/>
              <a:buNone/>
            </a:pPr>
            <a:r>
              <a:rPr lang="zh-CN" sz="1800" b="1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</a:rPr>
              <a:t>对</a:t>
            </a:r>
            <a:r>
              <a:rPr sz="1800" b="1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</a:rPr>
              <a:t>变量</a:t>
            </a:r>
            <a:r>
              <a:rPr lang="zh-CN" sz="1800" b="1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</a:rPr>
              <a:t>进行对齐</a:t>
            </a:r>
            <a:r>
              <a:rPr lang="en-US" altLang="zh-CN" sz="1800" b="1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</a:rPr>
              <a:t>，</a:t>
            </a:r>
            <a:r>
              <a:rPr sz="1800" b="1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</a:rPr>
              <a:t>共用核心体征和常规检验，</a:t>
            </a:r>
            <a:r>
              <a:rPr lang="zh-CN" sz="1800" b="1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</a:rPr>
              <a:t>最终得到一行宽表</a:t>
            </a:r>
            <a:r>
              <a:rPr sz="1800" b="1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</a:rPr>
              <a:t>。</a:t>
            </a:r>
            <a:endParaRPr sz="2000" b="1">
              <a:solidFill>
                <a:srgbClr val="0070C0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8" name="encounters-bg"/>
          <p:cNvSpPr/>
          <p:nvPr/>
        </p:nvSpPr>
        <p:spPr>
          <a:xfrm>
            <a:off x="1122680" y="2286000"/>
            <a:ext cx="7162800" cy="977900"/>
          </a:xfrm>
          <a:prstGeom prst="roundRect">
            <a:avLst/>
          </a:prstGeom>
          <a:solidFill>
            <a:srgbClr val="DDEFFA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encounters-title"/>
          <p:cNvSpPr/>
          <p:nvPr/>
        </p:nvSpPr>
        <p:spPr>
          <a:xfrm>
            <a:off x="1249680" y="2374900"/>
            <a:ext cx="6908800" cy="3048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 fontScale="90000"/>
          </a:bodyPr>
          <a:lstStyle/>
          <a:p>
            <a:pPr algn="l"/>
            <a:r>
              <a:rPr lang="en-US" sz="1700" b="1">
                <a:solidFill>
                  <a:srgbClr val="174876"/>
                </a:solidFill>
                <a:latin typeface="微软雅黑"/>
                <a:ea typeface="微软雅黑"/>
              </a:rPr>
              <a:t>encounters（</a:t>
            </a:r>
            <a:r>
              <a:rPr lang="zh-CN" altLang="en-US" sz="1700" b="1">
                <a:solidFill>
                  <a:srgbClr val="174876"/>
                </a:solidFill>
                <a:latin typeface="微软雅黑"/>
                <a:ea typeface="微软雅黑"/>
              </a:rPr>
              <a:t>就诊表</a:t>
            </a:r>
            <a:r>
              <a:rPr lang="en-US" sz="1700" b="1">
                <a:solidFill>
                  <a:srgbClr val="174876"/>
                </a:solidFill>
                <a:latin typeface="微软雅黑"/>
                <a:ea typeface="微软雅黑"/>
              </a:rPr>
              <a:t>） 1行</a:t>
            </a:r>
            <a:endParaRPr lang="en-US" sz="1700" b="1">
              <a:solidFill>
                <a:srgbClr val="174876"/>
              </a:solidFill>
              <a:latin typeface="微软雅黑"/>
              <a:ea typeface="微软雅黑"/>
            </a:endParaRPr>
          </a:p>
        </p:txBody>
      </p:sp>
      <p:sp>
        <p:nvSpPr>
          <p:cNvPr id="30" name="encounters-detail"/>
          <p:cNvSpPr/>
          <p:nvPr/>
        </p:nvSpPr>
        <p:spPr>
          <a:xfrm>
            <a:off x="1249680" y="2692400"/>
            <a:ext cx="6908800" cy="520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40" b="0">
                <a:solidFill>
                  <a:srgbClr val="243447"/>
                </a:solidFill>
                <a:latin typeface="微软雅黑"/>
                <a:ea typeface="微软雅黑"/>
              </a:rPr>
              <a:t>source（</a:t>
            </a:r>
            <a:r>
              <a:rPr lang="zh-CN" altLang="en-US" sz="1340" b="0">
                <a:solidFill>
                  <a:srgbClr val="243447"/>
                </a:solidFill>
                <a:latin typeface="微软雅黑"/>
                <a:ea typeface="微软雅黑"/>
              </a:rPr>
              <a:t>来源</a:t>
            </a:r>
            <a:r>
              <a:rPr lang="en-US" sz="1340" b="0">
                <a:solidFill>
                  <a:srgbClr val="243447"/>
                </a:solidFill>
                <a:latin typeface="微软雅黑"/>
                <a:ea typeface="微软雅黑"/>
              </a:rPr>
              <a:t>） encounter_id · patient_id · anchor_time（</a:t>
            </a:r>
            <a:r>
              <a:rPr lang="zh-CN" altLang="en-US" sz="1340" b="0">
                <a:solidFill>
                  <a:srgbClr val="243447"/>
                </a:solidFill>
                <a:latin typeface="微软雅黑"/>
                <a:ea typeface="微软雅黑"/>
              </a:rPr>
              <a:t>锚定时间</a:t>
            </a:r>
            <a:r>
              <a:rPr lang="en-US" sz="1340" b="0">
                <a:solidFill>
                  <a:srgbClr val="243447"/>
                </a:solidFill>
                <a:latin typeface="微软雅黑"/>
                <a:ea typeface="微软雅黑"/>
              </a:rPr>
              <a:t>） / anchor_rule </a:t>
            </a:r>
            <a:r>
              <a:rPr lang="zh-CN" altLang="en-US" sz="1340" b="0">
                <a:solidFill>
                  <a:srgbClr val="243447"/>
                </a:solidFill>
                <a:latin typeface="微软雅黑"/>
                <a:ea typeface="微软雅黑"/>
              </a:rPr>
              <a:t>（锚定规则）</a:t>
            </a:r>
            <a:r>
              <a:rPr lang="en-US" sz="1340" b="0">
                <a:solidFill>
                  <a:srgbClr val="243447"/>
                </a:solidFill>
                <a:latin typeface="微软雅黑"/>
                <a:ea typeface="微软雅黑"/>
              </a:rPr>
              <a:t>· age / sex · flu_dx（</a:t>
            </a:r>
            <a:r>
              <a:rPr lang="zh-CN" altLang="en-US" sz="1340" b="0">
                <a:solidFill>
                  <a:srgbClr val="243447"/>
                </a:solidFill>
                <a:latin typeface="微软雅黑"/>
                <a:ea typeface="微软雅黑"/>
              </a:rPr>
              <a:t>流感诊断</a:t>
            </a:r>
            <a:r>
              <a:rPr lang="en-US" sz="1340" b="0">
                <a:solidFill>
                  <a:srgbClr val="243447"/>
                </a:solidFill>
                <a:latin typeface="微软雅黑"/>
                <a:ea typeface="微软雅黑"/>
              </a:rPr>
              <a:t>）</a:t>
            </a:r>
            <a:endParaRPr lang="en-US" sz="1340" b="0">
              <a:solidFill>
                <a:srgbClr val="243447"/>
              </a:solidFill>
              <a:latin typeface="微软雅黑"/>
              <a:ea typeface="微软雅黑"/>
            </a:endParaRPr>
          </a:p>
        </p:txBody>
      </p:sp>
      <p:sp>
        <p:nvSpPr>
          <p:cNvPr id="31" name="events-bg"/>
          <p:cNvSpPr/>
          <p:nvPr/>
        </p:nvSpPr>
        <p:spPr>
          <a:xfrm>
            <a:off x="1122680" y="3657600"/>
            <a:ext cx="2298700" cy="1092200"/>
          </a:xfrm>
          <a:prstGeom prst="roundRect">
            <a:avLst/>
          </a:prstGeom>
          <a:solidFill>
            <a:srgbClr val="F4F8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events-title"/>
          <p:cNvSpPr/>
          <p:nvPr/>
        </p:nvSpPr>
        <p:spPr>
          <a:xfrm>
            <a:off x="1249680" y="3746500"/>
            <a:ext cx="2044700" cy="3048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400" b="1">
                <a:solidFill>
                  <a:srgbClr val="174876"/>
                </a:solidFill>
                <a:latin typeface="微软雅黑"/>
                <a:ea typeface="微软雅黑"/>
              </a:rPr>
              <a:t>events（</a:t>
            </a:r>
            <a:r>
              <a:rPr lang="zh-CN" altLang="en-US" sz="1400" b="1">
                <a:solidFill>
                  <a:srgbClr val="174876"/>
                </a:solidFill>
                <a:latin typeface="微软雅黑"/>
                <a:ea typeface="微软雅黑"/>
              </a:rPr>
              <a:t>观测表</a:t>
            </a:r>
            <a:r>
              <a:rPr lang="en-US" sz="1400" b="1">
                <a:solidFill>
                  <a:srgbClr val="174876"/>
                </a:solidFill>
                <a:latin typeface="微软雅黑"/>
                <a:ea typeface="微软雅黑"/>
              </a:rPr>
              <a:t>） N行</a:t>
            </a:r>
            <a:endParaRPr lang="en-US" sz="1400" b="1">
              <a:solidFill>
                <a:srgbClr val="174876"/>
              </a:solidFill>
              <a:latin typeface="微软雅黑"/>
              <a:ea typeface="微软雅黑"/>
            </a:endParaRPr>
          </a:p>
        </p:txBody>
      </p:sp>
      <p:sp>
        <p:nvSpPr>
          <p:cNvPr id="33" name="events-detail"/>
          <p:cNvSpPr/>
          <p:nvPr/>
        </p:nvSpPr>
        <p:spPr>
          <a:xfrm>
            <a:off x="1249680" y="4064000"/>
            <a:ext cx="2044700" cy="635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 fontScale="90000" lnSpcReduction="10000"/>
          </a:bodyPr>
          <a:lstStyle/>
          <a:p>
            <a:pPr algn="l"/>
            <a:r>
              <a:rPr lang="en-US" sz="1200" b="0">
                <a:solidFill>
                  <a:srgbClr val="243447"/>
                </a:solidFill>
                <a:latin typeface="微软雅黑"/>
                <a:ea typeface="微软雅黑"/>
              </a:rPr>
              <a:t>var（</a:t>
            </a:r>
            <a:r>
              <a:rPr lang="zh-CN" altLang="en-US" sz="1200" b="0">
                <a:solidFill>
                  <a:srgbClr val="243447"/>
                </a:solidFill>
                <a:latin typeface="微软雅黑"/>
                <a:ea typeface="微软雅黑"/>
              </a:rPr>
              <a:t>变量编码</a:t>
            </a:r>
            <a:r>
              <a:rPr lang="en-US" sz="1200" b="0">
                <a:solidFill>
                  <a:srgbClr val="243447"/>
                </a:solidFill>
                <a:latin typeface="微软雅黑"/>
                <a:ea typeface="微软雅黑"/>
              </a:rPr>
              <a:t> · value（</a:t>
            </a:r>
            <a:r>
              <a:rPr lang="zh-CN" altLang="en-US" sz="1200" b="0">
                <a:solidFill>
                  <a:srgbClr val="243447"/>
                </a:solidFill>
                <a:latin typeface="微软雅黑"/>
                <a:ea typeface="微软雅黑"/>
              </a:rPr>
              <a:t>数值</a:t>
            </a:r>
            <a:r>
              <a:rPr lang="en-US" sz="1200" b="0">
                <a:solidFill>
                  <a:srgbClr val="243447"/>
                </a:solidFill>
                <a:latin typeface="微软雅黑"/>
                <a:ea typeface="微软雅黑"/>
              </a:rPr>
              <a:t>） · unit_cdm（</a:t>
            </a:r>
            <a:r>
              <a:rPr lang="zh-CN" altLang="en-US" sz="1200" b="0">
                <a:solidFill>
                  <a:srgbClr val="243447"/>
                </a:solidFill>
                <a:latin typeface="微软雅黑"/>
                <a:ea typeface="微软雅黑"/>
              </a:rPr>
              <a:t>单位</a:t>
            </a:r>
            <a:r>
              <a:rPr lang="en-US" sz="1200" b="0">
                <a:solidFill>
                  <a:srgbClr val="243447"/>
                </a:solidFill>
                <a:latin typeface="微软雅黑"/>
                <a:ea typeface="微软雅黑"/>
              </a:rPr>
              <a:t>）</a:t>
            </a:r>
            <a:endParaRPr lang="en-US" sz="1200" b="0">
              <a:solidFill>
                <a:srgbClr val="243447"/>
              </a:solidFill>
              <a:latin typeface="微软雅黑"/>
              <a:ea typeface="微软雅黑"/>
            </a:endParaRPr>
          </a:p>
          <a:p>
            <a:pPr algn="l"/>
            <a:r>
              <a:rPr lang="en-US" sz="1200" b="0">
                <a:solidFill>
                  <a:srgbClr val="243447"/>
                </a:solidFill>
                <a:latin typeface="微软雅黑"/>
                <a:ea typeface="微软雅黑"/>
              </a:rPr>
              <a:t>time_precision（</a:t>
            </a:r>
            <a:r>
              <a:rPr lang="zh-CN" altLang="en-US" sz="1200" b="0">
                <a:solidFill>
                  <a:srgbClr val="243447"/>
                </a:solidFill>
                <a:latin typeface="微软雅黑"/>
                <a:ea typeface="微软雅黑"/>
              </a:rPr>
              <a:t>时间精度</a:t>
            </a:r>
            <a:r>
              <a:rPr lang="en-US" sz="1200" b="0">
                <a:solidFill>
                  <a:srgbClr val="243447"/>
                </a:solidFill>
                <a:latin typeface="微软雅黑"/>
                <a:ea typeface="微软雅黑"/>
              </a:rPr>
              <a:t>） · day_rel（</a:t>
            </a:r>
            <a:r>
              <a:rPr lang="zh-CN" altLang="en-US" sz="1200" b="0">
                <a:solidFill>
                  <a:srgbClr val="243447"/>
                </a:solidFill>
                <a:latin typeface="微软雅黑"/>
                <a:ea typeface="微软雅黑"/>
              </a:rPr>
              <a:t>相对天数</a:t>
            </a:r>
            <a:r>
              <a:rPr lang="en-US" sz="1200" b="0">
                <a:solidFill>
                  <a:srgbClr val="243447"/>
                </a:solidFill>
                <a:latin typeface="微软雅黑"/>
                <a:ea typeface="微软雅黑"/>
              </a:rPr>
              <a:t>）</a:t>
            </a:r>
            <a:endParaRPr lang="en-US" sz="1200" b="0">
              <a:solidFill>
                <a:srgbClr val="243447"/>
              </a:solidFill>
              <a:latin typeface="微软雅黑"/>
              <a:ea typeface="微软雅黑"/>
            </a:endParaRPr>
          </a:p>
        </p:txBody>
      </p:sp>
      <p:sp>
        <p:nvSpPr>
          <p:cNvPr id="100014" name="down-0"/>
          <p:cNvSpPr/>
          <p:nvPr/>
        </p:nvSpPr>
        <p:spPr>
          <a:xfrm>
            <a:off x="2100580" y="3340100"/>
            <a:ext cx="330200" cy="241300"/>
          </a:xfrm>
          <a:prstGeom prst="downArrow">
            <a:avLst/>
          </a:prstGeom>
          <a:solidFill>
            <a:srgbClr val="006FB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15" name="treatments-bg"/>
          <p:cNvSpPr/>
          <p:nvPr/>
        </p:nvSpPr>
        <p:spPr>
          <a:xfrm>
            <a:off x="3548380" y="3657600"/>
            <a:ext cx="2298700" cy="1092200"/>
          </a:xfrm>
          <a:prstGeom prst="roundRect">
            <a:avLst/>
          </a:prstGeom>
          <a:solidFill>
            <a:srgbClr val="F4F8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16" name="treatments-title"/>
          <p:cNvSpPr/>
          <p:nvPr/>
        </p:nvSpPr>
        <p:spPr>
          <a:xfrm>
            <a:off x="3675380" y="3746500"/>
            <a:ext cx="2199640" cy="3048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 fontScale="90000"/>
          </a:bodyPr>
          <a:lstStyle/>
          <a:p>
            <a:pPr algn="l"/>
            <a:r>
              <a:rPr lang="en-US" sz="1400" b="1">
                <a:solidFill>
                  <a:srgbClr val="174876"/>
                </a:solidFill>
                <a:latin typeface="微软雅黑"/>
                <a:ea typeface="微软雅黑"/>
              </a:rPr>
              <a:t>treatments（</a:t>
            </a:r>
            <a:r>
              <a:rPr lang="zh-CN" altLang="en-US" sz="1400" b="1">
                <a:solidFill>
                  <a:srgbClr val="174876"/>
                </a:solidFill>
                <a:latin typeface="微软雅黑"/>
                <a:ea typeface="微软雅黑"/>
              </a:rPr>
              <a:t>治疗表</a:t>
            </a:r>
            <a:r>
              <a:rPr lang="en-US" sz="1400" b="1">
                <a:solidFill>
                  <a:srgbClr val="174876"/>
                </a:solidFill>
                <a:latin typeface="微软雅黑"/>
                <a:ea typeface="微软雅黑"/>
              </a:rPr>
              <a:t>） N行</a:t>
            </a:r>
            <a:endParaRPr lang="en-US" sz="1400" b="1">
              <a:solidFill>
                <a:srgbClr val="174876"/>
              </a:solidFill>
              <a:latin typeface="微软雅黑"/>
              <a:ea typeface="微软雅黑"/>
            </a:endParaRPr>
          </a:p>
        </p:txBody>
      </p:sp>
      <p:sp>
        <p:nvSpPr>
          <p:cNvPr id="100017" name="treatments-detail"/>
          <p:cNvSpPr/>
          <p:nvPr/>
        </p:nvSpPr>
        <p:spPr>
          <a:xfrm>
            <a:off x="3675380" y="4064000"/>
            <a:ext cx="2044700" cy="635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 lnSpcReduction="20000"/>
          </a:bodyPr>
          <a:lstStyle/>
          <a:p>
            <a:pPr algn="l"/>
            <a:r>
              <a:rPr lang="en-US" sz="1200" b="0">
                <a:solidFill>
                  <a:srgbClr val="243447"/>
                </a:solidFill>
                <a:latin typeface="微软雅黑"/>
                <a:ea typeface="微软雅黑"/>
              </a:rPr>
              <a:t>var（</a:t>
            </a:r>
            <a:r>
              <a:rPr lang="zh-CN" altLang="en-US" sz="1200" b="0">
                <a:solidFill>
                  <a:srgbClr val="243447"/>
                </a:solidFill>
                <a:latin typeface="微软雅黑"/>
                <a:ea typeface="微软雅黑"/>
              </a:rPr>
              <a:t>治疗编码</a:t>
            </a:r>
            <a:r>
              <a:rPr lang="en-US" sz="1200" b="0">
                <a:solidFill>
                  <a:srgbClr val="243447"/>
                </a:solidFill>
                <a:latin typeface="微软雅黑"/>
                <a:ea typeface="微软雅黑"/>
              </a:rPr>
              <a:t>）· status（0/1）· start / end</a:t>
            </a:r>
            <a:endParaRPr lang="en-US" sz="1200" b="0">
              <a:solidFill>
                <a:srgbClr val="243447"/>
              </a:solidFill>
              <a:latin typeface="微软雅黑"/>
              <a:ea typeface="微软雅黑"/>
            </a:endParaRPr>
          </a:p>
          <a:p>
            <a:pPr algn="l"/>
            <a:r>
              <a:rPr lang="en-US" sz="1200" b="0">
                <a:solidFill>
                  <a:srgbClr val="243447"/>
                </a:solidFill>
                <a:latin typeface="微软雅黑"/>
                <a:ea typeface="微软雅黑"/>
              </a:rPr>
              <a:t>time_source</a:t>
            </a:r>
            <a:r>
              <a:rPr lang="zh-CN" altLang="en-US" sz="1200" b="0">
                <a:solidFill>
                  <a:srgbClr val="243447"/>
                </a:solidFill>
                <a:latin typeface="微软雅黑"/>
                <a:ea typeface="微软雅黑"/>
              </a:rPr>
              <a:t>（</a:t>
            </a:r>
            <a:r>
              <a:rPr lang="zh-CN" altLang="en-US" sz="1200" b="0">
                <a:solidFill>
                  <a:srgbClr val="243447"/>
                </a:solidFill>
                <a:latin typeface="微软雅黑"/>
                <a:ea typeface="微软雅黑"/>
              </a:rPr>
              <a:t>时间来源）</a:t>
            </a:r>
            <a:endParaRPr lang="zh-CN" altLang="en-US" sz="1200" b="0">
              <a:solidFill>
                <a:srgbClr val="243447"/>
              </a:solidFill>
              <a:latin typeface="微软雅黑"/>
              <a:ea typeface="微软雅黑"/>
            </a:endParaRPr>
          </a:p>
        </p:txBody>
      </p:sp>
      <p:sp>
        <p:nvSpPr>
          <p:cNvPr id="100018" name="down-1"/>
          <p:cNvSpPr/>
          <p:nvPr/>
        </p:nvSpPr>
        <p:spPr>
          <a:xfrm>
            <a:off x="4526280" y="3340100"/>
            <a:ext cx="330200" cy="241300"/>
          </a:xfrm>
          <a:prstGeom prst="downArrow">
            <a:avLst/>
          </a:prstGeom>
          <a:solidFill>
            <a:srgbClr val="006FB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19" name="complications-bg"/>
          <p:cNvSpPr/>
          <p:nvPr/>
        </p:nvSpPr>
        <p:spPr>
          <a:xfrm>
            <a:off x="5974080" y="3657600"/>
            <a:ext cx="2298700" cy="1092200"/>
          </a:xfrm>
          <a:prstGeom prst="roundRect">
            <a:avLst/>
          </a:prstGeom>
          <a:solidFill>
            <a:srgbClr val="F4F8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20" name="complications-title"/>
          <p:cNvSpPr/>
          <p:nvPr/>
        </p:nvSpPr>
        <p:spPr>
          <a:xfrm>
            <a:off x="6101080" y="3746500"/>
            <a:ext cx="2171700" cy="3048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 fontScale="80000"/>
          </a:bodyPr>
          <a:lstStyle/>
          <a:p>
            <a:pPr algn="l"/>
            <a:r>
              <a:rPr lang="en-US" sz="1400" b="1">
                <a:solidFill>
                  <a:srgbClr val="174876"/>
                </a:solidFill>
                <a:latin typeface="微软雅黑"/>
                <a:ea typeface="微软雅黑"/>
              </a:rPr>
              <a:t>complications（</a:t>
            </a:r>
            <a:r>
              <a:rPr lang="zh-CN" altLang="en-US" sz="1400" b="1">
                <a:solidFill>
                  <a:srgbClr val="174876"/>
                </a:solidFill>
                <a:latin typeface="微软雅黑"/>
                <a:ea typeface="微软雅黑"/>
              </a:rPr>
              <a:t>并发症表</a:t>
            </a:r>
            <a:r>
              <a:rPr lang="en-US" altLang="zh-CN" sz="1400" b="1">
                <a:solidFill>
                  <a:srgbClr val="174876"/>
                </a:solidFill>
                <a:latin typeface="微软雅黑"/>
                <a:ea typeface="微软雅黑"/>
              </a:rPr>
              <a:t>）</a:t>
            </a:r>
            <a:r>
              <a:rPr lang="en-US" sz="1400" b="1">
                <a:solidFill>
                  <a:srgbClr val="174876"/>
                </a:solidFill>
                <a:latin typeface="微软雅黑"/>
                <a:ea typeface="微软雅黑"/>
              </a:rPr>
              <a:t> N行</a:t>
            </a:r>
            <a:endParaRPr lang="en-US" sz="1400" b="1">
              <a:solidFill>
                <a:srgbClr val="174876"/>
              </a:solidFill>
              <a:latin typeface="微软雅黑"/>
              <a:ea typeface="微软雅黑"/>
            </a:endParaRPr>
          </a:p>
        </p:txBody>
      </p:sp>
      <p:sp>
        <p:nvSpPr>
          <p:cNvPr id="100021" name="complications-detail"/>
          <p:cNvSpPr/>
          <p:nvPr/>
        </p:nvSpPr>
        <p:spPr>
          <a:xfrm>
            <a:off x="6101080" y="4064000"/>
            <a:ext cx="2044700" cy="635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200" b="0">
                <a:solidFill>
                  <a:srgbClr val="243447"/>
                </a:solidFill>
                <a:latin typeface="微软雅黑"/>
                <a:ea typeface="微软雅黑"/>
              </a:rPr>
              <a:t>var · POA（</a:t>
            </a:r>
            <a:r>
              <a:rPr lang="zh-CN" altLang="en-US" sz="1200" b="0">
                <a:solidFill>
                  <a:srgbClr val="243447"/>
                </a:solidFill>
                <a:latin typeface="微软雅黑"/>
                <a:ea typeface="微软雅黑"/>
              </a:rPr>
              <a:t>入院时是否存在</a:t>
            </a:r>
            <a:r>
              <a:rPr lang="en-US" sz="1200" b="0">
                <a:solidFill>
                  <a:srgbClr val="243447"/>
                </a:solidFill>
                <a:latin typeface="微软雅黑"/>
                <a:ea typeface="微软雅黑"/>
              </a:rPr>
              <a:t>）· 判定依据</a:t>
            </a:r>
            <a:endParaRPr lang="en-US" sz="1200" b="0">
              <a:solidFill>
                <a:srgbClr val="243447"/>
              </a:solidFill>
              <a:latin typeface="微软雅黑"/>
              <a:ea typeface="微软雅黑"/>
            </a:endParaRPr>
          </a:p>
          <a:p>
            <a:pPr algn="l"/>
            <a:r>
              <a:rPr lang="en-US" sz="1200" b="0">
                <a:solidFill>
                  <a:srgbClr val="243447"/>
                </a:solidFill>
                <a:latin typeface="微软雅黑"/>
                <a:ea typeface="微软雅黑"/>
              </a:rPr>
              <a:t>时间来源</a:t>
            </a:r>
            <a:endParaRPr lang="en-US" sz="1200" b="0">
              <a:solidFill>
                <a:srgbClr val="243447"/>
              </a:solidFill>
              <a:latin typeface="微软雅黑"/>
              <a:ea typeface="微软雅黑"/>
            </a:endParaRPr>
          </a:p>
        </p:txBody>
      </p:sp>
      <p:sp>
        <p:nvSpPr>
          <p:cNvPr id="100022" name="down-2"/>
          <p:cNvSpPr/>
          <p:nvPr/>
        </p:nvSpPr>
        <p:spPr>
          <a:xfrm>
            <a:off x="6951980" y="3340100"/>
            <a:ext cx="330200" cy="241300"/>
          </a:xfrm>
          <a:prstGeom prst="downArrow">
            <a:avLst/>
          </a:prstGeom>
          <a:solidFill>
            <a:srgbClr val="006FB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23" name="derived-arrow"/>
          <p:cNvSpPr/>
          <p:nvPr/>
        </p:nvSpPr>
        <p:spPr>
          <a:xfrm>
            <a:off x="4551680" y="4787900"/>
            <a:ext cx="292100" cy="177800"/>
          </a:xfrm>
          <a:prstGeom prst="downArrow">
            <a:avLst/>
          </a:prstGeom>
          <a:solidFill>
            <a:srgbClr val="006FB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24" name="wide-bg"/>
          <p:cNvSpPr/>
          <p:nvPr/>
        </p:nvSpPr>
        <p:spPr>
          <a:xfrm>
            <a:off x="1122680" y="5003800"/>
            <a:ext cx="7689850" cy="53340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25" name="wide-label"/>
          <p:cNvSpPr/>
          <p:nvPr/>
        </p:nvSpPr>
        <p:spPr>
          <a:xfrm>
            <a:off x="1275080" y="5054600"/>
            <a:ext cx="7536815" cy="4318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 fontScale="80000"/>
          </a:bodyPr>
          <a:lstStyle/>
          <a:p>
            <a:pPr algn="l"/>
            <a:r>
              <a:rPr lang="en-US" sz="1500" b="1">
                <a:solidFill>
                  <a:srgbClr val="174876"/>
                </a:solidFill>
                <a:latin typeface="微软雅黑"/>
                <a:ea typeface="微软雅黑"/>
              </a:rPr>
              <a:t>crf_view（</a:t>
            </a:r>
            <a:r>
              <a:rPr lang="zh-CN" altLang="en-US" sz="1500" b="1">
                <a:solidFill>
                  <a:srgbClr val="174876"/>
                </a:solidFill>
                <a:latin typeface="微软雅黑"/>
                <a:ea typeface="微软雅黑"/>
              </a:rPr>
              <a:t>入院级宽表</a:t>
            </a:r>
            <a:r>
              <a:rPr lang="en-US" sz="1500" b="1">
                <a:solidFill>
                  <a:srgbClr val="174876"/>
                </a:solidFill>
                <a:latin typeface="微软雅黑"/>
                <a:ea typeface="微软雅黑"/>
              </a:rPr>
              <a:t>） 1 行：adm_*（</a:t>
            </a:r>
            <a:r>
              <a:rPr lang="zh-CN" altLang="en-US" sz="1500" b="1">
                <a:solidFill>
                  <a:srgbClr val="174876"/>
                </a:solidFill>
                <a:latin typeface="微软雅黑"/>
                <a:ea typeface="微软雅黑"/>
              </a:rPr>
              <a:t>入院字段</a:t>
            </a:r>
            <a:r>
              <a:rPr lang="en-US" sz="1500" b="1">
                <a:solidFill>
                  <a:srgbClr val="174876"/>
                </a:solidFill>
                <a:latin typeface="微软雅黑"/>
                <a:ea typeface="微软雅黑"/>
              </a:rPr>
              <a:t>） · idx_*（</a:t>
            </a:r>
            <a:r>
              <a:rPr lang="zh-CN" altLang="en-US" sz="1500" b="1">
                <a:solidFill>
                  <a:srgbClr val="174876"/>
                </a:solidFill>
                <a:latin typeface="微软雅黑"/>
                <a:ea typeface="微软雅黑"/>
              </a:rPr>
              <a:t>预测时间点</a:t>
            </a:r>
            <a:r>
              <a:rPr lang="en-US" sz="1500" b="1">
                <a:solidFill>
                  <a:srgbClr val="174876"/>
                </a:solidFill>
                <a:latin typeface="微软雅黑"/>
                <a:ea typeface="微软雅黑"/>
              </a:rPr>
              <a:t>） · lab_*（</a:t>
            </a:r>
            <a:r>
              <a:rPr lang="zh-CN" altLang="en-US" sz="1500" b="1">
                <a:solidFill>
                  <a:srgbClr val="174876"/>
                </a:solidFill>
                <a:latin typeface="微软雅黑"/>
                <a:ea typeface="微软雅黑"/>
              </a:rPr>
              <a:t>检验</a:t>
            </a:r>
            <a:r>
              <a:rPr lang="en-US" sz="1500" b="1">
                <a:solidFill>
                  <a:srgbClr val="174876"/>
                </a:solidFill>
                <a:latin typeface="微软雅黑"/>
                <a:ea typeface="微软雅黑"/>
              </a:rPr>
              <a:t>） · OUT00x（</a:t>
            </a:r>
            <a:r>
              <a:rPr lang="zh-CN" altLang="en-US" sz="1500" b="1">
                <a:solidFill>
                  <a:srgbClr val="174876"/>
                </a:solidFill>
                <a:latin typeface="微软雅黑"/>
                <a:ea typeface="微软雅黑"/>
              </a:rPr>
              <a:t>结局</a:t>
            </a:r>
            <a:r>
              <a:rPr lang="en-US" sz="1500" b="1">
                <a:solidFill>
                  <a:srgbClr val="174876"/>
                </a:solidFill>
                <a:latin typeface="微软雅黑"/>
                <a:ea typeface="微软雅黑"/>
              </a:rPr>
              <a:t>）</a:t>
            </a:r>
            <a:endParaRPr lang="en-US" sz="1500" b="1">
              <a:solidFill>
                <a:srgbClr val="174876"/>
              </a:solidFill>
              <a:latin typeface="微软雅黑"/>
              <a:ea typeface="微软雅黑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783080" y="19177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对齐后的</a:t>
            </a:r>
            <a:r>
              <a:rPr lang="zh-CN" altLang="en-US"/>
              <a:t>数据结构</a:t>
            </a:r>
            <a:endParaRPr lang="zh-CN" altLang="en-US"/>
          </a:p>
        </p:txBody>
      </p:sp>
      <p:sp>
        <p:nvSpPr>
          <p:cNvPr id="35" name="origin-0"/>
          <p:cNvSpPr/>
          <p:nvPr/>
        </p:nvSpPr>
        <p:spPr>
          <a:xfrm>
            <a:off x="9055100" y="3136900"/>
            <a:ext cx="1943100" cy="52070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txBody>
          <a:bodyPr lIns="38100" tIns="38100" rIns="38100" bIns="38100" anchor="ctr">
            <a:normAutofit lnSpcReduction="20000"/>
          </a:bodyPr>
          <a:lstStyle/>
          <a:p>
            <a:pPr algn="ctr"/>
            <a:r>
              <a:rPr lang="en-US" sz="1260" b="1">
                <a:solidFill>
                  <a:srgbClr val="174876"/>
                </a:solidFill>
                <a:latin typeface="微软雅黑"/>
                <a:ea typeface="微软雅黑"/>
              </a:rPr>
              <a:t>GD_CRF（</a:t>
            </a:r>
            <a:r>
              <a:rPr lang="zh-CN" altLang="en-US" sz="1260" b="1">
                <a:solidFill>
                  <a:srgbClr val="174876"/>
                </a:solidFill>
                <a:latin typeface="微软雅黑"/>
                <a:ea typeface="微软雅黑"/>
              </a:rPr>
              <a:t>广东省中医院</a:t>
            </a:r>
            <a:r>
              <a:rPr lang="en-US" sz="1260" b="1">
                <a:solidFill>
                  <a:srgbClr val="174876"/>
                </a:solidFill>
                <a:latin typeface="微软雅黑"/>
                <a:ea typeface="微软雅黑"/>
              </a:rPr>
              <a:t>）  297 次住院</a:t>
            </a:r>
            <a:endParaRPr lang="en-US" sz="1260" b="1">
              <a:solidFill>
                <a:srgbClr val="174876"/>
              </a:solidFill>
              <a:latin typeface="微软雅黑"/>
              <a:ea typeface="微软雅黑"/>
            </a:endParaRPr>
          </a:p>
        </p:txBody>
      </p:sp>
      <p:sp>
        <p:nvSpPr>
          <p:cNvPr id="36" name="origin-1"/>
          <p:cNvSpPr/>
          <p:nvPr/>
        </p:nvSpPr>
        <p:spPr>
          <a:xfrm>
            <a:off x="9055100" y="3943350"/>
            <a:ext cx="1943100" cy="52070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txBody>
          <a:bodyPr lIns="38100" tIns="38100" rIns="38100" bIns="38100" anchor="ctr">
            <a:normAutofit lnSpcReduction="20000"/>
          </a:bodyPr>
          <a:lstStyle/>
          <a:p>
            <a:pPr algn="ctr"/>
            <a:r>
              <a:rPr lang="en-US" sz="1260" b="1">
                <a:solidFill>
                  <a:srgbClr val="174876"/>
                </a:solidFill>
                <a:latin typeface="微软雅黑"/>
                <a:ea typeface="微软雅黑"/>
              </a:rPr>
              <a:t>GAM_IP（</a:t>
            </a:r>
            <a:r>
              <a:rPr lang="zh-CN" altLang="en-US" sz="1260" b="1">
                <a:solidFill>
                  <a:srgbClr val="174876"/>
                </a:solidFill>
                <a:latin typeface="微软雅黑"/>
                <a:ea typeface="微软雅黑"/>
              </a:rPr>
              <a:t>广安门医院</a:t>
            </a:r>
            <a:r>
              <a:rPr lang="en-US" sz="1260" b="1">
                <a:solidFill>
                  <a:srgbClr val="174876"/>
                </a:solidFill>
                <a:latin typeface="微软雅黑"/>
                <a:ea typeface="微软雅黑"/>
              </a:rPr>
              <a:t>）  173 次住院</a:t>
            </a:r>
            <a:endParaRPr lang="en-US" sz="1260" b="1">
              <a:solidFill>
                <a:srgbClr val="174876"/>
              </a:solidFill>
              <a:latin typeface="微软雅黑"/>
              <a:ea typeface="微软雅黑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8961755" y="2590800"/>
            <a:ext cx="2199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私有数据集</a:t>
            </a:r>
            <a:r>
              <a:rPr lang="zh-CN" altLang="en-US"/>
              <a:t>来源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>
            <a:spLocks noGrp="1"/>
          </p:cNvSpPr>
          <p:nvPr/>
        </p:nvSpPr>
        <p:spPr>
          <a:xfrm>
            <a:off x="815340" y="902970"/>
            <a:ext cx="6209030" cy="10922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</p:sp>
      <p:cxnSp>
        <p:nvCxnSpPr>
          <p:cNvPr id="86" name="Line 3"/>
          <p:cNvCxnSpPr/>
          <p:nvPr/>
        </p:nvCxnSpPr>
        <p:spPr>
          <a:xfrm>
            <a:off x="815340" y="902970"/>
            <a:ext cx="10610850" cy="0"/>
          </a:xfrm>
          <a:prstGeom prst="straightConnector1">
            <a:avLst/>
          </a:prstGeom>
          <a:ln w="13546">
            <a:solidFill>
              <a:srgbClr val="0070C0"/>
            </a:solidFill>
          </a:ln>
        </p:spPr>
      </p:cxnSp>
      <p:sp>
        <p:nvSpPr>
          <p:cNvPr id="4" name="矩形: 圆角 13-shape"/>
          <p:cNvSpPr>
            <a:spLocks noGrp="1"/>
          </p:cNvSpPr>
          <p:nvPr/>
        </p:nvSpPr>
        <p:spPr>
          <a:xfrm>
            <a:off x="1066800" y="1059180"/>
            <a:ext cx="10287000" cy="685800"/>
          </a:xfrm>
          <a:prstGeom prst="roundRect">
            <a:avLst>
              <a:gd name="adj" fmla="val 3962"/>
            </a:avLst>
          </a:prstGeom>
          <a:solidFill>
            <a:srgbClr val="FFFFFF"/>
          </a:solidFill>
          <a:ln>
            <a:noFill/>
          </a:ln>
          <a:effectLst>
            <a:outerShdw blurRad="571500" algn="bl" rotWithShape="0">
              <a:srgbClr val="0070C0">
                <a:alpha val="20000"/>
              </a:srgbClr>
            </a:outerShdw>
          </a:effectLst>
        </p:spPr>
      </p:sp>
      <p:sp>
        <p:nvSpPr>
          <p:cNvPr id="5" name="矩形: 圆角 13-text"/>
          <p:cNvSpPr>
            <a:spLocks noGrp="1"/>
          </p:cNvSpPr>
          <p:nvPr/>
        </p:nvSpPr>
        <p:spPr>
          <a:xfrm>
            <a:off x="1066800" y="1059180"/>
            <a:ext cx="10287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285750" indent="-285750" algn="l">
              <a:lnSpc>
                <a:spcPct val="100000"/>
              </a:lnSpc>
              <a:buClrTx/>
              <a:buSzTx/>
              <a:buFont typeface="Wingdings" panose="05000000000000000000"/>
              <a:buChar char="p"/>
            </a:pPr>
            <a:r>
              <a:rPr lang="zh-CN" altLang="en-US" sz="2000">
                <a:latin typeface="微软雅黑" charset="-122"/>
                <a:ea typeface="微软雅黑" charset="-122"/>
                <a:cs typeface="微软雅黑" charset="-122"/>
              </a:rPr>
              <a:t>以某位广东省中医院</a:t>
            </a:r>
            <a:r>
              <a:rPr lang="zh-CN" altLang="en-US" sz="2000">
                <a:latin typeface="微软雅黑" charset="-122"/>
                <a:ea typeface="微软雅黑" charset="-122"/>
                <a:cs typeface="微软雅黑" charset="-122"/>
              </a:rPr>
              <a:t>的患者为例</a:t>
            </a:r>
            <a:r>
              <a:rPr lang="en-US" altLang="zh-CN" sz="2000">
                <a:latin typeface="微软雅黑" charset="-122"/>
                <a:ea typeface="微软雅黑" charset="-122"/>
                <a:cs typeface="微软雅黑" charset="-122"/>
              </a:rPr>
              <a:t>，</a:t>
            </a:r>
            <a:r>
              <a:rPr lang="zh-CN" altLang="en-US" sz="2000">
                <a:latin typeface="微软雅黑" charset="-122"/>
                <a:ea typeface="微软雅黑" charset="-122"/>
                <a:cs typeface="微软雅黑" charset="-122"/>
              </a:rPr>
              <a:t>展示对齐后的</a:t>
            </a:r>
            <a:r>
              <a:rPr lang="zh-CN" altLang="en-US" sz="2000">
                <a:latin typeface="微软雅黑" charset="-122"/>
                <a:ea typeface="微软雅黑" charset="-122"/>
                <a:cs typeface="微软雅黑" charset="-122"/>
              </a:rPr>
              <a:t>数据结构</a:t>
            </a:r>
            <a:endParaRPr lang="zh-CN" altLang="en-US" sz="20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6" name="矩形: 圆角 16"/>
          <p:cNvSpPr>
            <a:spLocks noGrp="1"/>
          </p:cNvSpPr>
          <p:nvPr/>
        </p:nvSpPr>
        <p:spPr>
          <a:xfrm>
            <a:off x="1066800" y="1875790"/>
            <a:ext cx="10287000" cy="3948430"/>
          </a:xfrm>
          <a:prstGeom prst="roundRect">
            <a:avLst>
              <a:gd name="adj" fmla="val 2882"/>
            </a:avLst>
          </a:prstGeom>
          <a:solidFill>
            <a:srgbClr val="FFFFFF"/>
          </a:solidFill>
          <a:ln>
            <a:noFill/>
          </a:ln>
          <a:effectLst>
            <a:outerShdw blurRad="571500" algn="bl" rotWithShape="0">
              <a:srgbClr val="0070C0">
                <a:alpha val="20000"/>
              </a:srgbClr>
            </a:outerShdw>
          </a:effectLst>
        </p:spPr>
      </p:sp>
      <p:sp>
        <p:nvSpPr>
          <p:cNvPr id="7" name="圆角矩形 26"/>
          <p:cNvSpPr>
            <a:spLocks noGrp="1"/>
          </p:cNvSpPr>
          <p:nvPr/>
        </p:nvSpPr>
        <p:spPr>
          <a:xfrm>
            <a:off x="1122680" y="5967730"/>
            <a:ext cx="10179050" cy="6019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rgbClr val="D9D9D9"/>
            </a:solidFill>
          </a:ln>
        </p:spPr>
      </p:sp>
      <p:sp>
        <p:nvSpPr>
          <p:cNvPr id="8" name="矩形 93"/>
          <p:cNvSpPr>
            <a:spLocks noGrp="1"/>
          </p:cNvSpPr>
          <p:nvPr/>
        </p:nvSpPr>
        <p:spPr>
          <a:xfrm>
            <a:off x="1066800" y="5928360"/>
            <a:ext cx="355600" cy="28829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rgbClr val="1D4999"/>
          </a:solidFill>
          <a:ln>
            <a:noFill/>
          </a:ln>
        </p:spPr>
      </p:sp>
      <p:sp>
        <p:nvSpPr>
          <p:cNvPr id="9" name="矩形 93-2"/>
          <p:cNvSpPr>
            <a:spLocks noGrp="1"/>
          </p:cNvSpPr>
          <p:nvPr/>
        </p:nvSpPr>
        <p:spPr>
          <a:xfrm rot="10800000">
            <a:off x="10998200" y="6342380"/>
            <a:ext cx="355600" cy="28829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rgbClr val="1D4999"/>
          </a:solidFill>
          <a:ln>
            <a:noFill/>
          </a:ln>
        </p:spPr>
      </p:sp>
      <p:sp>
        <p:nvSpPr>
          <p:cNvPr id="10" name="灯片编号占位符 5"/>
          <p:cNvSpPr>
            <a:spLocks noGrp="1"/>
          </p:cNvSpPr>
          <p:nvPr/>
        </p:nvSpPr>
        <p:spPr>
          <a:xfrm>
            <a:off x="11506200" y="643001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1200" i="0">
                <a:solidFill>
                  <a:srgbClr val="5555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</a:t>
            </a:r>
            <a:endParaRPr sz="1200"/>
          </a:p>
        </p:txBody>
      </p:sp>
      <p:sp>
        <p:nvSpPr>
          <p:cNvPr id="11" name="矩形 19"/>
          <p:cNvSpPr>
            <a:spLocks noGrp="1"/>
          </p:cNvSpPr>
          <p:nvPr/>
        </p:nvSpPr>
        <p:spPr>
          <a:xfrm>
            <a:off x="0" y="91440"/>
            <a:ext cx="2044700" cy="584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3200" b="1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 </a:t>
            </a:r>
            <a:r>
              <a:rPr lang="zh-CN" altLang="en-US" sz="3200" b="1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患者</a:t>
            </a:r>
            <a:r>
              <a:rPr lang="zh-CN" altLang="en-US" sz="3200" b="1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示例</a:t>
            </a:r>
            <a:endParaRPr lang="zh-CN" altLang="en-US" sz="3200" b="1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2" name="Rectangle 7"/>
          <p:cNvSpPr>
            <a:spLocks noGrp="1"/>
          </p:cNvSpPr>
          <p:nvPr/>
        </p:nvSpPr>
        <p:spPr>
          <a:xfrm>
            <a:off x="9972040" y="467360"/>
            <a:ext cx="180340" cy="6350"/>
          </a:xfrm>
          <a:prstGeom prst="rect">
            <a:avLst/>
          </a:prstGeom>
          <a:solidFill>
            <a:srgbClr val="005A9F"/>
          </a:solidFill>
          <a:ln>
            <a:noFill/>
          </a:ln>
        </p:spPr>
      </p:sp>
      <p:sp>
        <p:nvSpPr>
          <p:cNvPr id="13" name="Freeform 8"/>
          <p:cNvSpPr>
            <a:spLocks noGrp="1"/>
          </p:cNvSpPr>
          <p:nvPr/>
        </p:nvSpPr>
        <p:spPr>
          <a:xfrm>
            <a:off x="9862820" y="238760"/>
            <a:ext cx="400050" cy="256540"/>
          </a:xfrm>
          <a:custGeom>
            <a:avLst/>
            <a:gdLst/>
            <a:ahLst/>
            <a:cxnLst/>
            <a:rect l="l" t="t" r="r" b="b"/>
            <a:pathLst>
              <a:path w="259" h="165">
                <a:moveTo>
                  <a:pt x="129" y="4"/>
                </a:moveTo>
                <a:cubicBezTo>
                  <a:pt x="198" y="4"/>
                  <a:pt x="255" y="39"/>
                  <a:pt x="255" y="83"/>
                </a:cubicBezTo>
                <a:cubicBezTo>
                  <a:pt x="255" y="126"/>
                  <a:pt x="198" y="161"/>
                  <a:pt x="129" y="161"/>
                </a:cubicBezTo>
                <a:cubicBezTo>
                  <a:pt x="61" y="161"/>
                  <a:pt x="4" y="126"/>
                  <a:pt x="4" y="83"/>
                </a:cubicBezTo>
                <a:cubicBezTo>
                  <a:pt x="4" y="39"/>
                  <a:pt x="61" y="4"/>
                  <a:pt x="129" y="4"/>
                </a:cubicBezTo>
                <a:close/>
                <a:moveTo>
                  <a:pt x="129" y="0"/>
                </a:moveTo>
                <a:cubicBezTo>
                  <a:pt x="201" y="0"/>
                  <a:pt x="259" y="37"/>
                  <a:pt x="259" y="83"/>
                </a:cubicBezTo>
                <a:cubicBezTo>
                  <a:pt x="259" y="128"/>
                  <a:pt x="201" y="165"/>
                  <a:pt x="129" y="165"/>
                </a:cubicBezTo>
                <a:cubicBezTo>
                  <a:pt x="58" y="165"/>
                  <a:pt x="0" y="128"/>
                  <a:pt x="0" y="83"/>
                </a:cubicBezTo>
                <a:cubicBezTo>
                  <a:pt x="0" y="37"/>
                  <a:pt x="58" y="0"/>
                  <a:pt x="129" y="0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4" name="Freeform 9"/>
          <p:cNvSpPr>
            <a:spLocks noGrp="1"/>
          </p:cNvSpPr>
          <p:nvPr/>
        </p:nvSpPr>
        <p:spPr>
          <a:xfrm>
            <a:off x="9899650" y="238760"/>
            <a:ext cx="326390" cy="256540"/>
          </a:xfrm>
          <a:custGeom>
            <a:avLst/>
            <a:gdLst/>
            <a:ahLst/>
            <a:cxnLst/>
            <a:rect l="l" t="t" r="r" b="b"/>
            <a:pathLst>
              <a:path w="211" h="165">
                <a:moveTo>
                  <a:pt x="105" y="4"/>
                </a:moveTo>
                <a:cubicBezTo>
                  <a:pt x="161" y="4"/>
                  <a:pt x="207" y="39"/>
                  <a:pt x="207" y="83"/>
                </a:cubicBezTo>
                <a:cubicBezTo>
                  <a:pt x="207" y="126"/>
                  <a:pt x="161" y="161"/>
                  <a:pt x="105" y="161"/>
                </a:cubicBezTo>
                <a:cubicBezTo>
                  <a:pt x="50" y="161"/>
                  <a:pt x="4" y="126"/>
                  <a:pt x="4" y="83"/>
                </a:cubicBezTo>
                <a:cubicBezTo>
                  <a:pt x="4" y="39"/>
                  <a:pt x="50" y="4"/>
                  <a:pt x="105" y="4"/>
                </a:cubicBezTo>
                <a:close/>
                <a:moveTo>
                  <a:pt x="105" y="0"/>
                </a:moveTo>
                <a:cubicBezTo>
                  <a:pt x="163" y="0"/>
                  <a:pt x="211" y="37"/>
                  <a:pt x="211" y="83"/>
                </a:cubicBezTo>
                <a:cubicBezTo>
                  <a:pt x="211" y="128"/>
                  <a:pt x="163" y="165"/>
                  <a:pt x="105" y="165"/>
                </a:cubicBezTo>
                <a:cubicBezTo>
                  <a:pt x="48" y="165"/>
                  <a:pt x="0" y="128"/>
                  <a:pt x="0" y="83"/>
                </a:cubicBezTo>
                <a:cubicBezTo>
                  <a:pt x="0" y="37"/>
                  <a:pt x="48" y="0"/>
                  <a:pt x="105" y="0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5" name="Freeform 10"/>
          <p:cNvSpPr>
            <a:spLocks noGrp="1"/>
          </p:cNvSpPr>
          <p:nvPr/>
        </p:nvSpPr>
        <p:spPr>
          <a:xfrm>
            <a:off x="9777730" y="157480"/>
            <a:ext cx="568960" cy="412750"/>
          </a:xfrm>
          <a:custGeom>
            <a:avLst/>
            <a:gdLst/>
            <a:ahLst/>
            <a:cxnLst/>
            <a:rect l="l" t="t" r="r" b="b"/>
            <a:pathLst>
              <a:path w="368" h="265">
                <a:moveTo>
                  <a:pt x="184" y="0"/>
                </a:moveTo>
                <a:cubicBezTo>
                  <a:pt x="286" y="0"/>
                  <a:pt x="368" y="60"/>
                  <a:pt x="368" y="133"/>
                </a:cubicBezTo>
                <a:cubicBezTo>
                  <a:pt x="368" y="206"/>
                  <a:pt x="286" y="265"/>
                  <a:pt x="184" y="265"/>
                </a:cubicBezTo>
                <a:cubicBezTo>
                  <a:pt x="83" y="265"/>
                  <a:pt x="0" y="206"/>
                  <a:pt x="0" y="133"/>
                </a:cubicBezTo>
                <a:cubicBezTo>
                  <a:pt x="0" y="60"/>
                  <a:pt x="83" y="0"/>
                  <a:pt x="184" y="0"/>
                </a:cubicBezTo>
                <a:close/>
                <a:moveTo>
                  <a:pt x="184" y="7"/>
                </a:moveTo>
                <a:cubicBezTo>
                  <a:pt x="280" y="7"/>
                  <a:pt x="359" y="64"/>
                  <a:pt x="359" y="133"/>
                </a:cubicBezTo>
                <a:cubicBezTo>
                  <a:pt x="359" y="202"/>
                  <a:pt x="280" y="258"/>
                  <a:pt x="184" y="258"/>
                </a:cubicBezTo>
                <a:cubicBezTo>
                  <a:pt x="88" y="258"/>
                  <a:pt x="9" y="202"/>
                  <a:pt x="9" y="133"/>
                </a:cubicBezTo>
                <a:cubicBezTo>
                  <a:pt x="9" y="64"/>
                  <a:pt x="88" y="7"/>
                  <a:pt x="184" y="7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6" name="Freeform 11"/>
          <p:cNvSpPr>
            <a:spLocks noGrp="1"/>
          </p:cNvSpPr>
          <p:nvPr/>
        </p:nvSpPr>
        <p:spPr>
          <a:xfrm>
            <a:off x="10007600" y="447040"/>
            <a:ext cx="107950" cy="17780"/>
          </a:xfrm>
          <a:custGeom>
            <a:avLst/>
            <a:gdLst/>
            <a:ahLst/>
            <a:cxnLst/>
            <a:rect l="l" t="t" r="r" b="b"/>
            <a:pathLst>
              <a:path w="70" h="11">
                <a:moveTo>
                  <a:pt x="0" y="0"/>
                </a:moveTo>
                <a:lnTo>
                  <a:pt x="1" y="0"/>
                </a:lnTo>
                <a:lnTo>
                  <a:pt x="2" y="6"/>
                </a:lnTo>
                <a:cubicBezTo>
                  <a:pt x="3" y="6"/>
                  <a:pt x="3" y="7"/>
                  <a:pt x="3" y="7"/>
                </a:cubicBezTo>
                <a:cubicBezTo>
                  <a:pt x="3" y="7"/>
                  <a:pt x="3" y="8"/>
                  <a:pt x="3" y="8"/>
                </a:cubicBezTo>
                <a:cubicBezTo>
                  <a:pt x="3" y="8"/>
                  <a:pt x="3" y="7"/>
                  <a:pt x="3" y="6"/>
                </a:cubicBezTo>
                <a:cubicBezTo>
                  <a:pt x="3" y="6"/>
                  <a:pt x="3" y="6"/>
                  <a:pt x="3" y="6"/>
                </a:cubicBezTo>
                <a:lnTo>
                  <a:pt x="4" y="0"/>
                </a:lnTo>
                <a:lnTo>
                  <a:pt x="5" y="0"/>
                </a:lnTo>
                <a:lnTo>
                  <a:pt x="7" y="6"/>
                </a:lnTo>
                <a:cubicBezTo>
                  <a:pt x="7" y="6"/>
                  <a:pt x="7" y="7"/>
                  <a:pt x="7" y="7"/>
                </a:cubicBezTo>
                <a:cubicBezTo>
                  <a:pt x="7" y="7"/>
                  <a:pt x="7" y="8"/>
                  <a:pt x="7" y="8"/>
                </a:cubicBezTo>
                <a:cubicBezTo>
                  <a:pt x="7" y="8"/>
                  <a:pt x="7" y="7"/>
                  <a:pt x="7" y="7"/>
                </a:cubicBezTo>
                <a:cubicBezTo>
                  <a:pt x="7" y="7"/>
                  <a:pt x="7" y="6"/>
                  <a:pt x="7" y="6"/>
                </a:cubicBezTo>
                <a:lnTo>
                  <a:pt x="8" y="0"/>
                </a:lnTo>
                <a:lnTo>
                  <a:pt x="10" y="0"/>
                </a:lnTo>
                <a:lnTo>
                  <a:pt x="7" y="10"/>
                </a:lnTo>
                <a:lnTo>
                  <a:pt x="6" y="10"/>
                </a:lnTo>
                <a:lnTo>
                  <a:pt x="5" y="5"/>
                </a:lnTo>
                <a:cubicBezTo>
                  <a:pt x="5" y="4"/>
                  <a:pt x="5" y="4"/>
                  <a:pt x="5" y="4"/>
                </a:cubicBezTo>
                <a:cubicBezTo>
                  <a:pt x="5" y="3"/>
                  <a:pt x="5" y="3"/>
                  <a:pt x="5" y="2"/>
                </a:cubicBezTo>
                <a:cubicBezTo>
                  <a:pt x="5" y="3"/>
                  <a:pt x="5" y="3"/>
                  <a:pt x="5" y="4"/>
                </a:cubicBezTo>
                <a:cubicBezTo>
                  <a:pt x="5" y="4"/>
                  <a:pt x="5" y="4"/>
                  <a:pt x="4" y="5"/>
                </a:cubicBezTo>
                <a:lnTo>
                  <a:pt x="3" y="10"/>
                </a:lnTo>
                <a:lnTo>
                  <a:pt x="2" y="10"/>
                </a:lnTo>
                <a:lnTo>
                  <a:pt x="0" y="0"/>
                </a:lnTo>
                <a:close/>
              </a:path>
              <a:path w="70" h="11">
                <a:moveTo>
                  <a:pt x="10" y="0"/>
                </a:moveTo>
                <a:lnTo>
                  <a:pt x="12" y="0"/>
                </a:lnTo>
                <a:lnTo>
                  <a:pt x="12" y="7"/>
                </a:lnTo>
                <a:cubicBezTo>
                  <a:pt x="12" y="8"/>
                  <a:pt x="12" y="8"/>
                  <a:pt x="12" y="9"/>
                </a:cubicBezTo>
                <a:cubicBezTo>
                  <a:pt x="12" y="9"/>
                  <a:pt x="13" y="9"/>
                  <a:pt x="13" y="9"/>
                </a:cubicBezTo>
                <a:cubicBezTo>
                  <a:pt x="14" y="9"/>
                  <a:pt x="14" y="9"/>
                  <a:pt x="15" y="9"/>
                </a:cubicBezTo>
                <a:cubicBezTo>
                  <a:pt x="15" y="8"/>
                  <a:pt x="15" y="8"/>
                  <a:pt x="15" y="7"/>
                </a:cubicBezTo>
                <a:lnTo>
                  <a:pt x="15" y="0"/>
                </a:lnTo>
                <a:lnTo>
                  <a:pt x="16" y="0"/>
                </a:lnTo>
                <a:lnTo>
                  <a:pt x="16" y="7"/>
                </a:lnTo>
                <a:cubicBezTo>
                  <a:pt x="16" y="8"/>
                  <a:pt x="16" y="9"/>
                  <a:pt x="15" y="10"/>
                </a:cubicBezTo>
                <a:cubicBezTo>
                  <a:pt x="15" y="10"/>
                  <a:pt x="14" y="11"/>
                  <a:pt x="13" y="11"/>
                </a:cubicBezTo>
                <a:cubicBezTo>
                  <a:pt x="12" y="11"/>
                  <a:pt x="12" y="10"/>
                  <a:pt x="11" y="10"/>
                </a:cubicBezTo>
                <a:cubicBezTo>
                  <a:pt x="11" y="9"/>
                  <a:pt x="10" y="8"/>
                  <a:pt x="10" y="7"/>
                </a:cubicBezTo>
                <a:lnTo>
                  <a:pt x="10" y="0"/>
                </a:lnTo>
                <a:close/>
              </a:path>
              <a:path w="70" h="11">
                <a:moveTo>
                  <a:pt x="18" y="0"/>
                </a:moveTo>
                <a:lnTo>
                  <a:pt x="19" y="0"/>
                </a:lnTo>
                <a:lnTo>
                  <a:pt x="19" y="4"/>
                </a:lnTo>
                <a:lnTo>
                  <a:pt x="22" y="4"/>
                </a:lnTo>
                <a:lnTo>
                  <a:pt x="22" y="0"/>
                </a:lnTo>
                <a:lnTo>
                  <a:pt x="23" y="0"/>
                </a:lnTo>
                <a:lnTo>
                  <a:pt x="23" y="10"/>
                </a:lnTo>
                <a:lnTo>
                  <a:pt x="22" y="10"/>
                </a:lnTo>
                <a:lnTo>
                  <a:pt x="22" y="6"/>
                </a:lnTo>
                <a:lnTo>
                  <a:pt x="19" y="6"/>
                </a:lnTo>
                <a:lnTo>
                  <a:pt x="19" y="10"/>
                </a:lnTo>
                <a:lnTo>
                  <a:pt x="18" y="10"/>
                </a:lnTo>
                <a:lnTo>
                  <a:pt x="18" y="0"/>
                </a:lnTo>
                <a:close/>
              </a:path>
              <a:path w="70" h="11">
                <a:moveTo>
                  <a:pt x="26" y="0"/>
                </a:moveTo>
                <a:lnTo>
                  <a:pt x="28" y="0"/>
                </a:lnTo>
                <a:lnTo>
                  <a:pt x="30" y="10"/>
                </a:lnTo>
                <a:lnTo>
                  <a:pt x="29" y="10"/>
                </a:lnTo>
                <a:lnTo>
                  <a:pt x="29" y="8"/>
                </a:lnTo>
                <a:lnTo>
                  <a:pt x="26" y="8"/>
                </a:lnTo>
                <a:lnTo>
                  <a:pt x="25" y="10"/>
                </a:lnTo>
                <a:lnTo>
                  <a:pt x="24" y="10"/>
                </a:lnTo>
                <a:lnTo>
                  <a:pt x="26" y="0"/>
                </a:lnTo>
                <a:close/>
                <a:moveTo>
                  <a:pt x="27" y="1"/>
                </a:moveTo>
                <a:lnTo>
                  <a:pt x="26" y="6"/>
                </a:lnTo>
                <a:lnTo>
                  <a:pt x="28" y="6"/>
                </a:lnTo>
                <a:lnTo>
                  <a:pt x="27" y="1"/>
                </a:lnTo>
                <a:close/>
              </a:path>
              <a:path w="70" h="11">
                <a:moveTo>
                  <a:pt x="31" y="0"/>
                </a:moveTo>
                <a:lnTo>
                  <a:pt x="32" y="0"/>
                </a:lnTo>
                <a:lnTo>
                  <a:pt x="35" y="6"/>
                </a:lnTo>
                <a:cubicBezTo>
                  <a:pt x="35" y="6"/>
                  <a:pt x="35" y="7"/>
                  <a:pt x="35" y="7"/>
                </a:cubicBezTo>
                <a:cubicBezTo>
                  <a:pt x="36" y="7"/>
                  <a:pt x="36" y="8"/>
                  <a:pt x="36" y="8"/>
                </a:cubicBezTo>
                <a:cubicBezTo>
                  <a:pt x="36" y="8"/>
                  <a:pt x="36" y="7"/>
                  <a:pt x="36" y="7"/>
                </a:cubicBezTo>
                <a:cubicBezTo>
                  <a:pt x="36" y="7"/>
                  <a:pt x="36" y="6"/>
                  <a:pt x="36" y="6"/>
                </a:cubicBezTo>
                <a:lnTo>
                  <a:pt x="36" y="0"/>
                </a:lnTo>
                <a:lnTo>
                  <a:pt x="37" y="0"/>
                </a:lnTo>
                <a:lnTo>
                  <a:pt x="37" y="10"/>
                </a:lnTo>
                <a:lnTo>
                  <a:pt x="36" y="10"/>
                </a:lnTo>
                <a:lnTo>
                  <a:pt x="33" y="4"/>
                </a:lnTo>
                <a:cubicBezTo>
                  <a:pt x="33" y="4"/>
                  <a:pt x="33" y="4"/>
                  <a:pt x="33" y="3"/>
                </a:cubicBezTo>
                <a:cubicBezTo>
                  <a:pt x="32" y="3"/>
                  <a:pt x="32" y="2"/>
                  <a:pt x="32" y="2"/>
                </a:cubicBezTo>
                <a:cubicBezTo>
                  <a:pt x="32" y="2"/>
                  <a:pt x="32" y="2"/>
                  <a:pt x="32" y="3"/>
                </a:cubicBezTo>
                <a:cubicBezTo>
                  <a:pt x="32" y="3"/>
                  <a:pt x="32" y="4"/>
                  <a:pt x="32" y="4"/>
                </a:cubicBezTo>
                <a:lnTo>
                  <a:pt x="32" y="10"/>
                </a:lnTo>
                <a:lnTo>
                  <a:pt x="31" y="10"/>
                </a:lnTo>
                <a:lnTo>
                  <a:pt x="31" y="0"/>
                </a:lnTo>
                <a:close/>
              </a:path>
              <a:path w="70" h="11">
                <a:moveTo>
                  <a:pt x="46" y="3"/>
                </a:moveTo>
                <a:lnTo>
                  <a:pt x="45" y="3"/>
                </a:lnTo>
                <a:cubicBezTo>
                  <a:pt x="45" y="3"/>
                  <a:pt x="45" y="2"/>
                  <a:pt x="44" y="2"/>
                </a:cubicBezTo>
                <a:cubicBezTo>
                  <a:pt x="44" y="1"/>
                  <a:pt x="44" y="1"/>
                  <a:pt x="43" y="1"/>
                </a:cubicBezTo>
                <a:cubicBezTo>
                  <a:pt x="43" y="1"/>
                  <a:pt x="42" y="2"/>
                  <a:pt x="42" y="2"/>
                </a:cubicBezTo>
                <a:cubicBezTo>
                  <a:pt x="42" y="3"/>
                  <a:pt x="42" y="4"/>
                  <a:pt x="42" y="5"/>
                </a:cubicBezTo>
                <a:cubicBezTo>
                  <a:pt x="42" y="7"/>
                  <a:pt x="42" y="8"/>
                  <a:pt x="42" y="8"/>
                </a:cubicBezTo>
                <a:cubicBezTo>
                  <a:pt x="42" y="9"/>
                  <a:pt x="43" y="9"/>
                  <a:pt x="43" y="9"/>
                </a:cubicBezTo>
                <a:cubicBezTo>
                  <a:pt x="44" y="9"/>
                  <a:pt x="44" y="9"/>
                  <a:pt x="45" y="9"/>
                </a:cubicBezTo>
                <a:cubicBezTo>
                  <a:pt x="45" y="8"/>
                  <a:pt x="45" y="8"/>
                  <a:pt x="45" y="7"/>
                </a:cubicBezTo>
                <a:lnTo>
                  <a:pt x="46" y="8"/>
                </a:lnTo>
                <a:cubicBezTo>
                  <a:pt x="46" y="9"/>
                  <a:pt x="46" y="9"/>
                  <a:pt x="45" y="10"/>
                </a:cubicBezTo>
                <a:cubicBezTo>
                  <a:pt x="45" y="10"/>
                  <a:pt x="44" y="11"/>
                  <a:pt x="43" y="11"/>
                </a:cubicBezTo>
                <a:cubicBezTo>
                  <a:pt x="42" y="11"/>
                  <a:pt x="42" y="10"/>
                  <a:pt x="41" y="9"/>
                </a:cubicBezTo>
                <a:cubicBezTo>
                  <a:pt x="41" y="8"/>
                  <a:pt x="40" y="7"/>
                  <a:pt x="40" y="5"/>
                </a:cubicBezTo>
                <a:cubicBezTo>
                  <a:pt x="40" y="4"/>
                  <a:pt x="41" y="2"/>
                  <a:pt x="41" y="1"/>
                </a:cubicBezTo>
                <a:cubicBezTo>
                  <a:pt x="42" y="0"/>
                  <a:pt x="43" y="0"/>
                  <a:pt x="43" y="0"/>
                </a:cubicBezTo>
                <a:cubicBezTo>
                  <a:pt x="44" y="0"/>
                  <a:pt x="45" y="0"/>
                  <a:pt x="45" y="1"/>
                </a:cubicBezTo>
                <a:cubicBezTo>
                  <a:pt x="46" y="1"/>
                  <a:pt x="46" y="2"/>
                  <a:pt x="46" y="3"/>
                </a:cubicBezTo>
                <a:close/>
              </a:path>
              <a:path w="70" h="11">
                <a:moveTo>
                  <a:pt x="47" y="0"/>
                </a:moveTo>
                <a:lnTo>
                  <a:pt x="48" y="0"/>
                </a:lnTo>
                <a:lnTo>
                  <a:pt x="48" y="4"/>
                </a:lnTo>
                <a:lnTo>
                  <a:pt x="52" y="4"/>
                </a:lnTo>
                <a:lnTo>
                  <a:pt x="52" y="0"/>
                </a:lnTo>
                <a:lnTo>
                  <a:pt x="53" y="0"/>
                </a:lnTo>
                <a:lnTo>
                  <a:pt x="53" y="10"/>
                </a:lnTo>
                <a:lnTo>
                  <a:pt x="52" y="10"/>
                </a:lnTo>
                <a:lnTo>
                  <a:pt x="52" y="6"/>
                </a:lnTo>
                <a:lnTo>
                  <a:pt x="48" y="6"/>
                </a:lnTo>
                <a:lnTo>
                  <a:pt x="48" y="10"/>
                </a:lnTo>
                <a:lnTo>
                  <a:pt x="47" y="10"/>
                </a:lnTo>
                <a:lnTo>
                  <a:pt x="47" y="0"/>
                </a:lnTo>
                <a:close/>
              </a:path>
              <a:path w="70" h="11">
                <a:moveTo>
                  <a:pt x="55" y="0"/>
                </a:moveTo>
                <a:lnTo>
                  <a:pt x="56" y="0"/>
                </a:lnTo>
                <a:lnTo>
                  <a:pt x="56" y="10"/>
                </a:lnTo>
                <a:lnTo>
                  <a:pt x="55" y="10"/>
                </a:lnTo>
                <a:lnTo>
                  <a:pt x="55" y="0"/>
                </a:lnTo>
                <a:close/>
              </a:path>
              <a:path w="70" h="11">
                <a:moveTo>
                  <a:pt x="57" y="0"/>
                </a:moveTo>
                <a:lnTo>
                  <a:pt x="59" y="0"/>
                </a:lnTo>
                <a:lnTo>
                  <a:pt x="61" y="6"/>
                </a:lnTo>
                <a:cubicBezTo>
                  <a:pt x="61" y="6"/>
                  <a:pt x="61" y="7"/>
                  <a:pt x="62" y="7"/>
                </a:cubicBezTo>
                <a:cubicBezTo>
                  <a:pt x="62" y="7"/>
                  <a:pt x="62" y="8"/>
                  <a:pt x="62" y="8"/>
                </a:cubicBezTo>
                <a:cubicBezTo>
                  <a:pt x="62" y="8"/>
                  <a:pt x="62" y="7"/>
                  <a:pt x="62" y="7"/>
                </a:cubicBezTo>
                <a:cubicBezTo>
                  <a:pt x="62" y="7"/>
                  <a:pt x="62" y="6"/>
                  <a:pt x="62" y="6"/>
                </a:cubicBezTo>
                <a:lnTo>
                  <a:pt x="62" y="0"/>
                </a:lnTo>
                <a:lnTo>
                  <a:pt x="63" y="0"/>
                </a:lnTo>
                <a:lnTo>
                  <a:pt x="63" y="10"/>
                </a:lnTo>
                <a:lnTo>
                  <a:pt x="62" y="10"/>
                </a:lnTo>
                <a:lnTo>
                  <a:pt x="59" y="4"/>
                </a:lnTo>
                <a:cubicBezTo>
                  <a:pt x="59" y="4"/>
                  <a:pt x="59" y="4"/>
                  <a:pt x="59" y="3"/>
                </a:cubicBezTo>
                <a:cubicBezTo>
                  <a:pt x="59" y="3"/>
                  <a:pt x="59" y="2"/>
                  <a:pt x="58" y="2"/>
                </a:cubicBezTo>
                <a:cubicBezTo>
                  <a:pt x="58" y="2"/>
                  <a:pt x="58" y="2"/>
                  <a:pt x="58" y="3"/>
                </a:cubicBezTo>
                <a:cubicBezTo>
                  <a:pt x="58" y="3"/>
                  <a:pt x="58" y="4"/>
                  <a:pt x="58" y="4"/>
                </a:cubicBezTo>
                <a:lnTo>
                  <a:pt x="58" y="10"/>
                </a:lnTo>
                <a:lnTo>
                  <a:pt x="57" y="10"/>
                </a:lnTo>
                <a:lnTo>
                  <a:pt x="57" y="0"/>
                </a:lnTo>
                <a:close/>
              </a:path>
              <a:path w="70" h="11">
                <a:moveTo>
                  <a:pt x="66" y="0"/>
                </a:moveTo>
                <a:lnTo>
                  <a:pt x="68" y="0"/>
                </a:lnTo>
                <a:lnTo>
                  <a:pt x="70" y="10"/>
                </a:lnTo>
                <a:lnTo>
                  <a:pt x="69" y="10"/>
                </a:lnTo>
                <a:lnTo>
                  <a:pt x="68" y="8"/>
                </a:lnTo>
                <a:lnTo>
                  <a:pt x="66" y="8"/>
                </a:lnTo>
                <a:lnTo>
                  <a:pt x="65" y="10"/>
                </a:lnTo>
                <a:lnTo>
                  <a:pt x="64" y="10"/>
                </a:lnTo>
                <a:lnTo>
                  <a:pt x="66" y="0"/>
                </a:lnTo>
                <a:close/>
                <a:moveTo>
                  <a:pt x="67" y="1"/>
                </a:moveTo>
                <a:lnTo>
                  <a:pt x="66" y="6"/>
                </a:lnTo>
                <a:lnTo>
                  <a:pt x="68" y="6"/>
                </a:lnTo>
                <a:lnTo>
                  <a:pt x="67" y="1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7" name="Freeform 12"/>
          <p:cNvSpPr>
            <a:spLocks noGrp="1"/>
          </p:cNvSpPr>
          <p:nvPr/>
        </p:nvSpPr>
        <p:spPr>
          <a:xfrm>
            <a:off x="9914890" y="411480"/>
            <a:ext cx="297180" cy="30480"/>
          </a:xfrm>
          <a:custGeom>
            <a:avLst/>
            <a:gdLst/>
            <a:ahLst/>
            <a:cxnLst/>
            <a:rect l="l" t="t" r="r" b="b"/>
            <a:pathLst>
              <a:path w="192" h="20">
                <a:moveTo>
                  <a:pt x="0" y="0"/>
                </a:moveTo>
                <a:lnTo>
                  <a:pt x="192" y="0"/>
                </a:lnTo>
                <a:cubicBezTo>
                  <a:pt x="189" y="7"/>
                  <a:pt x="184" y="13"/>
                  <a:pt x="177" y="20"/>
                </a:cubicBezTo>
                <a:lnTo>
                  <a:pt x="14" y="19"/>
                </a:lnTo>
                <a:cubicBezTo>
                  <a:pt x="7" y="15"/>
                  <a:pt x="3" y="8"/>
                  <a:pt x="0" y="0"/>
                </a:cubicBezTo>
                <a:close/>
                <a:moveTo>
                  <a:pt x="39" y="4"/>
                </a:moveTo>
                <a:cubicBezTo>
                  <a:pt x="39" y="4"/>
                  <a:pt x="39" y="5"/>
                  <a:pt x="38" y="5"/>
                </a:cubicBezTo>
                <a:cubicBezTo>
                  <a:pt x="38" y="5"/>
                  <a:pt x="38" y="5"/>
                  <a:pt x="38" y="6"/>
                </a:cubicBezTo>
                <a:cubicBezTo>
                  <a:pt x="38" y="7"/>
                  <a:pt x="38" y="7"/>
                  <a:pt x="38" y="8"/>
                </a:cubicBezTo>
                <a:cubicBezTo>
                  <a:pt x="38" y="8"/>
                  <a:pt x="38" y="9"/>
                  <a:pt x="38" y="9"/>
                </a:cubicBezTo>
                <a:cubicBezTo>
                  <a:pt x="38" y="10"/>
                  <a:pt x="38" y="11"/>
                  <a:pt x="38" y="12"/>
                </a:cubicBezTo>
                <a:lnTo>
                  <a:pt x="38" y="14"/>
                </a:lnTo>
                <a:cubicBezTo>
                  <a:pt x="38" y="15"/>
                  <a:pt x="38" y="16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7" y="17"/>
                </a:cubicBezTo>
                <a:cubicBezTo>
                  <a:pt x="37" y="17"/>
                  <a:pt x="36" y="17"/>
                  <a:pt x="36" y="17"/>
                </a:cubicBezTo>
                <a:cubicBezTo>
                  <a:pt x="35" y="16"/>
                  <a:pt x="35" y="16"/>
                  <a:pt x="35" y="16"/>
                </a:cubicBezTo>
                <a:cubicBezTo>
                  <a:pt x="34" y="16"/>
                  <a:pt x="34" y="16"/>
                  <a:pt x="34" y="16"/>
                </a:cubicBezTo>
                <a:cubicBezTo>
                  <a:pt x="34" y="16"/>
                  <a:pt x="34" y="15"/>
                  <a:pt x="34" y="15"/>
                </a:cubicBezTo>
                <a:cubicBezTo>
                  <a:pt x="34" y="15"/>
                  <a:pt x="34" y="15"/>
                  <a:pt x="34" y="15"/>
                </a:cubicBezTo>
                <a:cubicBezTo>
                  <a:pt x="35" y="15"/>
                  <a:pt x="35" y="15"/>
                  <a:pt x="36" y="15"/>
                </a:cubicBezTo>
                <a:cubicBezTo>
                  <a:pt x="36" y="15"/>
                  <a:pt x="36" y="15"/>
                  <a:pt x="36" y="15"/>
                </a:cubicBezTo>
                <a:cubicBezTo>
                  <a:pt x="37" y="15"/>
                  <a:pt x="37" y="15"/>
                  <a:pt x="37" y="15"/>
                </a:cubicBezTo>
                <a:cubicBezTo>
                  <a:pt x="37" y="15"/>
                  <a:pt x="37" y="15"/>
                  <a:pt x="37" y="14"/>
                </a:cubicBezTo>
                <a:cubicBezTo>
                  <a:pt x="37" y="14"/>
                  <a:pt x="37" y="13"/>
                  <a:pt x="37" y="12"/>
                </a:cubicBezTo>
                <a:cubicBezTo>
                  <a:pt x="36" y="11"/>
                  <a:pt x="36" y="10"/>
                  <a:pt x="36" y="8"/>
                </a:cubicBezTo>
                <a:lnTo>
                  <a:pt x="36" y="6"/>
                </a:lnTo>
                <a:cubicBezTo>
                  <a:pt x="36" y="5"/>
                  <a:pt x="36" y="5"/>
                  <a:pt x="36" y="5"/>
                </a:cubicBezTo>
                <a:cubicBezTo>
                  <a:pt x="35" y="5"/>
                  <a:pt x="35" y="5"/>
                  <a:pt x="35" y="5"/>
                </a:cubicBezTo>
                <a:cubicBezTo>
                  <a:pt x="34" y="5"/>
                  <a:pt x="34" y="5"/>
                  <a:pt x="34" y="6"/>
                </a:cubicBezTo>
                <a:cubicBezTo>
                  <a:pt x="34" y="6"/>
                  <a:pt x="34" y="6"/>
                  <a:pt x="34" y="6"/>
                </a:cubicBezTo>
                <a:cubicBezTo>
                  <a:pt x="34" y="7"/>
                  <a:pt x="34" y="7"/>
                  <a:pt x="34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6" y="7"/>
                  <a:pt x="36" y="7"/>
                  <a:pt x="36" y="7"/>
                </a:cubicBezTo>
                <a:cubicBezTo>
                  <a:pt x="36" y="7"/>
                  <a:pt x="36" y="7"/>
                  <a:pt x="35" y="7"/>
                </a:cubicBezTo>
                <a:cubicBezTo>
                  <a:pt x="35" y="7"/>
                  <a:pt x="35" y="8"/>
                  <a:pt x="35" y="8"/>
                </a:cubicBezTo>
                <a:cubicBezTo>
                  <a:pt x="34" y="8"/>
                  <a:pt x="34" y="8"/>
                  <a:pt x="34" y="8"/>
                </a:cubicBezTo>
                <a:cubicBezTo>
                  <a:pt x="34" y="8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5" y="9"/>
                  <a:pt x="35" y="9"/>
                </a:cubicBezTo>
                <a:cubicBezTo>
                  <a:pt x="35" y="9"/>
                  <a:pt x="35" y="9"/>
                  <a:pt x="35" y="9"/>
                </a:cubicBezTo>
                <a:cubicBezTo>
                  <a:pt x="36" y="9"/>
                  <a:pt x="36" y="9"/>
                  <a:pt x="36" y="9"/>
                </a:cubicBezTo>
                <a:cubicBezTo>
                  <a:pt x="36" y="9"/>
                  <a:pt x="36" y="10"/>
                  <a:pt x="36" y="10"/>
                </a:cubicBezTo>
                <a:cubicBezTo>
                  <a:pt x="36" y="10"/>
                  <a:pt x="36" y="10"/>
                  <a:pt x="36" y="10"/>
                </a:cubicBezTo>
                <a:cubicBezTo>
                  <a:pt x="36" y="10"/>
                  <a:pt x="35" y="10"/>
                  <a:pt x="35" y="11"/>
                </a:cubicBezTo>
                <a:cubicBezTo>
                  <a:pt x="35" y="11"/>
                  <a:pt x="35" y="11"/>
                  <a:pt x="34" y="11"/>
                </a:cubicBezTo>
                <a:cubicBezTo>
                  <a:pt x="34" y="11"/>
                  <a:pt x="33" y="12"/>
                  <a:pt x="33" y="12"/>
                </a:cubicBezTo>
                <a:cubicBezTo>
                  <a:pt x="33" y="12"/>
                  <a:pt x="33" y="12"/>
                  <a:pt x="33" y="12"/>
                </a:cubicBezTo>
                <a:cubicBezTo>
                  <a:pt x="32" y="13"/>
                  <a:pt x="32" y="14"/>
                  <a:pt x="32" y="14"/>
                </a:cubicBezTo>
                <a:cubicBezTo>
                  <a:pt x="32" y="14"/>
                  <a:pt x="32" y="15"/>
                  <a:pt x="32" y="15"/>
                </a:cubicBezTo>
                <a:cubicBezTo>
                  <a:pt x="32" y="15"/>
                  <a:pt x="32" y="15"/>
                  <a:pt x="32" y="15"/>
                </a:cubicBezTo>
                <a:cubicBezTo>
                  <a:pt x="32" y="15"/>
                  <a:pt x="32" y="16"/>
                  <a:pt x="31" y="16"/>
                </a:cubicBezTo>
                <a:cubicBezTo>
                  <a:pt x="31" y="16"/>
                  <a:pt x="31" y="16"/>
                  <a:pt x="30" y="16"/>
                </a:cubicBezTo>
                <a:cubicBezTo>
                  <a:pt x="30" y="16"/>
                  <a:pt x="30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30" y="15"/>
                  <a:pt x="30" y="15"/>
                  <a:pt x="31" y="15"/>
                </a:cubicBezTo>
                <a:cubicBezTo>
                  <a:pt x="31" y="15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0" y="14"/>
                  <a:pt x="29" y="13"/>
                  <a:pt x="29" y="13"/>
                </a:cubicBezTo>
                <a:cubicBezTo>
                  <a:pt x="28" y="13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9" y="13"/>
                  <a:pt x="29" y="13"/>
                  <a:pt x="30" y="13"/>
                </a:cubicBezTo>
                <a:cubicBezTo>
                  <a:pt x="30" y="13"/>
                  <a:pt x="30" y="13"/>
                  <a:pt x="30" y="12"/>
                </a:cubicBezTo>
                <a:lnTo>
                  <a:pt x="30" y="11"/>
                </a:lnTo>
                <a:cubicBezTo>
                  <a:pt x="30" y="11"/>
                  <a:pt x="30" y="11"/>
                  <a:pt x="30" y="11"/>
                </a:cubicBezTo>
                <a:cubicBezTo>
                  <a:pt x="30" y="11"/>
                  <a:pt x="30" y="11"/>
                  <a:pt x="29" y="11"/>
                </a:cubicBezTo>
                <a:cubicBezTo>
                  <a:pt x="29" y="11"/>
                  <a:pt x="29" y="12"/>
                  <a:pt x="28" y="12"/>
                </a:cubicBezTo>
                <a:cubicBezTo>
                  <a:pt x="28" y="12"/>
                  <a:pt x="28" y="13"/>
                  <a:pt x="27" y="13"/>
                </a:cubicBezTo>
                <a:cubicBezTo>
                  <a:pt x="27" y="14"/>
                  <a:pt x="26" y="14"/>
                  <a:pt x="26" y="14"/>
                </a:cubicBezTo>
                <a:cubicBezTo>
                  <a:pt x="26" y="14"/>
                  <a:pt x="26" y="14"/>
                  <a:pt x="26" y="14"/>
                </a:cubicBezTo>
                <a:cubicBezTo>
                  <a:pt x="26" y="14"/>
                  <a:pt x="25" y="14"/>
                  <a:pt x="25" y="14"/>
                </a:cubicBezTo>
                <a:cubicBezTo>
                  <a:pt x="25" y="14"/>
                  <a:pt x="25" y="13"/>
                  <a:pt x="25" y="13"/>
                </a:cubicBezTo>
                <a:cubicBezTo>
                  <a:pt x="25" y="13"/>
                  <a:pt x="25" y="13"/>
                  <a:pt x="25" y="13"/>
                </a:cubicBezTo>
                <a:cubicBezTo>
                  <a:pt x="25" y="13"/>
                  <a:pt x="26" y="13"/>
                  <a:pt x="26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12"/>
                  <a:pt x="27" y="12"/>
                  <a:pt x="27" y="11"/>
                </a:cubicBezTo>
                <a:cubicBezTo>
                  <a:pt x="26" y="10"/>
                  <a:pt x="26" y="9"/>
                  <a:pt x="26" y="9"/>
                </a:cubicBezTo>
                <a:lnTo>
                  <a:pt x="26" y="7"/>
                </a:lnTo>
                <a:lnTo>
                  <a:pt x="26" y="6"/>
                </a:lnTo>
                <a:cubicBezTo>
                  <a:pt x="26" y="6"/>
                  <a:pt x="27" y="6"/>
                  <a:pt x="27" y="6"/>
                </a:cubicBezTo>
                <a:cubicBezTo>
                  <a:pt x="27" y="6"/>
                  <a:pt x="27" y="5"/>
                  <a:pt x="28" y="5"/>
                </a:cubicBezTo>
                <a:cubicBezTo>
                  <a:pt x="28" y="5"/>
                  <a:pt x="28" y="5"/>
                  <a:pt x="29" y="5"/>
                </a:cubicBezTo>
                <a:cubicBezTo>
                  <a:pt x="30" y="5"/>
                  <a:pt x="30" y="5"/>
                  <a:pt x="30" y="5"/>
                </a:cubicBezTo>
                <a:cubicBezTo>
                  <a:pt x="31" y="5"/>
                  <a:pt x="31" y="5"/>
                  <a:pt x="31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6"/>
                  <a:pt x="32" y="6"/>
                  <a:pt x="31" y="6"/>
                </a:cubicBezTo>
                <a:cubicBezTo>
                  <a:pt x="31" y="6"/>
                  <a:pt x="31" y="7"/>
                  <a:pt x="31" y="7"/>
                </a:cubicBezTo>
                <a:cubicBezTo>
                  <a:pt x="31" y="7"/>
                  <a:pt x="31" y="8"/>
                  <a:pt x="31" y="8"/>
                </a:cubicBezTo>
                <a:cubicBezTo>
                  <a:pt x="31" y="8"/>
                  <a:pt x="31" y="9"/>
                  <a:pt x="31" y="10"/>
                </a:cubicBezTo>
                <a:cubicBezTo>
                  <a:pt x="31" y="11"/>
                  <a:pt x="31" y="11"/>
                  <a:pt x="31" y="11"/>
                </a:cubicBezTo>
                <a:cubicBezTo>
                  <a:pt x="31" y="12"/>
                  <a:pt x="31" y="12"/>
                  <a:pt x="31" y="12"/>
                </a:cubicBezTo>
                <a:cubicBezTo>
                  <a:pt x="31" y="13"/>
                  <a:pt x="31" y="13"/>
                  <a:pt x="31" y="13"/>
                </a:cubicBezTo>
                <a:cubicBezTo>
                  <a:pt x="31" y="13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2" y="13"/>
                  <a:pt x="32" y="12"/>
                </a:cubicBezTo>
                <a:cubicBezTo>
                  <a:pt x="32" y="12"/>
                  <a:pt x="32" y="11"/>
                  <a:pt x="33" y="10"/>
                </a:cubicBezTo>
                <a:cubicBezTo>
                  <a:pt x="33" y="8"/>
                  <a:pt x="33" y="6"/>
                  <a:pt x="33" y="6"/>
                </a:cubicBezTo>
                <a:cubicBezTo>
                  <a:pt x="33" y="5"/>
                  <a:pt x="33" y="5"/>
                  <a:pt x="33" y="5"/>
                </a:cubicBezTo>
                <a:cubicBezTo>
                  <a:pt x="33" y="5"/>
                  <a:pt x="33" y="4"/>
                  <a:pt x="34" y="4"/>
                </a:cubicBezTo>
                <a:cubicBezTo>
                  <a:pt x="34" y="4"/>
                  <a:pt x="34" y="4"/>
                  <a:pt x="34" y="4"/>
                </a:cubicBezTo>
                <a:cubicBezTo>
                  <a:pt x="35" y="4"/>
                  <a:pt x="35" y="4"/>
                  <a:pt x="35" y="4"/>
                </a:cubicBezTo>
                <a:cubicBezTo>
                  <a:pt x="35" y="4"/>
                  <a:pt x="36" y="4"/>
                  <a:pt x="36" y="4"/>
                </a:cubicBezTo>
                <a:cubicBezTo>
                  <a:pt x="36" y="4"/>
                  <a:pt x="37" y="4"/>
                  <a:pt x="37" y="4"/>
                </a:cubicBezTo>
                <a:cubicBezTo>
                  <a:pt x="37" y="4"/>
                  <a:pt x="37" y="4"/>
                  <a:pt x="3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39" y="4"/>
                  <a:pt x="39" y="4"/>
                  <a:pt x="39" y="4"/>
                </a:cubicBezTo>
                <a:close/>
                <a:moveTo>
                  <a:pt x="52" y="6"/>
                </a:moveTo>
                <a:cubicBezTo>
                  <a:pt x="52" y="6"/>
                  <a:pt x="53" y="6"/>
                  <a:pt x="53" y="6"/>
                </a:cubicBezTo>
                <a:cubicBezTo>
                  <a:pt x="53" y="6"/>
                  <a:pt x="54" y="6"/>
                  <a:pt x="54" y="6"/>
                </a:cubicBezTo>
                <a:cubicBezTo>
                  <a:pt x="54" y="7"/>
                  <a:pt x="55" y="7"/>
                  <a:pt x="55" y="7"/>
                </a:cubicBezTo>
                <a:cubicBezTo>
                  <a:pt x="55" y="7"/>
                  <a:pt x="55" y="7"/>
                  <a:pt x="55" y="7"/>
                </a:cubicBezTo>
                <a:cubicBezTo>
                  <a:pt x="55" y="7"/>
                  <a:pt x="55" y="7"/>
                  <a:pt x="54" y="7"/>
                </a:cubicBezTo>
                <a:cubicBezTo>
                  <a:pt x="54" y="8"/>
                  <a:pt x="54" y="8"/>
                  <a:pt x="54" y="8"/>
                </a:cubicBezTo>
                <a:cubicBezTo>
                  <a:pt x="54" y="9"/>
                  <a:pt x="54" y="9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2" y="10"/>
                  <a:pt x="52" y="10"/>
                  <a:pt x="52" y="10"/>
                </a:cubicBezTo>
                <a:cubicBezTo>
                  <a:pt x="52" y="10"/>
                  <a:pt x="51" y="10"/>
                  <a:pt x="51" y="10"/>
                </a:cubicBezTo>
                <a:cubicBezTo>
                  <a:pt x="51" y="10"/>
                  <a:pt x="51" y="10"/>
                  <a:pt x="50" y="10"/>
                </a:cubicBezTo>
                <a:cubicBezTo>
                  <a:pt x="50" y="10"/>
                  <a:pt x="49" y="10"/>
                  <a:pt x="49" y="10"/>
                </a:cubicBezTo>
                <a:cubicBezTo>
                  <a:pt x="49" y="11"/>
                  <a:pt x="48" y="11"/>
                  <a:pt x="48" y="11"/>
                </a:cubicBezTo>
                <a:cubicBezTo>
                  <a:pt x="48" y="11"/>
                  <a:pt x="48" y="10"/>
                  <a:pt x="48" y="10"/>
                </a:cubicBezTo>
                <a:cubicBezTo>
                  <a:pt x="47" y="10"/>
                  <a:pt x="47" y="9"/>
                  <a:pt x="47" y="9"/>
                </a:cubicBezTo>
                <a:cubicBezTo>
                  <a:pt x="46" y="8"/>
                  <a:pt x="46" y="8"/>
                  <a:pt x="46" y="8"/>
                </a:cubicBezTo>
                <a:cubicBezTo>
                  <a:pt x="46" y="8"/>
                  <a:pt x="46" y="7"/>
                  <a:pt x="47" y="7"/>
                </a:cubicBezTo>
                <a:cubicBezTo>
                  <a:pt x="47" y="7"/>
                  <a:pt x="47" y="7"/>
                  <a:pt x="48" y="7"/>
                </a:cubicBezTo>
                <a:cubicBezTo>
                  <a:pt x="49" y="7"/>
                  <a:pt x="49" y="7"/>
                  <a:pt x="49" y="6"/>
                </a:cubicBezTo>
                <a:cubicBezTo>
                  <a:pt x="49" y="6"/>
                  <a:pt x="49" y="6"/>
                  <a:pt x="49" y="6"/>
                </a:cubicBezTo>
                <a:cubicBezTo>
                  <a:pt x="48" y="6"/>
                  <a:pt x="48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6" y="6"/>
                  <a:pt x="46" y="5"/>
                  <a:pt x="46" y="5"/>
                </a:cubicBezTo>
                <a:cubicBezTo>
                  <a:pt x="46" y="5"/>
                  <a:pt x="46" y="5"/>
                  <a:pt x="47" y="5"/>
                </a:cubicBezTo>
                <a:cubicBezTo>
                  <a:pt x="47" y="5"/>
                  <a:pt x="47" y="5"/>
                  <a:pt x="47" y="5"/>
                </a:cubicBezTo>
                <a:cubicBezTo>
                  <a:pt x="48" y="5"/>
                  <a:pt x="49" y="5"/>
                  <a:pt x="49" y="4"/>
                </a:cubicBezTo>
                <a:cubicBezTo>
                  <a:pt x="49" y="4"/>
                  <a:pt x="49" y="4"/>
                  <a:pt x="49" y="3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1" y="2"/>
                  <a:pt x="51" y="2"/>
                  <a:pt x="51" y="2"/>
                </a:cubicBezTo>
                <a:cubicBezTo>
                  <a:pt x="51" y="2"/>
                  <a:pt x="51" y="2"/>
                  <a:pt x="51" y="3"/>
                </a:cubicBezTo>
                <a:cubicBezTo>
                  <a:pt x="50" y="3"/>
                  <a:pt x="50" y="3"/>
                  <a:pt x="50" y="4"/>
                </a:cubicBezTo>
                <a:cubicBezTo>
                  <a:pt x="50" y="4"/>
                  <a:pt x="51" y="4"/>
                  <a:pt x="51" y="4"/>
                </a:cubicBezTo>
                <a:cubicBezTo>
                  <a:pt x="51" y="4"/>
                  <a:pt x="51" y="4"/>
                  <a:pt x="52" y="4"/>
                </a:cubicBezTo>
                <a:cubicBezTo>
                  <a:pt x="52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4" y="4"/>
                  <a:pt x="54" y="5"/>
                  <a:pt x="54" y="5"/>
                </a:cubicBezTo>
                <a:cubicBezTo>
                  <a:pt x="54" y="5"/>
                  <a:pt x="54" y="5"/>
                  <a:pt x="54" y="5"/>
                </a:cubicBezTo>
                <a:cubicBezTo>
                  <a:pt x="53" y="5"/>
                  <a:pt x="53" y="5"/>
                  <a:pt x="53" y="5"/>
                </a:cubicBezTo>
                <a:cubicBezTo>
                  <a:pt x="53" y="5"/>
                  <a:pt x="53" y="5"/>
                  <a:pt x="52" y="5"/>
                </a:cubicBezTo>
                <a:cubicBezTo>
                  <a:pt x="52" y="5"/>
                  <a:pt x="51" y="5"/>
                  <a:pt x="51" y="5"/>
                </a:cubicBezTo>
                <a:lnTo>
                  <a:pt x="50" y="6"/>
                </a:lnTo>
                <a:cubicBezTo>
                  <a:pt x="50" y="6"/>
                  <a:pt x="50" y="6"/>
                  <a:pt x="50" y="6"/>
                </a:cubicBezTo>
                <a:cubicBezTo>
                  <a:pt x="50" y="6"/>
                  <a:pt x="50" y="6"/>
                  <a:pt x="51" y="6"/>
                </a:cubicBezTo>
                <a:cubicBezTo>
                  <a:pt x="51" y="6"/>
                  <a:pt x="51" y="6"/>
                  <a:pt x="52" y="6"/>
                </a:cubicBezTo>
                <a:close/>
                <a:moveTo>
                  <a:pt x="45" y="3"/>
                </a:moveTo>
                <a:cubicBezTo>
                  <a:pt x="45" y="3"/>
                  <a:pt x="45" y="3"/>
                  <a:pt x="46" y="4"/>
                </a:cubicBezTo>
                <a:cubicBezTo>
                  <a:pt x="46" y="4"/>
                  <a:pt x="46" y="4"/>
                  <a:pt x="46" y="4"/>
                </a:cubicBezTo>
                <a:cubicBezTo>
                  <a:pt x="46" y="4"/>
                  <a:pt x="46" y="5"/>
                  <a:pt x="45" y="5"/>
                </a:cubicBezTo>
                <a:cubicBezTo>
                  <a:pt x="45" y="6"/>
                  <a:pt x="44" y="6"/>
                  <a:pt x="44" y="6"/>
                </a:cubicBezTo>
                <a:cubicBezTo>
                  <a:pt x="44" y="7"/>
                  <a:pt x="44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6"/>
                  <a:pt x="43" y="6"/>
                </a:cubicBezTo>
                <a:cubicBezTo>
                  <a:pt x="43" y="6"/>
                  <a:pt x="44" y="5"/>
                  <a:pt x="44" y="4"/>
                </a:cubicBezTo>
                <a:cubicBezTo>
                  <a:pt x="44" y="4"/>
                  <a:pt x="45" y="3"/>
                  <a:pt x="45" y="3"/>
                </a:cubicBezTo>
                <a:cubicBezTo>
                  <a:pt x="45" y="3"/>
                  <a:pt x="45" y="3"/>
                  <a:pt x="45" y="3"/>
                </a:cubicBezTo>
                <a:close/>
                <a:moveTo>
                  <a:pt x="45" y="6"/>
                </a:moveTo>
                <a:cubicBezTo>
                  <a:pt x="45" y="6"/>
                  <a:pt x="45" y="6"/>
                  <a:pt x="46" y="7"/>
                </a:cubicBezTo>
                <a:cubicBezTo>
                  <a:pt x="46" y="7"/>
                  <a:pt x="46" y="7"/>
                  <a:pt x="46" y="7"/>
                </a:cubicBezTo>
                <a:cubicBezTo>
                  <a:pt x="46" y="7"/>
                  <a:pt x="46" y="8"/>
                  <a:pt x="45" y="8"/>
                </a:cubicBezTo>
                <a:cubicBezTo>
                  <a:pt x="45" y="9"/>
                  <a:pt x="44" y="9"/>
                  <a:pt x="44" y="9"/>
                </a:cubicBezTo>
                <a:cubicBezTo>
                  <a:pt x="44" y="9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5" y="10"/>
                  <a:pt x="45" y="11"/>
                  <a:pt x="45" y="11"/>
                </a:cubicBezTo>
                <a:cubicBezTo>
                  <a:pt x="45" y="11"/>
                  <a:pt x="45" y="11"/>
                  <a:pt x="45" y="11"/>
                </a:cubicBezTo>
                <a:cubicBezTo>
                  <a:pt x="45" y="11"/>
                  <a:pt x="45" y="11"/>
                  <a:pt x="45" y="12"/>
                </a:cubicBezTo>
                <a:cubicBezTo>
                  <a:pt x="45" y="12"/>
                  <a:pt x="45" y="12"/>
                  <a:pt x="45" y="13"/>
                </a:cubicBezTo>
                <a:cubicBezTo>
                  <a:pt x="45" y="14"/>
                  <a:pt x="45" y="14"/>
                  <a:pt x="45" y="14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6"/>
                  <a:pt x="45" y="16"/>
                </a:cubicBezTo>
                <a:cubicBezTo>
                  <a:pt x="45" y="16"/>
                  <a:pt x="45" y="16"/>
                  <a:pt x="44" y="16"/>
                </a:cubicBezTo>
                <a:cubicBezTo>
                  <a:pt x="44" y="16"/>
                  <a:pt x="44" y="16"/>
                  <a:pt x="44" y="16"/>
                </a:cubicBezTo>
                <a:cubicBezTo>
                  <a:pt x="44" y="16"/>
                  <a:pt x="44" y="15"/>
                  <a:pt x="44" y="14"/>
                </a:cubicBezTo>
                <a:cubicBezTo>
                  <a:pt x="44" y="14"/>
                  <a:pt x="44" y="13"/>
                  <a:pt x="44" y="13"/>
                </a:cubicBezTo>
                <a:cubicBezTo>
                  <a:pt x="44" y="13"/>
                  <a:pt x="44" y="13"/>
                  <a:pt x="44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12"/>
                  <a:pt x="44" y="12"/>
                  <a:pt x="43" y="12"/>
                </a:cubicBezTo>
                <a:cubicBezTo>
                  <a:pt x="43" y="12"/>
                  <a:pt x="43" y="12"/>
                  <a:pt x="43" y="12"/>
                </a:cubicBezTo>
                <a:cubicBezTo>
                  <a:pt x="43" y="12"/>
                  <a:pt x="42" y="12"/>
                  <a:pt x="42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2"/>
                  <a:pt x="41" y="12"/>
                </a:cubicBezTo>
                <a:cubicBezTo>
                  <a:pt x="41" y="12"/>
                  <a:pt x="41" y="11"/>
                  <a:pt x="42" y="11"/>
                </a:cubicBezTo>
                <a:cubicBezTo>
                  <a:pt x="43" y="10"/>
                  <a:pt x="43" y="10"/>
                  <a:pt x="43" y="9"/>
                </a:cubicBezTo>
                <a:cubicBezTo>
                  <a:pt x="43" y="9"/>
                  <a:pt x="44" y="8"/>
                  <a:pt x="44" y="8"/>
                </a:cubicBezTo>
                <a:cubicBezTo>
                  <a:pt x="44" y="7"/>
                  <a:pt x="45" y="7"/>
                  <a:pt x="45" y="7"/>
                </a:cubicBezTo>
                <a:cubicBezTo>
                  <a:pt x="45" y="6"/>
                  <a:pt x="45" y="6"/>
                  <a:pt x="45" y="6"/>
                </a:cubicBezTo>
                <a:close/>
                <a:moveTo>
                  <a:pt x="52" y="12"/>
                </a:moveTo>
                <a:cubicBezTo>
                  <a:pt x="52" y="12"/>
                  <a:pt x="52" y="12"/>
                  <a:pt x="52" y="12"/>
                </a:cubicBezTo>
                <a:cubicBezTo>
                  <a:pt x="53" y="13"/>
                  <a:pt x="54" y="14"/>
                  <a:pt x="54" y="14"/>
                </a:cubicBezTo>
                <a:cubicBezTo>
                  <a:pt x="55" y="15"/>
                  <a:pt x="55" y="16"/>
                  <a:pt x="55" y="16"/>
                </a:cubicBezTo>
                <a:cubicBezTo>
                  <a:pt x="55" y="16"/>
                  <a:pt x="55" y="16"/>
                  <a:pt x="55" y="16"/>
                </a:cubicBezTo>
                <a:cubicBezTo>
                  <a:pt x="55" y="16"/>
                  <a:pt x="55" y="16"/>
                  <a:pt x="54" y="16"/>
                </a:cubicBezTo>
                <a:cubicBezTo>
                  <a:pt x="54" y="16"/>
                  <a:pt x="54" y="16"/>
                  <a:pt x="53" y="16"/>
                </a:cubicBezTo>
                <a:cubicBezTo>
                  <a:pt x="53" y="16"/>
                  <a:pt x="52" y="16"/>
                  <a:pt x="52" y="16"/>
                </a:cubicBezTo>
                <a:cubicBezTo>
                  <a:pt x="52" y="16"/>
                  <a:pt x="51" y="16"/>
                  <a:pt x="51" y="16"/>
                </a:cubicBezTo>
                <a:lnTo>
                  <a:pt x="50" y="16"/>
                </a:lnTo>
                <a:cubicBezTo>
                  <a:pt x="50" y="16"/>
                  <a:pt x="50" y="16"/>
                  <a:pt x="50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5"/>
                  <a:pt x="48" y="15"/>
                  <a:pt x="48" y="15"/>
                </a:cubicBezTo>
                <a:cubicBezTo>
                  <a:pt x="48" y="15"/>
                  <a:pt x="48" y="14"/>
                  <a:pt x="48" y="14"/>
                </a:cubicBezTo>
                <a:cubicBezTo>
                  <a:pt x="48" y="14"/>
                  <a:pt x="48" y="13"/>
                  <a:pt x="48" y="13"/>
                </a:cubicBezTo>
                <a:cubicBezTo>
                  <a:pt x="48" y="13"/>
                  <a:pt x="48" y="13"/>
                  <a:pt x="48" y="13"/>
                </a:cubicBezTo>
                <a:cubicBezTo>
                  <a:pt x="48" y="13"/>
                  <a:pt x="47" y="13"/>
                  <a:pt x="47" y="14"/>
                </a:cubicBezTo>
                <a:cubicBezTo>
                  <a:pt x="47" y="14"/>
                  <a:pt x="47" y="15"/>
                  <a:pt x="47" y="15"/>
                </a:cubicBezTo>
                <a:cubicBezTo>
                  <a:pt x="47" y="15"/>
                  <a:pt x="47" y="15"/>
                  <a:pt x="47" y="15"/>
                </a:cubicBezTo>
                <a:cubicBezTo>
                  <a:pt x="46" y="15"/>
                  <a:pt x="46" y="15"/>
                  <a:pt x="46" y="15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4"/>
                  <a:pt x="46" y="14"/>
                </a:cubicBezTo>
                <a:cubicBezTo>
                  <a:pt x="46" y="13"/>
                  <a:pt x="46" y="13"/>
                  <a:pt x="47" y="13"/>
                </a:cubicBezTo>
                <a:cubicBezTo>
                  <a:pt x="47" y="13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1"/>
                  <a:pt x="47" y="11"/>
                  <a:pt x="47" y="11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11"/>
                  <a:pt x="49" y="11"/>
                  <a:pt x="49" y="11"/>
                </a:cubicBezTo>
                <a:cubicBezTo>
                  <a:pt x="49" y="11"/>
                  <a:pt x="50" y="11"/>
                  <a:pt x="50" y="11"/>
                </a:cubicBezTo>
                <a:cubicBezTo>
                  <a:pt x="50" y="11"/>
                  <a:pt x="50" y="11"/>
                  <a:pt x="50" y="11"/>
                </a:cubicBezTo>
                <a:cubicBezTo>
                  <a:pt x="51" y="11"/>
                  <a:pt x="51" y="11"/>
                  <a:pt x="51" y="11"/>
                </a:cubicBezTo>
                <a:cubicBezTo>
                  <a:pt x="51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2"/>
                  <a:pt x="52" y="12"/>
                </a:cubicBezTo>
                <a:cubicBezTo>
                  <a:pt x="52" y="12"/>
                  <a:pt x="52" y="12"/>
                  <a:pt x="52" y="12"/>
                </a:cubicBezTo>
                <a:close/>
                <a:moveTo>
                  <a:pt x="57" y="13"/>
                </a:moveTo>
                <a:cubicBezTo>
                  <a:pt x="57" y="13"/>
                  <a:pt x="57" y="13"/>
                  <a:pt x="57" y="14"/>
                </a:cubicBezTo>
                <a:cubicBezTo>
                  <a:pt x="57" y="14"/>
                  <a:pt x="57" y="14"/>
                  <a:pt x="57" y="14"/>
                </a:cubicBezTo>
                <a:cubicBezTo>
                  <a:pt x="56" y="14"/>
                  <a:pt x="56" y="14"/>
                  <a:pt x="55" y="13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5" y="12"/>
                  <a:pt x="55" y="12"/>
                  <a:pt x="56" y="12"/>
                </a:cubicBezTo>
                <a:cubicBezTo>
                  <a:pt x="56" y="12"/>
                  <a:pt x="56" y="12"/>
                  <a:pt x="56" y="12"/>
                </a:cubicBezTo>
                <a:cubicBezTo>
                  <a:pt x="56" y="12"/>
                  <a:pt x="57" y="12"/>
                  <a:pt x="57" y="12"/>
                </a:cubicBezTo>
                <a:cubicBezTo>
                  <a:pt x="57" y="12"/>
                  <a:pt x="57" y="12"/>
                  <a:pt x="57" y="13"/>
                </a:cubicBezTo>
                <a:cubicBezTo>
                  <a:pt x="57" y="13"/>
                  <a:pt x="57" y="13"/>
                  <a:pt x="57" y="13"/>
                </a:cubicBezTo>
                <a:close/>
                <a:moveTo>
                  <a:pt x="71" y="5"/>
                </a:move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6"/>
                  <a:pt x="71" y="6"/>
                </a:cubicBezTo>
                <a:cubicBezTo>
                  <a:pt x="70" y="6"/>
                  <a:pt x="70" y="6"/>
                  <a:pt x="70" y="7"/>
                </a:cubicBezTo>
                <a:cubicBezTo>
                  <a:pt x="70" y="7"/>
                  <a:pt x="70" y="7"/>
                  <a:pt x="70" y="8"/>
                </a:cubicBezTo>
                <a:cubicBezTo>
                  <a:pt x="70" y="8"/>
                  <a:pt x="70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8"/>
                  <a:pt x="68" y="8"/>
                </a:cubicBezTo>
                <a:cubicBezTo>
                  <a:pt x="68" y="8"/>
                  <a:pt x="68" y="8"/>
                  <a:pt x="68" y="8"/>
                </a:cubicBezTo>
                <a:cubicBezTo>
                  <a:pt x="68" y="8"/>
                  <a:pt x="67" y="8"/>
                  <a:pt x="66" y="9"/>
                </a:cubicBezTo>
                <a:cubicBezTo>
                  <a:pt x="66" y="9"/>
                  <a:pt x="65" y="9"/>
                  <a:pt x="65" y="9"/>
                </a:cubicBezTo>
                <a:cubicBezTo>
                  <a:pt x="65" y="9"/>
                  <a:pt x="65" y="9"/>
                  <a:pt x="65" y="9"/>
                </a:cubicBezTo>
                <a:cubicBezTo>
                  <a:pt x="65" y="9"/>
                  <a:pt x="65" y="9"/>
                  <a:pt x="64" y="9"/>
                </a:cubicBezTo>
                <a:cubicBezTo>
                  <a:pt x="64" y="8"/>
                  <a:pt x="64" y="8"/>
                  <a:pt x="63" y="7"/>
                </a:cubicBezTo>
                <a:cubicBezTo>
                  <a:pt x="63" y="7"/>
                  <a:pt x="63" y="6"/>
                  <a:pt x="63" y="6"/>
                </a:cubicBezTo>
                <a:cubicBezTo>
                  <a:pt x="63" y="6"/>
                  <a:pt x="63" y="7"/>
                  <a:pt x="63" y="7"/>
                </a:cubicBezTo>
                <a:cubicBezTo>
                  <a:pt x="63" y="8"/>
                  <a:pt x="62" y="10"/>
                  <a:pt x="61" y="11"/>
                </a:cubicBezTo>
                <a:cubicBezTo>
                  <a:pt x="61" y="12"/>
                  <a:pt x="61" y="12"/>
                  <a:pt x="61" y="13"/>
                </a:cubicBezTo>
                <a:cubicBezTo>
                  <a:pt x="61" y="13"/>
                  <a:pt x="61" y="14"/>
                  <a:pt x="61" y="14"/>
                </a:cubicBezTo>
                <a:cubicBezTo>
                  <a:pt x="60" y="14"/>
                  <a:pt x="60" y="14"/>
                  <a:pt x="60" y="14"/>
                </a:cubicBezTo>
                <a:cubicBezTo>
                  <a:pt x="59" y="15"/>
                  <a:pt x="59" y="15"/>
                  <a:pt x="58" y="15"/>
                </a:cubicBezTo>
                <a:cubicBezTo>
                  <a:pt x="58" y="15"/>
                  <a:pt x="58" y="16"/>
                  <a:pt x="58" y="16"/>
                </a:cubicBezTo>
                <a:cubicBezTo>
                  <a:pt x="57" y="16"/>
                  <a:pt x="57" y="16"/>
                  <a:pt x="57" y="15"/>
                </a:cubicBezTo>
                <a:cubicBezTo>
                  <a:pt x="57" y="15"/>
                  <a:pt x="58" y="15"/>
                  <a:pt x="58" y="15"/>
                </a:cubicBezTo>
                <a:cubicBezTo>
                  <a:pt x="58" y="14"/>
                  <a:pt x="59" y="14"/>
                  <a:pt x="59" y="13"/>
                </a:cubicBezTo>
                <a:cubicBezTo>
                  <a:pt x="59" y="13"/>
                  <a:pt x="60" y="13"/>
                  <a:pt x="60" y="12"/>
                </a:cubicBezTo>
                <a:cubicBezTo>
                  <a:pt x="60" y="11"/>
                  <a:pt x="61" y="10"/>
                  <a:pt x="61" y="9"/>
                </a:cubicBezTo>
                <a:cubicBezTo>
                  <a:pt x="62" y="8"/>
                  <a:pt x="62" y="7"/>
                  <a:pt x="62" y="6"/>
                </a:cubicBezTo>
                <a:cubicBezTo>
                  <a:pt x="63" y="5"/>
                  <a:pt x="63" y="4"/>
                  <a:pt x="63" y="3"/>
                </a:cubicBezTo>
                <a:cubicBezTo>
                  <a:pt x="63" y="3"/>
                  <a:pt x="63" y="3"/>
                  <a:pt x="63" y="3"/>
                </a:cubicBezTo>
                <a:cubicBezTo>
                  <a:pt x="63" y="2"/>
                  <a:pt x="63" y="2"/>
                  <a:pt x="63" y="2"/>
                </a:cubicBezTo>
                <a:cubicBezTo>
                  <a:pt x="63" y="2"/>
                  <a:pt x="64" y="2"/>
                  <a:pt x="64" y="3"/>
                </a:cubicBezTo>
                <a:cubicBezTo>
                  <a:pt x="64" y="3"/>
                  <a:pt x="64" y="3"/>
                  <a:pt x="64" y="3"/>
                </a:cubicBezTo>
                <a:cubicBezTo>
                  <a:pt x="64" y="3"/>
                  <a:pt x="65" y="3"/>
                  <a:pt x="65" y="3"/>
                </a:cubicBezTo>
                <a:cubicBezTo>
                  <a:pt x="66" y="2"/>
                  <a:pt x="66" y="2"/>
                  <a:pt x="66" y="2"/>
                </a:cubicBezTo>
                <a:cubicBezTo>
                  <a:pt x="67" y="2"/>
                  <a:pt x="67" y="2"/>
                  <a:pt x="68" y="2"/>
                </a:cubicBezTo>
                <a:cubicBezTo>
                  <a:pt x="68" y="2"/>
                  <a:pt x="68" y="2"/>
                  <a:pt x="68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3"/>
                </a:cubicBezTo>
                <a:cubicBezTo>
                  <a:pt x="70" y="3"/>
                  <a:pt x="70" y="3"/>
                  <a:pt x="70" y="3"/>
                </a:cubicBezTo>
                <a:cubicBezTo>
                  <a:pt x="70" y="3"/>
                  <a:pt x="70" y="3"/>
                  <a:pt x="69" y="3"/>
                </a:cubicBezTo>
                <a:cubicBezTo>
                  <a:pt x="68" y="3"/>
                  <a:pt x="68" y="3"/>
                  <a:pt x="67" y="4"/>
                </a:cubicBezTo>
                <a:cubicBezTo>
                  <a:pt x="67" y="4"/>
                  <a:pt x="67" y="4"/>
                  <a:pt x="67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5" y="4"/>
                  <a:pt x="65" y="4"/>
                </a:cubicBezTo>
                <a:cubicBezTo>
                  <a:pt x="65" y="4"/>
                  <a:pt x="65" y="4"/>
                  <a:pt x="64" y="4"/>
                </a:cubicBezTo>
                <a:cubicBezTo>
                  <a:pt x="64" y="4"/>
                  <a:pt x="64" y="4"/>
                  <a:pt x="64" y="4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5" y="5"/>
                  <a:pt x="66" y="5"/>
                  <a:pt x="67" y="4"/>
                </a:cubicBezTo>
                <a:cubicBezTo>
                  <a:pt x="68" y="4"/>
                  <a:pt x="68" y="4"/>
                  <a:pt x="69" y="4"/>
                </a:cubicBezTo>
                <a:cubicBezTo>
                  <a:pt x="70" y="4"/>
                  <a:pt x="70" y="4"/>
                  <a:pt x="70" y="5"/>
                </a:cubicBez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5"/>
                  <a:pt x="71" y="5"/>
                </a:cubicBezTo>
                <a:close/>
                <a:moveTo>
                  <a:pt x="72" y="12"/>
                </a:moveTo>
                <a:cubicBezTo>
                  <a:pt x="72" y="12"/>
                  <a:pt x="72" y="12"/>
                  <a:pt x="72" y="12"/>
                </a:cubicBezTo>
                <a:cubicBezTo>
                  <a:pt x="72" y="12"/>
                  <a:pt x="73" y="12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2" y="13"/>
                  <a:pt x="72" y="13"/>
                </a:cubicBezTo>
                <a:cubicBezTo>
                  <a:pt x="72" y="13"/>
                  <a:pt x="71" y="13"/>
                  <a:pt x="70" y="13"/>
                </a:cubicBezTo>
                <a:cubicBezTo>
                  <a:pt x="69" y="13"/>
                  <a:pt x="69" y="13"/>
                  <a:pt x="69" y="13"/>
                </a:cubicBezTo>
                <a:cubicBezTo>
                  <a:pt x="68" y="13"/>
                  <a:pt x="68" y="13"/>
                  <a:pt x="68" y="13"/>
                </a:cubicBezTo>
                <a:lnTo>
                  <a:pt x="68" y="14"/>
                </a:lnTo>
                <a:cubicBezTo>
                  <a:pt x="68" y="15"/>
                  <a:pt x="68" y="16"/>
                  <a:pt x="68" y="16"/>
                </a:cubicBezTo>
                <a:cubicBezTo>
                  <a:pt x="68" y="17"/>
                  <a:pt x="68" y="17"/>
                  <a:pt x="68" y="17"/>
                </a:cubicBezTo>
                <a:cubicBezTo>
                  <a:pt x="68" y="18"/>
                  <a:pt x="68" y="18"/>
                  <a:pt x="68" y="18"/>
                </a:cubicBezTo>
                <a:cubicBezTo>
                  <a:pt x="67" y="18"/>
                  <a:pt x="67" y="18"/>
                  <a:pt x="66" y="17"/>
                </a:cubicBezTo>
                <a:cubicBezTo>
                  <a:pt x="65" y="17"/>
                  <a:pt x="65" y="17"/>
                  <a:pt x="64" y="17"/>
                </a:cubicBezTo>
                <a:cubicBezTo>
                  <a:pt x="64" y="16"/>
                  <a:pt x="63" y="16"/>
                  <a:pt x="63" y="16"/>
                </a:cubicBezTo>
                <a:cubicBezTo>
                  <a:pt x="63" y="16"/>
                  <a:pt x="63" y="16"/>
                  <a:pt x="64" y="16"/>
                </a:cubicBezTo>
                <a:cubicBezTo>
                  <a:pt x="64" y="16"/>
                  <a:pt x="64" y="16"/>
                  <a:pt x="64" y="16"/>
                </a:cubicBezTo>
                <a:cubicBezTo>
                  <a:pt x="64" y="16"/>
                  <a:pt x="65" y="16"/>
                  <a:pt x="65" y="16"/>
                </a:cubicBezTo>
                <a:cubicBezTo>
                  <a:pt x="66" y="16"/>
                  <a:pt x="66" y="16"/>
                  <a:pt x="66" y="16"/>
                </a:cubicBezTo>
                <a:cubicBezTo>
                  <a:pt x="66" y="16"/>
                  <a:pt x="67" y="16"/>
                  <a:pt x="67" y="16"/>
                </a:cubicBezTo>
                <a:cubicBezTo>
                  <a:pt x="67" y="16"/>
                  <a:pt x="67" y="16"/>
                  <a:pt x="67" y="16"/>
                </a:cubicBezTo>
                <a:cubicBezTo>
                  <a:pt x="67" y="16"/>
                  <a:pt x="67" y="15"/>
                  <a:pt x="67" y="15"/>
                </a:cubicBezTo>
                <a:cubicBezTo>
                  <a:pt x="67" y="15"/>
                  <a:pt x="67" y="14"/>
                  <a:pt x="67" y="14"/>
                </a:cubicBezTo>
                <a:cubicBezTo>
                  <a:pt x="67" y="14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6" y="13"/>
                  <a:pt x="65" y="13"/>
                  <a:pt x="64" y="13"/>
                </a:cubicBezTo>
                <a:cubicBezTo>
                  <a:pt x="64" y="14"/>
                  <a:pt x="64" y="14"/>
                  <a:pt x="63" y="14"/>
                </a:cubicBezTo>
                <a:cubicBezTo>
                  <a:pt x="63" y="14"/>
                  <a:pt x="63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3"/>
                  <a:pt x="62" y="13"/>
                </a:cubicBezTo>
                <a:cubicBezTo>
                  <a:pt x="62" y="13"/>
                  <a:pt x="62" y="13"/>
                  <a:pt x="62" y="13"/>
                </a:cubicBezTo>
                <a:cubicBezTo>
                  <a:pt x="62" y="13"/>
                  <a:pt x="62" y="13"/>
                  <a:pt x="63" y="13"/>
                </a:cubicBezTo>
                <a:cubicBezTo>
                  <a:pt x="63" y="13"/>
                  <a:pt x="63" y="13"/>
                  <a:pt x="63" y="13"/>
                </a:cubicBezTo>
                <a:cubicBezTo>
                  <a:pt x="64" y="13"/>
                  <a:pt x="65" y="12"/>
                  <a:pt x="66" y="12"/>
                </a:cubicBezTo>
                <a:cubicBezTo>
                  <a:pt x="67" y="12"/>
                  <a:pt x="67" y="12"/>
                  <a:pt x="67" y="12"/>
                </a:cubicBezTo>
                <a:cubicBezTo>
                  <a:pt x="67" y="12"/>
                  <a:pt x="67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7" y="11"/>
                  <a:pt x="67" y="11"/>
                  <a:pt x="67" y="11"/>
                </a:cubicBezTo>
                <a:cubicBezTo>
                  <a:pt x="67" y="11"/>
                  <a:pt x="68" y="11"/>
                  <a:pt x="68" y="10"/>
                </a:cubicBezTo>
                <a:cubicBezTo>
                  <a:pt x="68" y="10"/>
                  <a:pt x="68" y="10"/>
                  <a:pt x="68" y="10"/>
                </a:cubicBezTo>
                <a:cubicBezTo>
                  <a:pt x="68" y="10"/>
                  <a:pt x="68" y="9"/>
                  <a:pt x="68" y="9"/>
                </a:cubicBezTo>
                <a:cubicBezTo>
                  <a:pt x="68" y="9"/>
                  <a:pt x="67" y="10"/>
                  <a:pt x="66" y="10"/>
                </a:cubicBezTo>
                <a:cubicBezTo>
                  <a:pt x="65" y="11"/>
                  <a:pt x="65" y="11"/>
                  <a:pt x="64" y="11"/>
                </a:cubicBezTo>
                <a:cubicBezTo>
                  <a:pt x="64" y="11"/>
                  <a:pt x="64" y="11"/>
                  <a:pt x="64" y="11"/>
                </a:cubicBezTo>
                <a:cubicBezTo>
                  <a:pt x="64" y="11"/>
                  <a:pt x="63" y="11"/>
                  <a:pt x="63" y="11"/>
                </a:cubicBezTo>
                <a:cubicBezTo>
                  <a:pt x="63" y="11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4" y="10"/>
                  <a:pt x="64" y="10"/>
                </a:cubicBezTo>
                <a:cubicBezTo>
                  <a:pt x="64" y="10"/>
                  <a:pt x="65" y="10"/>
                  <a:pt x="66" y="9"/>
                </a:cubicBezTo>
                <a:cubicBezTo>
                  <a:pt x="67" y="9"/>
                  <a:pt x="67" y="9"/>
                  <a:pt x="68" y="9"/>
                </a:cubicBezTo>
                <a:cubicBezTo>
                  <a:pt x="68" y="9"/>
                  <a:pt x="68" y="9"/>
                  <a:pt x="68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70" y="9"/>
                  <a:pt x="70" y="10"/>
                  <a:pt x="70" y="10"/>
                </a:cubicBezTo>
                <a:cubicBezTo>
                  <a:pt x="70" y="10"/>
                  <a:pt x="70" y="10"/>
                  <a:pt x="69" y="10"/>
                </a:cubicBezTo>
                <a:cubicBezTo>
                  <a:pt x="69" y="11"/>
                  <a:pt x="69" y="11"/>
                  <a:pt x="68" y="11"/>
                </a:cubicBezTo>
                <a:cubicBezTo>
                  <a:pt x="68" y="11"/>
                  <a:pt x="68" y="11"/>
                  <a:pt x="68" y="11"/>
                </a:cubicBezTo>
                <a:cubicBezTo>
                  <a:pt x="68" y="11"/>
                  <a:pt x="68" y="12"/>
                  <a:pt x="68" y="12"/>
                </a:cubicBezTo>
                <a:cubicBezTo>
                  <a:pt x="68" y="12"/>
                  <a:pt x="68" y="12"/>
                  <a:pt x="69" y="12"/>
                </a:cubicBezTo>
                <a:lnTo>
                  <a:pt x="70" y="12"/>
                </a:lnTo>
                <a:cubicBezTo>
                  <a:pt x="70" y="12"/>
                  <a:pt x="71" y="12"/>
                  <a:pt x="71" y="12"/>
                </a:cubicBezTo>
                <a:cubicBezTo>
                  <a:pt x="71" y="12"/>
                  <a:pt x="71" y="12"/>
                  <a:pt x="72" y="12"/>
                </a:cubicBezTo>
                <a:close/>
                <a:moveTo>
                  <a:pt x="84" y="6"/>
                </a:moveTo>
                <a:cubicBezTo>
                  <a:pt x="84" y="6"/>
                  <a:pt x="84" y="6"/>
                  <a:pt x="85" y="6"/>
                </a:cubicBezTo>
                <a:cubicBezTo>
                  <a:pt x="85" y="6"/>
                  <a:pt x="85" y="6"/>
                  <a:pt x="86" y="6"/>
                </a:cubicBezTo>
                <a:cubicBezTo>
                  <a:pt x="86" y="6"/>
                  <a:pt x="86" y="6"/>
                  <a:pt x="87" y="6"/>
                </a:cubicBezTo>
                <a:cubicBezTo>
                  <a:pt x="87" y="6"/>
                  <a:pt x="87" y="6"/>
                  <a:pt x="88" y="7"/>
                </a:cubicBezTo>
                <a:cubicBezTo>
                  <a:pt x="88" y="7"/>
                  <a:pt x="89" y="8"/>
                  <a:pt x="89" y="8"/>
                </a:cubicBezTo>
                <a:cubicBezTo>
                  <a:pt x="89" y="8"/>
                  <a:pt x="89" y="8"/>
                  <a:pt x="89" y="8"/>
                </a:cubicBezTo>
                <a:cubicBezTo>
                  <a:pt x="89" y="8"/>
                  <a:pt x="89" y="9"/>
                  <a:pt x="89" y="9"/>
                </a:cubicBezTo>
                <a:cubicBezTo>
                  <a:pt x="89" y="9"/>
                  <a:pt x="89" y="9"/>
                  <a:pt x="89" y="9"/>
                </a:cubicBezTo>
                <a:cubicBezTo>
                  <a:pt x="89" y="9"/>
                  <a:pt x="89" y="9"/>
                  <a:pt x="88" y="9"/>
                </a:cubicBezTo>
                <a:cubicBezTo>
                  <a:pt x="88" y="9"/>
                  <a:pt x="88" y="9"/>
                  <a:pt x="87" y="9"/>
                </a:cubicBezTo>
                <a:lnTo>
                  <a:pt x="86" y="9"/>
                </a:lnTo>
                <a:cubicBezTo>
                  <a:pt x="86" y="9"/>
                  <a:pt x="86" y="9"/>
                  <a:pt x="86" y="9"/>
                </a:cubicBezTo>
                <a:cubicBezTo>
                  <a:pt x="85" y="9"/>
                  <a:pt x="85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5" y="11"/>
                  <a:pt x="86" y="11"/>
                  <a:pt x="87" y="11"/>
                </a:cubicBezTo>
                <a:cubicBezTo>
                  <a:pt x="87" y="11"/>
                  <a:pt x="88" y="11"/>
                  <a:pt x="88" y="11"/>
                </a:cubicBezTo>
                <a:cubicBezTo>
                  <a:pt x="88" y="11"/>
                  <a:pt x="88" y="11"/>
                  <a:pt x="88" y="11"/>
                </a:cubicBezTo>
                <a:cubicBezTo>
                  <a:pt x="88" y="12"/>
                  <a:pt x="88" y="12"/>
                  <a:pt x="88" y="12"/>
                </a:cubicBezTo>
                <a:cubicBezTo>
                  <a:pt x="88" y="12"/>
                  <a:pt x="88" y="12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7" y="13"/>
                  <a:pt x="87" y="12"/>
                  <a:pt x="86" y="12"/>
                </a:cubicBezTo>
                <a:cubicBezTo>
                  <a:pt x="85" y="12"/>
                  <a:pt x="84" y="12"/>
                  <a:pt x="84" y="13"/>
                </a:cubicBezTo>
                <a:cubicBezTo>
                  <a:pt x="84" y="13"/>
                  <a:pt x="84" y="13"/>
                  <a:pt x="84" y="13"/>
                </a:cubicBezTo>
                <a:cubicBezTo>
                  <a:pt x="84" y="13"/>
                  <a:pt x="84" y="14"/>
                  <a:pt x="84" y="15"/>
                </a:cubicBezTo>
                <a:cubicBezTo>
                  <a:pt x="84" y="15"/>
                  <a:pt x="84" y="16"/>
                  <a:pt x="84" y="16"/>
                </a:cubicBezTo>
                <a:cubicBezTo>
                  <a:pt x="83" y="17"/>
                  <a:pt x="83" y="17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2" y="18"/>
                  <a:pt x="82" y="18"/>
                  <a:pt x="82" y="18"/>
                </a:cubicBezTo>
                <a:cubicBezTo>
                  <a:pt x="81" y="17"/>
                  <a:pt x="80" y="17"/>
                  <a:pt x="80" y="17"/>
                </a:cubicBezTo>
                <a:cubicBezTo>
                  <a:pt x="80" y="17"/>
                  <a:pt x="79" y="16"/>
                  <a:pt x="79" y="16"/>
                </a:cubicBezTo>
                <a:cubicBezTo>
                  <a:pt x="79" y="16"/>
                  <a:pt x="79" y="16"/>
                  <a:pt x="80" y="16"/>
                </a:cubicBezTo>
                <a:cubicBezTo>
                  <a:pt x="80" y="16"/>
                  <a:pt x="80" y="16"/>
                  <a:pt x="81" y="16"/>
                </a:cubicBezTo>
                <a:cubicBezTo>
                  <a:pt x="81" y="16"/>
                  <a:pt x="81" y="16"/>
                  <a:pt x="81" y="16"/>
                </a:cubicBezTo>
                <a:cubicBezTo>
                  <a:pt x="82" y="16"/>
                  <a:pt x="82" y="16"/>
                  <a:pt x="82" y="16"/>
                </a:cubicBezTo>
                <a:cubicBezTo>
                  <a:pt x="82" y="16"/>
                  <a:pt x="82" y="15"/>
                  <a:pt x="82" y="15"/>
                </a:cubicBezTo>
                <a:cubicBezTo>
                  <a:pt x="82" y="15"/>
                  <a:pt x="82" y="14"/>
                  <a:pt x="82" y="14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1" y="13"/>
                </a:cubicBezTo>
                <a:cubicBezTo>
                  <a:pt x="80" y="13"/>
                  <a:pt x="79" y="13"/>
                  <a:pt x="78" y="13"/>
                </a:cubicBezTo>
                <a:cubicBezTo>
                  <a:pt x="78" y="14"/>
                  <a:pt x="78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8" y="13"/>
                  <a:pt x="78" y="13"/>
                  <a:pt x="79" y="12"/>
                </a:cubicBezTo>
                <a:cubicBezTo>
                  <a:pt x="80" y="12"/>
                  <a:pt x="81" y="12"/>
                  <a:pt x="82" y="12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0"/>
                  <a:pt x="82" y="10"/>
                </a:cubicBezTo>
                <a:cubicBezTo>
                  <a:pt x="82" y="10"/>
                  <a:pt x="82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4" y="10"/>
                  <a:pt x="84" y="9"/>
                  <a:pt x="84" y="9"/>
                </a:cubicBezTo>
                <a:cubicBezTo>
                  <a:pt x="84" y="9"/>
                  <a:pt x="84" y="9"/>
                  <a:pt x="84" y="9"/>
                </a:cubicBezTo>
                <a:cubicBezTo>
                  <a:pt x="84" y="9"/>
                  <a:pt x="84" y="9"/>
                  <a:pt x="83" y="9"/>
                </a:cubicBezTo>
                <a:cubicBezTo>
                  <a:pt x="83" y="9"/>
                  <a:pt x="83" y="9"/>
                  <a:pt x="82" y="9"/>
                </a:cubicBezTo>
                <a:cubicBezTo>
                  <a:pt x="82" y="9"/>
                  <a:pt x="82" y="9"/>
                  <a:pt x="82" y="9"/>
                </a:cubicBezTo>
                <a:cubicBezTo>
                  <a:pt x="82" y="9"/>
                  <a:pt x="82" y="10"/>
                  <a:pt x="81" y="10"/>
                </a:cubicBezTo>
                <a:cubicBezTo>
                  <a:pt x="81" y="10"/>
                  <a:pt x="81" y="10"/>
                  <a:pt x="81" y="10"/>
                </a:cubicBezTo>
                <a:cubicBezTo>
                  <a:pt x="80" y="10"/>
                  <a:pt x="80" y="10"/>
                  <a:pt x="80" y="10"/>
                </a:cubicBezTo>
                <a:cubicBezTo>
                  <a:pt x="80" y="10"/>
                  <a:pt x="80" y="11"/>
                  <a:pt x="80" y="11"/>
                </a:cubicBezTo>
                <a:cubicBezTo>
                  <a:pt x="80" y="11"/>
                  <a:pt x="79" y="10"/>
                  <a:pt x="79" y="10"/>
                </a:cubicBezTo>
                <a:cubicBezTo>
                  <a:pt x="79" y="10"/>
                  <a:pt x="79" y="10"/>
                  <a:pt x="79" y="9"/>
                </a:cubicBezTo>
                <a:cubicBezTo>
                  <a:pt x="79" y="9"/>
                  <a:pt x="79" y="9"/>
                  <a:pt x="79" y="9"/>
                </a:cubicBezTo>
                <a:cubicBezTo>
                  <a:pt x="80" y="9"/>
                  <a:pt x="81" y="9"/>
                  <a:pt x="81" y="9"/>
                </a:cubicBezTo>
                <a:cubicBezTo>
                  <a:pt x="82" y="8"/>
                  <a:pt x="83" y="8"/>
                  <a:pt x="84" y="8"/>
                </a:cubicBezTo>
                <a:cubicBezTo>
                  <a:pt x="84" y="8"/>
                  <a:pt x="84" y="8"/>
                  <a:pt x="85" y="8"/>
                </a:cubicBezTo>
                <a:cubicBezTo>
                  <a:pt x="85" y="8"/>
                  <a:pt x="85" y="8"/>
                  <a:pt x="85" y="9"/>
                </a:cubicBezTo>
                <a:cubicBezTo>
                  <a:pt x="86" y="9"/>
                  <a:pt x="86" y="9"/>
                  <a:pt x="86" y="9"/>
                </a:cubicBezTo>
                <a:cubicBezTo>
                  <a:pt x="86" y="9"/>
                  <a:pt x="86" y="9"/>
                  <a:pt x="87" y="8"/>
                </a:cubicBezTo>
                <a:cubicBezTo>
                  <a:pt x="87" y="8"/>
                  <a:pt x="87" y="8"/>
                  <a:pt x="87" y="7"/>
                </a:cubicBezTo>
                <a:cubicBezTo>
                  <a:pt x="87" y="7"/>
                  <a:pt x="87" y="7"/>
                  <a:pt x="87" y="7"/>
                </a:cubicBezTo>
                <a:cubicBezTo>
                  <a:pt x="86" y="6"/>
                  <a:pt x="86" y="6"/>
                  <a:pt x="86" y="6"/>
                </a:cubicBezTo>
                <a:cubicBezTo>
                  <a:pt x="86" y="6"/>
                  <a:pt x="85" y="6"/>
                  <a:pt x="84" y="7"/>
                </a:cubicBezTo>
                <a:cubicBezTo>
                  <a:pt x="84" y="7"/>
                  <a:pt x="83" y="7"/>
                  <a:pt x="83" y="7"/>
                </a:cubicBezTo>
                <a:cubicBezTo>
                  <a:pt x="83" y="7"/>
                  <a:pt x="82" y="7"/>
                  <a:pt x="82" y="7"/>
                </a:cubicBezTo>
                <a:cubicBezTo>
                  <a:pt x="81" y="7"/>
                  <a:pt x="81" y="7"/>
                  <a:pt x="80" y="8"/>
                </a:cubicBezTo>
                <a:cubicBezTo>
                  <a:pt x="80" y="8"/>
                  <a:pt x="80" y="8"/>
                  <a:pt x="79" y="8"/>
                </a:cubicBezTo>
                <a:cubicBezTo>
                  <a:pt x="79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9" y="7"/>
                </a:cubicBezTo>
                <a:cubicBezTo>
                  <a:pt x="80" y="7"/>
                  <a:pt x="81" y="6"/>
                  <a:pt x="82" y="6"/>
                </a:cubicBezTo>
                <a:cubicBezTo>
                  <a:pt x="82" y="6"/>
                  <a:pt x="83" y="6"/>
                  <a:pt x="83" y="5"/>
                </a:cubicBezTo>
                <a:cubicBezTo>
                  <a:pt x="84" y="4"/>
                  <a:pt x="84" y="3"/>
                  <a:pt x="85" y="2"/>
                </a:cubicBezTo>
                <a:cubicBezTo>
                  <a:pt x="85" y="2"/>
                  <a:pt x="85" y="2"/>
                  <a:pt x="85" y="2"/>
                </a:cubicBezTo>
                <a:cubicBezTo>
                  <a:pt x="86" y="2"/>
                  <a:pt x="86" y="2"/>
                  <a:pt x="86" y="2"/>
                </a:cubicBezTo>
                <a:cubicBezTo>
                  <a:pt x="86" y="3"/>
                  <a:pt x="87" y="3"/>
                  <a:pt x="87" y="3"/>
                </a:cubicBezTo>
                <a:cubicBezTo>
                  <a:pt x="87" y="3"/>
                  <a:pt x="87" y="3"/>
                  <a:pt x="86" y="3"/>
                </a:cubicBezTo>
                <a:cubicBezTo>
                  <a:pt x="86" y="3"/>
                  <a:pt x="86" y="4"/>
                  <a:pt x="86" y="4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4" y="5"/>
                  <a:pt x="84" y="5"/>
                </a:cubicBezTo>
                <a:cubicBezTo>
                  <a:pt x="84" y="5"/>
                  <a:pt x="84" y="5"/>
                  <a:pt x="84" y="6"/>
                </a:cubicBezTo>
                <a:close/>
                <a:moveTo>
                  <a:pt x="83" y="2"/>
                </a:moveTo>
                <a:cubicBezTo>
                  <a:pt x="83" y="2"/>
                  <a:pt x="83" y="2"/>
                  <a:pt x="83" y="3"/>
                </a:cubicBezTo>
                <a:cubicBezTo>
                  <a:pt x="83" y="3"/>
                  <a:pt x="83" y="3"/>
                  <a:pt x="83" y="3"/>
                </a:cubicBezTo>
                <a:cubicBezTo>
                  <a:pt x="82" y="3"/>
                  <a:pt x="82" y="4"/>
                  <a:pt x="82" y="4"/>
                </a:cubicBezTo>
                <a:cubicBezTo>
                  <a:pt x="82" y="4"/>
                  <a:pt x="82" y="4"/>
                  <a:pt x="82" y="4"/>
                </a:cubicBezTo>
                <a:cubicBezTo>
                  <a:pt x="82" y="4"/>
                  <a:pt x="81" y="4"/>
                  <a:pt x="81" y="4"/>
                </a:cubicBezTo>
                <a:cubicBezTo>
                  <a:pt x="81" y="4"/>
                  <a:pt x="81" y="3"/>
                  <a:pt x="81" y="3"/>
                </a:cubicBezTo>
                <a:cubicBezTo>
                  <a:pt x="81" y="3"/>
                  <a:pt x="81" y="3"/>
                  <a:pt x="81" y="3"/>
                </a:cubicBezTo>
                <a:cubicBezTo>
                  <a:pt x="81" y="3"/>
                  <a:pt x="81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3" y="3"/>
                </a:cubicBezTo>
                <a:cubicBezTo>
                  <a:pt x="83" y="2"/>
                  <a:pt x="83" y="2"/>
                  <a:pt x="83" y="2"/>
                </a:cubicBezTo>
                <a:close/>
                <a:moveTo>
                  <a:pt x="80" y="5"/>
                </a:moveTo>
                <a:cubicBezTo>
                  <a:pt x="80" y="6"/>
                  <a:pt x="80" y="6"/>
                  <a:pt x="80" y="6"/>
                </a:cubicBezTo>
                <a:cubicBezTo>
                  <a:pt x="80" y="6"/>
                  <a:pt x="80" y="6"/>
                  <a:pt x="80" y="6"/>
                </a:cubicBezTo>
                <a:cubicBezTo>
                  <a:pt x="79" y="6"/>
                  <a:pt x="79" y="6"/>
                  <a:pt x="79" y="6"/>
                </a:cubicBezTo>
                <a:cubicBezTo>
                  <a:pt x="79" y="6"/>
                  <a:pt x="78" y="6"/>
                  <a:pt x="78" y="6"/>
                </a:cubicBezTo>
                <a:cubicBezTo>
                  <a:pt x="78" y="6"/>
                  <a:pt x="78" y="5"/>
                  <a:pt x="78" y="5"/>
                </a:cubicBezTo>
                <a:cubicBezTo>
                  <a:pt x="78" y="5"/>
                  <a:pt x="78" y="5"/>
                  <a:pt x="78" y="4"/>
                </a:cubicBezTo>
                <a:cubicBezTo>
                  <a:pt x="78" y="4"/>
                  <a:pt x="78" y="4"/>
                  <a:pt x="78" y="4"/>
                </a:cubicBezTo>
                <a:cubicBezTo>
                  <a:pt x="78" y="4"/>
                  <a:pt x="78" y="4"/>
                  <a:pt x="79" y="4"/>
                </a:cubicBezTo>
                <a:cubicBezTo>
                  <a:pt x="79" y="4"/>
                  <a:pt x="79" y="4"/>
                  <a:pt x="79" y="4"/>
                </a:cubicBezTo>
                <a:cubicBezTo>
                  <a:pt x="79" y="4"/>
                  <a:pt x="79" y="4"/>
                  <a:pt x="80" y="4"/>
                </a:cubicBezTo>
                <a:cubicBezTo>
                  <a:pt x="80" y="5"/>
                  <a:pt x="80" y="5"/>
                  <a:pt x="80" y="5"/>
                </a:cubicBezTo>
                <a:close/>
                <a:moveTo>
                  <a:pt x="77" y="9"/>
                </a:move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1"/>
                  <a:pt x="77" y="11"/>
                </a:cubicBezTo>
                <a:cubicBezTo>
                  <a:pt x="76" y="11"/>
                  <a:pt x="76" y="10"/>
                  <a:pt x="76" y="10"/>
                </a:cubicBezTo>
                <a:cubicBezTo>
                  <a:pt x="75" y="10"/>
                  <a:pt x="75" y="10"/>
                  <a:pt x="75" y="10"/>
                </a:cubicBezTo>
                <a:cubicBezTo>
                  <a:pt x="75" y="10"/>
                  <a:pt x="75" y="9"/>
                  <a:pt x="75" y="9"/>
                </a:cubicBezTo>
                <a:cubicBezTo>
                  <a:pt x="75" y="9"/>
                  <a:pt x="76" y="9"/>
                  <a:pt x="76" y="9"/>
                </a:cubicBezTo>
                <a:cubicBezTo>
                  <a:pt x="76" y="8"/>
                  <a:pt x="77" y="8"/>
                  <a:pt x="77" y="8"/>
                </a:cubicBezTo>
                <a:cubicBezTo>
                  <a:pt x="77" y="8"/>
                  <a:pt x="77" y="8"/>
                  <a:pt x="77" y="8"/>
                </a:cubicBezTo>
                <a:cubicBezTo>
                  <a:pt x="77" y="9"/>
                  <a:pt x="77" y="9"/>
                  <a:pt x="77" y="9"/>
                </a:cubicBezTo>
                <a:cubicBezTo>
                  <a:pt x="77" y="9"/>
                  <a:pt x="77" y="9"/>
                  <a:pt x="77" y="9"/>
                </a:cubicBezTo>
                <a:close/>
                <a:moveTo>
                  <a:pt x="118" y="15"/>
                </a:moveTo>
                <a:cubicBezTo>
                  <a:pt x="118" y="15"/>
                  <a:pt x="118" y="15"/>
                  <a:pt x="117" y="15"/>
                </a:cubicBezTo>
                <a:cubicBezTo>
                  <a:pt x="117" y="15"/>
                  <a:pt x="117" y="15"/>
                  <a:pt x="116" y="15"/>
                </a:cubicBezTo>
                <a:cubicBezTo>
                  <a:pt x="115" y="15"/>
                  <a:pt x="114" y="15"/>
                  <a:pt x="114" y="15"/>
                </a:cubicBezTo>
                <a:cubicBezTo>
                  <a:pt x="113" y="15"/>
                  <a:pt x="113" y="15"/>
                  <a:pt x="113" y="14"/>
                </a:cubicBezTo>
                <a:cubicBezTo>
                  <a:pt x="113" y="14"/>
                  <a:pt x="113" y="14"/>
                  <a:pt x="113" y="14"/>
                </a:cubicBezTo>
                <a:cubicBezTo>
                  <a:pt x="113" y="13"/>
                  <a:pt x="112" y="13"/>
                  <a:pt x="112" y="13"/>
                </a:cubicBezTo>
                <a:cubicBezTo>
                  <a:pt x="111" y="12"/>
                  <a:pt x="111" y="12"/>
                  <a:pt x="110" y="12"/>
                </a:cubicBezTo>
                <a:cubicBezTo>
                  <a:pt x="110" y="12"/>
                  <a:pt x="110" y="11"/>
                  <a:pt x="110" y="11"/>
                </a:cubicBezTo>
                <a:cubicBezTo>
                  <a:pt x="110" y="11"/>
                  <a:pt x="110" y="12"/>
                  <a:pt x="110" y="12"/>
                </a:cubicBezTo>
                <a:cubicBezTo>
                  <a:pt x="110" y="12"/>
                  <a:pt x="110" y="12"/>
                  <a:pt x="110" y="13"/>
                </a:cubicBezTo>
                <a:cubicBezTo>
                  <a:pt x="110" y="14"/>
                  <a:pt x="110" y="14"/>
                  <a:pt x="110" y="15"/>
                </a:cubicBezTo>
                <a:cubicBezTo>
                  <a:pt x="110" y="16"/>
                  <a:pt x="110" y="16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09" y="17"/>
                  <a:pt x="109" y="17"/>
                  <a:pt x="109" y="17"/>
                </a:cubicBezTo>
                <a:cubicBezTo>
                  <a:pt x="109" y="17"/>
                  <a:pt x="108" y="17"/>
                  <a:pt x="108" y="17"/>
                </a:cubicBezTo>
                <a:cubicBezTo>
                  <a:pt x="107" y="16"/>
                  <a:pt x="107" y="16"/>
                  <a:pt x="106" y="16"/>
                </a:cubicBezTo>
                <a:cubicBezTo>
                  <a:pt x="106" y="15"/>
                  <a:pt x="105" y="15"/>
                  <a:pt x="105" y="15"/>
                </a:cubicBezTo>
                <a:cubicBezTo>
                  <a:pt x="105" y="15"/>
                  <a:pt x="105" y="15"/>
                  <a:pt x="105" y="15"/>
                </a:cubicBezTo>
                <a:cubicBezTo>
                  <a:pt x="105" y="15"/>
                  <a:pt x="105" y="15"/>
                  <a:pt x="106" y="15"/>
                </a:cubicBezTo>
                <a:cubicBezTo>
                  <a:pt x="106" y="15"/>
                  <a:pt x="107" y="15"/>
                  <a:pt x="107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4"/>
                  <a:pt x="108" y="14"/>
                  <a:pt x="108" y="13"/>
                </a:cubicBezTo>
                <a:cubicBezTo>
                  <a:pt x="108" y="12"/>
                  <a:pt x="108" y="12"/>
                  <a:pt x="108" y="11"/>
                </a:cubicBezTo>
                <a:cubicBezTo>
                  <a:pt x="108" y="10"/>
                  <a:pt x="108" y="9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7" y="8"/>
                  <a:pt x="106" y="8"/>
                </a:cubicBezTo>
                <a:cubicBezTo>
                  <a:pt x="106" y="8"/>
                  <a:pt x="105" y="8"/>
                  <a:pt x="105" y="8"/>
                </a:cubicBezTo>
                <a:cubicBezTo>
                  <a:pt x="105" y="8"/>
                  <a:pt x="105" y="8"/>
                  <a:pt x="105" y="8"/>
                </a:cubicBezTo>
                <a:cubicBezTo>
                  <a:pt x="104" y="8"/>
                  <a:pt x="104" y="8"/>
                  <a:pt x="104" y="8"/>
                </a:cubicBezTo>
                <a:cubicBezTo>
                  <a:pt x="104" y="8"/>
                  <a:pt x="104" y="8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5" y="6"/>
                  <a:pt x="105" y="6"/>
                </a:cubicBezTo>
                <a:cubicBezTo>
                  <a:pt x="106" y="6"/>
                  <a:pt x="107" y="6"/>
                  <a:pt x="107" y="6"/>
                </a:cubicBezTo>
                <a:cubicBezTo>
                  <a:pt x="107" y="6"/>
                  <a:pt x="108" y="6"/>
                  <a:pt x="108" y="6"/>
                </a:cubicBezTo>
                <a:cubicBezTo>
                  <a:pt x="108" y="6"/>
                  <a:pt x="108" y="6"/>
                  <a:pt x="108" y="6"/>
                </a:cubicBezTo>
                <a:lnTo>
                  <a:pt x="108" y="5"/>
                </a:lnTo>
                <a:cubicBezTo>
                  <a:pt x="108" y="4"/>
                  <a:pt x="108" y="4"/>
                  <a:pt x="108" y="3"/>
                </a:cubicBezTo>
                <a:cubicBezTo>
                  <a:pt x="108" y="3"/>
                  <a:pt x="108" y="3"/>
                  <a:pt x="109" y="2"/>
                </a:cubicBezTo>
                <a:cubicBezTo>
                  <a:pt x="109" y="2"/>
                  <a:pt x="109" y="1"/>
                  <a:pt x="109" y="1"/>
                </a:cubicBezTo>
                <a:cubicBezTo>
                  <a:pt x="109" y="1"/>
                  <a:pt x="109" y="1"/>
                  <a:pt x="109" y="1"/>
                </a:cubicBezTo>
                <a:cubicBezTo>
                  <a:pt x="109" y="1"/>
                  <a:pt x="109" y="1"/>
                  <a:pt x="110" y="1"/>
                </a:cubicBezTo>
                <a:cubicBezTo>
                  <a:pt x="110" y="1"/>
                  <a:pt x="110" y="1"/>
                  <a:pt x="110" y="1"/>
                </a:cubicBezTo>
                <a:cubicBezTo>
                  <a:pt x="110" y="2"/>
                  <a:pt x="110" y="2"/>
                  <a:pt x="110" y="2"/>
                </a:cubicBezTo>
                <a:cubicBezTo>
                  <a:pt x="110" y="2"/>
                  <a:pt x="110" y="3"/>
                  <a:pt x="110" y="3"/>
                </a:cubicBezTo>
                <a:lnTo>
                  <a:pt x="110" y="4"/>
                </a:lnTo>
                <a:lnTo>
                  <a:pt x="110" y="5"/>
                </a:lnTo>
                <a:cubicBezTo>
                  <a:pt x="110" y="5"/>
                  <a:pt x="110" y="5"/>
                  <a:pt x="110" y="5"/>
                </a:cubicBezTo>
                <a:cubicBezTo>
                  <a:pt x="110" y="5"/>
                  <a:pt x="110" y="5"/>
                  <a:pt x="110" y="5"/>
                </a:cubicBezTo>
                <a:cubicBezTo>
                  <a:pt x="111" y="5"/>
                  <a:pt x="111" y="5"/>
                  <a:pt x="111" y="5"/>
                </a:cubicBezTo>
                <a:cubicBezTo>
                  <a:pt x="111" y="5"/>
                  <a:pt x="112" y="5"/>
                  <a:pt x="112" y="5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7"/>
                  <a:pt x="112" y="7"/>
                  <a:pt x="112" y="7"/>
                </a:cubicBezTo>
                <a:cubicBezTo>
                  <a:pt x="112" y="7"/>
                  <a:pt x="111" y="7"/>
                  <a:pt x="111" y="7"/>
                </a:cubicBezTo>
                <a:cubicBezTo>
                  <a:pt x="111" y="7"/>
                  <a:pt x="110" y="7"/>
                  <a:pt x="110" y="7"/>
                </a:cubicBezTo>
                <a:cubicBezTo>
                  <a:pt x="110" y="7"/>
                  <a:pt x="110" y="7"/>
                  <a:pt x="110" y="7"/>
                </a:cubicBezTo>
                <a:cubicBezTo>
                  <a:pt x="109" y="7"/>
                  <a:pt x="109" y="8"/>
                  <a:pt x="109" y="8"/>
                </a:cubicBezTo>
                <a:cubicBezTo>
                  <a:pt x="109" y="8"/>
                  <a:pt x="109" y="8"/>
                  <a:pt x="109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1" y="9"/>
                  <a:pt x="111" y="9"/>
                </a:cubicBezTo>
                <a:cubicBezTo>
                  <a:pt x="112" y="8"/>
                  <a:pt x="112" y="8"/>
                  <a:pt x="113" y="7"/>
                </a:cubicBezTo>
                <a:cubicBezTo>
                  <a:pt x="113" y="7"/>
                  <a:pt x="113" y="7"/>
                  <a:pt x="113" y="7"/>
                </a:cubicBezTo>
                <a:cubicBezTo>
                  <a:pt x="113" y="7"/>
                  <a:pt x="113" y="7"/>
                  <a:pt x="114" y="8"/>
                </a:cubicBezTo>
                <a:cubicBezTo>
                  <a:pt x="114" y="8"/>
                  <a:pt x="114" y="8"/>
                  <a:pt x="114" y="8"/>
                </a:cubicBezTo>
                <a:cubicBezTo>
                  <a:pt x="114" y="8"/>
                  <a:pt x="114" y="8"/>
                  <a:pt x="113" y="8"/>
                </a:cubicBezTo>
                <a:cubicBezTo>
                  <a:pt x="113" y="8"/>
                  <a:pt x="113" y="9"/>
                  <a:pt x="113" y="9"/>
                </a:cubicBezTo>
                <a:cubicBezTo>
                  <a:pt x="112" y="9"/>
                  <a:pt x="112" y="9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1"/>
                  <a:pt x="111" y="11"/>
                  <a:pt x="112" y="11"/>
                </a:cubicBezTo>
                <a:cubicBezTo>
                  <a:pt x="112" y="12"/>
                  <a:pt x="113" y="12"/>
                  <a:pt x="113" y="12"/>
                </a:cubicBezTo>
                <a:cubicBezTo>
                  <a:pt x="114" y="13"/>
                  <a:pt x="114" y="13"/>
                  <a:pt x="115" y="13"/>
                </a:cubicBezTo>
                <a:cubicBezTo>
                  <a:pt x="117" y="14"/>
                  <a:pt x="118" y="14"/>
                  <a:pt x="118" y="15"/>
                </a:cubicBezTo>
                <a:close/>
                <a:moveTo>
                  <a:pt x="113" y="3"/>
                </a:moveTo>
                <a:cubicBezTo>
                  <a:pt x="113" y="3"/>
                  <a:pt x="113" y="3"/>
                  <a:pt x="113" y="3"/>
                </a:cubicBezTo>
                <a:cubicBezTo>
                  <a:pt x="113" y="3"/>
                  <a:pt x="113" y="3"/>
                  <a:pt x="114" y="3"/>
                </a:cubicBezTo>
                <a:cubicBezTo>
                  <a:pt x="114" y="4"/>
                  <a:pt x="114" y="4"/>
                  <a:pt x="114" y="4"/>
                </a:cubicBezTo>
                <a:cubicBezTo>
                  <a:pt x="115" y="4"/>
                  <a:pt x="115" y="5"/>
                  <a:pt x="115" y="5"/>
                </a:cubicBezTo>
                <a:cubicBezTo>
                  <a:pt x="115" y="5"/>
                  <a:pt x="115" y="5"/>
                  <a:pt x="114" y="5"/>
                </a:cubicBezTo>
                <a:cubicBezTo>
                  <a:pt x="114" y="5"/>
                  <a:pt x="114" y="5"/>
                  <a:pt x="113" y="5"/>
                </a:cubicBezTo>
                <a:cubicBezTo>
                  <a:pt x="113" y="5"/>
                  <a:pt x="113" y="5"/>
                  <a:pt x="113" y="5"/>
                </a:cubicBezTo>
                <a:cubicBezTo>
                  <a:pt x="112" y="5"/>
                  <a:pt x="112" y="5"/>
                  <a:pt x="112" y="4"/>
                </a:cubicBezTo>
                <a:cubicBezTo>
                  <a:pt x="112" y="4"/>
                  <a:pt x="112" y="4"/>
                  <a:pt x="112" y="4"/>
                </a:cubicBezTo>
                <a:cubicBezTo>
                  <a:pt x="112" y="4"/>
                  <a:pt x="112" y="3"/>
                  <a:pt x="112" y="3"/>
                </a:cubicBezTo>
                <a:cubicBezTo>
                  <a:pt x="112" y="3"/>
                  <a:pt x="113" y="3"/>
                  <a:pt x="113" y="3"/>
                </a:cubicBezTo>
                <a:close/>
                <a:moveTo>
                  <a:pt x="105" y="9"/>
                </a:move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6" y="9"/>
                </a:cubicBezTo>
                <a:cubicBezTo>
                  <a:pt x="106" y="10"/>
                  <a:pt x="107" y="10"/>
                  <a:pt x="107" y="10"/>
                </a:cubicBezTo>
                <a:cubicBezTo>
                  <a:pt x="107" y="11"/>
                  <a:pt x="106" y="11"/>
                  <a:pt x="106" y="11"/>
                </a:cubicBezTo>
                <a:cubicBezTo>
                  <a:pt x="105" y="11"/>
                  <a:pt x="105" y="11"/>
                  <a:pt x="105" y="11"/>
                </a:cubicBezTo>
                <a:cubicBezTo>
                  <a:pt x="105" y="11"/>
                  <a:pt x="104" y="11"/>
                  <a:pt x="104" y="10"/>
                </a:cubicBezTo>
                <a:cubicBezTo>
                  <a:pt x="104" y="10"/>
                  <a:pt x="104" y="10"/>
                  <a:pt x="104" y="10"/>
                </a:cubicBezTo>
                <a:cubicBezTo>
                  <a:pt x="104" y="9"/>
                  <a:pt x="104" y="9"/>
                  <a:pt x="104" y="9"/>
                </a:cubicBezTo>
                <a:cubicBezTo>
                  <a:pt x="104" y="9"/>
                  <a:pt x="105" y="9"/>
                  <a:pt x="105" y="9"/>
                </a:cubicBezTo>
                <a:close/>
                <a:moveTo>
                  <a:pt x="108" y="11"/>
                </a:moveTo>
                <a:cubicBezTo>
                  <a:pt x="108" y="11"/>
                  <a:pt x="107" y="11"/>
                  <a:pt x="107" y="11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6" y="12"/>
                  <a:pt x="106" y="12"/>
                  <a:pt x="106" y="13"/>
                </a:cubicBezTo>
                <a:cubicBezTo>
                  <a:pt x="106" y="13"/>
                  <a:pt x="105" y="14"/>
                  <a:pt x="104" y="14"/>
                </a:cubicBezTo>
                <a:cubicBezTo>
                  <a:pt x="104" y="14"/>
                  <a:pt x="104" y="14"/>
                  <a:pt x="104" y="15"/>
                </a:cubicBezTo>
                <a:cubicBezTo>
                  <a:pt x="104" y="15"/>
                  <a:pt x="104" y="15"/>
                  <a:pt x="104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2" y="14"/>
                  <a:pt x="102" y="14"/>
                  <a:pt x="102" y="14"/>
                </a:cubicBezTo>
                <a:cubicBezTo>
                  <a:pt x="102" y="14"/>
                  <a:pt x="102" y="14"/>
                  <a:pt x="103" y="14"/>
                </a:cubicBezTo>
                <a:cubicBezTo>
                  <a:pt x="103" y="13"/>
                  <a:pt x="104" y="13"/>
                  <a:pt x="104" y="13"/>
                </a:cubicBezTo>
                <a:cubicBezTo>
                  <a:pt x="105" y="12"/>
                  <a:pt x="106" y="11"/>
                  <a:pt x="107" y="11"/>
                </a:cubicBezTo>
                <a:cubicBezTo>
                  <a:pt x="107" y="11"/>
                  <a:pt x="107" y="11"/>
                  <a:pt x="107" y="11"/>
                </a:cubicBezTo>
                <a:cubicBezTo>
                  <a:pt x="107" y="11"/>
                  <a:pt x="108" y="11"/>
                  <a:pt x="108" y="11"/>
                </a:cubicBezTo>
                <a:close/>
                <a:moveTo>
                  <a:pt x="127" y="13"/>
                </a:moveTo>
                <a:cubicBezTo>
                  <a:pt x="127" y="13"/>
                  <a:pt x="127" y="13"/>
                  <a:pt x="127" y="14"/>
                </a:cubicBezTo>
                <a:cubicBezTo>
                  <a:pt x="127" y="14"/>
                  <a:pt x="127" y="14"/>
                  <a:pt x="128" y="14"/>
                </a:cubicBezTo>
                <a:cubicBezTo>
                  <a:pt x="128" y="14"/>
                  <a:pt x="129" y="15"/>
                  <a:pt x="129" y="15"/>
                </a:cubicBezTo>
                <a:cubicBezTo>
                  <a:pt x="130" y="15"/>
                  <a:pt x="130" y="15"/>
                  <a:pt x="131" y="15"/>
                </a:cubicBezTo>
                <a:cubicBezTo>
                  <a:pt x="131" y="16"/>
                  <a:pt x="132" y="16"/>
                  <a:pt x="134" y="16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4" y="18"/>
                  <a:pt x="134" y="18"/>
                  <a:pt x="133" y="18"/>
                </a:cubicBezTo>
                <a:cubicBezTo>
                  <a:pt x="133" y="18"/>
                  <a:pt x="132" y="18"/>
                  <a:pt x="131" y="18"/>
                </a:cubicBezTo>
                <a:cubicBezTo>
                  <a:pt x="131" y="18"/>
                  <a:pt x="130" y="17"/>
                  <a:pt x="130" y="17"/>
                </a:cubicBezTo>
                <a:cubicBezTo>
                  <a:pt x="130" y="17"/>
                  <a:pt x="129" y="17"/>
                  <a:pt x="129" y="17"/>
                </a:cubicBezTo>
                <a:cubicBezTo>
                  <a:pt x="129" y="17"/>
                  <a:pt x="129" y="17"/>
                  <a:pt x="129" y="17"/>
                </a:cubicBezTo>
                <a:cubicBezTo>
                  <a:pt x="129" y="16"/>
                  <a:pt x="129" y="16"/>
                  <a:pt x="129" y="16"/>
                </a:cubicBezTo>
                <a:cubicBezTo>
                  <a:pt x="128" y="15"/>
                  <a:pt x="128" y="15"/>
                  <a:pt x="127" y="15"/>
                </a:cubicBezTo>
                <a:cubicBezTo>
                  <a:pt x="126" y="15"/>
                  <a:pt x="126" y="14"/>
                  <a:pt x="126" y="14"/>
                </a:cubicBezTo>
                <a:cubicBezTo>
                  <a:pt x="125" y="14"/>
                  <a:pt x="125" y="14"/>
                  <a:pt x="124" y="14"/>
                </a:cubicBezTo>
                <a:cubicBezTo>
                  <a:pt x="124" y="13"/>
                  <a:pt x="123" y="13"/>
                  <a:pt x="123" y="13"/>
                </a:cubicBezTo>
                <a:cubicBezTo>
                  <a:pt x="123" y="13"/>
                  <a:pt x="123" y="13"/>
                  <a:pt x="123" y="14"/>
                </a:cubicBezTo>
                <a:cubicBezTo>
                  <a:pt x="123" y="14"/>
                  <a:pt x="122" y="14"/>
                  <a:pt x="122" y="14"/>
                </a:cubicBezTo>
                <a:cubicBezTo>
                  <a:pt x="122" y="14"/>
                  <a:pt x="122" y="15"/>
                  <a:pt x="122" y="15"/>
                </a:cubicBezTo>
                <a:cubicBezTo>
                  <a:pt x="122" y="15"/>
                  <a:pt x="122" y="15"/>
                  <a:pt x="122" y="15"/>
                </a:cubicBezTo>
                <a:cubicBezTo>
                  <a:pt x="121" y="15"/>
                  <a:pt x="121" y="15"/>
                  <a:pt x="120" y="15"/>
                </a:cubicBezTo>
                <a:cubicBezTo>
                  <a:pt x="120" y="16"/>
                  <a:pt x="119" y="16"/>
                  <a:pt x="119" y="16"/>
                </a:cubicBezTo>
                <a:cubicBezTo>
                  <a:pt x="119" y="16"/>
                  <a:pt x="119" y="16"/>
                  <a:pt x="118" y="16"/>
                </a:cubicBezTo>
                <a:cubicBezTo>
                  <a:pt x="118" y="15"/>
                  <a:pt x="118" y="15"/>
                  <a:pt x="118" y="15"/>
                </a:cubicBezTo>
                <a:cubicBezTo>
                  <a:pt x="118" y="15"/>
                  <a:pt x="119" y="15"/>
                  <a:pt x="119" y="15"/>
                </a:cubicBezTo>
                <a:cubicBezTo>
                  <a:pt x="120" y="15"/>
                  <a:pt x="120" y="15"/>
                  <a:pt x="121" y="14"/>
                </a:cubicBezTo>
                <a:cubicBezTo>
                  <a:pt x="121" y="14"/>
                  <a:pt x="122" y="13"/>
                  <a:pt x="122" y="12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0"/>
                  <a:pt x="123" y="10"/>
                  <a:pt x="123" y="10"/>
                </a:cubicBezTo>
                <a:cubicBezTo>
                  <a:pt x="122" y="10"/>
                  <a:pt x="122" y="11"/>
                  <a:pt x="122" y="11"/>
                </a:cubicBezTo>
                <a:cubicBezTo>
                  <a:pt x="122" y="11"/>
                  <a:pt x="121" y="11"/>
                  <a:pt x="121" y="11"/>
                </a:cubicBezTo>
                <a:cubicBezTo>
                  <a:pt x="120" y="11"/>
                  <a:pt x="120" y="11"/>
                  <a:pt x="120" y="11"/>
                </a:cubicBezTo>
                <a:cubicBezTo>
                  <a:pt x="120" y="11"/>
                  <a:pt x="119" y="11"/>
                  <a:pt x="119" y="11"/>
                </a:cubicBezTo>
                <a:cubicBezTo>
                  <a:pt x="119" y="11"/>
                  <a:pt x="119" y="11"/>
                  <a:pt x="119" y="11"/>
                </a:cubicBezTo>
                <a:cubicBezTo>
                  <a:pt x="119" y="11"/>
                  <a:pt x="119" y="11"/>
                  <a:pt x="119" y="10"/>
                </a:cubicBezTo>
                <a:cubicBezTo>
                  <a:pt x="119" y="10"/>
                  <a:pt x="119" y="10"/>
                  <a:pt x="119" y="10"/>
                </a:cubicBezTo>
                <a:cubicBezTo>
                  <a:pt x="120" y="10"/>
                  <a:pt x="121" y="10"/>
                  <a:pt x="123" y="9"/>
                </a:cubicBezTo>
                <a:cubicBezTo>
                  <a:pt x="124" y="9"/>
                  <a:pt x="126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6" y="7"/>
                  <a:pt x="126" y="7"/>
                  <a:pt x="126" y="7"/>
                </a:cubicBezTo>
                <a:cubicBezTo>
                  <a:pt x="126" y="7"/>
                  <a:pt x="126" y="7"/>
                  <a:pt x="125" y="7"/>
                </a:cubicBezTo>
                <a:cubicBezTo>
                  <a:pt x="125" y="8"/>
                  <a:pt x="125" y="8"/>
                  <a:pt x="125" y="8"/>
                </a:cubicBezTo>
                <a:cubicBezTo>
                  <a:pt x="125" y="8"/>
                  <a:pt x="124" y="8"/>
                  <a:pt x="124" y="8"/>
                </a:cubicBezTo>
                <a:cubicBezTo>
                  <a:pt x="124" y="8"/>
                  <a:pt x="124" y="8"/>
                  <a:pt x="123" y="7"/>
                </a:cubicBezTo>
                <a:cubicBezTo>
                  <a:pt x="123" y="7"/>
                  <a:pt x="123" y="7"/>
                  <a:pt x="123" y="6"/>
                </a:cubicBezTo>
                <a:cubicBezTo>
                  <a:pt x="123" y="5"/>
                  <a:pt x="123" y="4"/>
                  <a:pt x="123" y="3"/>
                </a:cubicBezTo>
                <a:cubicBezTo>
                  <a:pt x="123" y="3"/>
                  <a:pt x="123" y="2"/>
                  <a:pt x="124" y="2"/>
                </a:cubicBezTo>
                <a:cubicBezTo>
                  <a:pt x="124" y="2"/>
                  <a:pt x="124" y="2"/>
                  <a:pt x="125" y="2"/>
                </a:cubicBezTo>
                <a:cubicBezTo>
                  <a:pt x="126" y="2"/>
                  <a:pt x="127" y="2"/>
                  <a:pt x="128" y="2"/>
                </a:cubicBezTo>
                <a:cubicBezTo>
                  <a:pt x="128" y="2"/>
                  <a:pt x="129" y="2"/>
                  <a:pt x="129" y="2"/>
                </a:cubicBezTo>
                <a:cubicBezTo>
                  <a:pt x="129" y="2"/>
                  <a:pt x="130" y="2"/>
                  <a:pt x="130" y="2"/>
                </a:cubicBezTo>
                <a:cubicBezTo>
                  <a:pt x="130" y="2"/>
                  <a:pt x="130" y="2"/>
                  <a:pt x="129" y="3"/>
                </a:cubicBezTo>
                <a:cubicBezTo>
                  <a:pt x="129" y="3"/>
                  <a:pt x="129" y="3"/>
                  <a:pt x="129" y="3"/>
                </a:cubicBezTo>
                <a:cubicBezTo>
                  <a:pt x="129" y="4"/>
                  <a:pt x="129" y="4"/>
                  <a:pt x="129" y="4"/>
                </a:cubicBezTo>
                <a:lnTo>
                  <a:pt x="129" y="6"/>
                </a:lnTo>
                <a:cubicBezTo>
                  <a:pt x="129" y="7"/>
                  <a:pt x="129" y="7"/>
                  <a:pt x="129" y="7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30" y="8"/>
                  <a:pt x="130" y="8"/>
                </a:cubicBezTo>
                <a:cubicBezTo>
                  <a:pt x="130" y="8"/>
                  <a:pt x="130" y="8"/>
                  <a:pt x="131" y="8"/>
                </a:cubicBezTo>
                <a:cubicBezTo>
                  <a:pt x="131" y="8"/>
                  <a:pt x="131" y="8"/>
                  <a:pt x="131" y="8"/>
                </a:cubicBezTo>
                <a:cubicBezTo>
                  <a:pt x="131" y="8"/>
                  <a:pt x="131" y="8"/>
                  <a:pt x="131" y="9"/>
                </a:cubicBezTo>
                <a:cubicBezTo>
                  <a:pt x="131" y="9"/>
                  <a:pt x="131" y="9"/>
                  <a:pt x="131" y="9"/>
                </a:cubicBezTo>
                <a:cubicBezTo>
                  <a:pt x="131" y="9"/>
                  <a:pt x="131" y="10"/>
                  <a:pt x="131" y="10"/>
                </a:cubicBezTo>
                <a:cubicBezTo>
                  <a:pt x="130" y="10"/>
                  <a:pt x="130" y="10"/>
                  <a:pt x="129" y="10"/>
                </a:cubicBezTo>
                <a:cubicBezTo>
                  <a:pt x="128" y="10"/>
                  <a:pt x="128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1"/>
                  <a:pt x="127" y="11"/>
                </a:cubicBezTo>
                <a:cubicBezTo>
                  <a:pt x="127" y="11"/>
                  <a:pt x="127" y="11"/>
                  <a:pt x="128" y="11"/>
                </a:cubicBezTo>
                <a:cubicBezTo>
                  <a:pt x="128" y="11"/>
                  <a:pt x="128" y="11"/>
                  <a:pt x="128" y="11"/>
                </a:cubicBezTo>
                <a:cubicBezTo>
                  <a:pt x="128" y="10"/>
                  <a:pt x="129" y="10"/>
                  <a:pt x="129" y="10"/>
                </a:cubicBezTo>
                <a:cubicBezTo>
                  <a:pt x="129" y="10"/>
                  <a:pt x="129" y="11"/>
                  <a:pt x="129" y="11"/>
                </a:cubicBezTo>
                <a:cubicBezTo>
                  <a:pt x="129" y="11"/>
                  <a:pt x="129" y="11"/>
                  <a:pt x="129" y="11"/>
                </a:cubicBezTo>
                <a:cubicBezTo>
                  <a:pt x="129" y="11"/>
                  <a:pt x="129" y="12"/>
                  <a:pt x="129" y="12"/>
                </a:cubicBezTo>
                <a:cubicBezTo>
                  <a:pt x="129" y="12"/>
                  <a:pt x="129" y="12"/>
                  <a:pt x="128" y="12"/>
                </a:cubicBezTo>
                <a:cubicBezTo>
                  <a:pt x="128" y="12"/>
                  <a:pt x="128" y="12"/>
                  <a:pt x="127" y="12"/>
                </a:cubicBezTo>
                <a:cubicBezTo>
                  <a:pt x="127" y="12"/>
                  <a:pt x="127" y="12"/>
                  <a:pt x="127" y="12"/>
                </a:cubicBezTo>
                <a:cubicBezTo>
                  <a:pt x="127" y="12"/>
                  <a:pt x="127" y="13"/>
                  <a:pt x="127" y="13"/>
                </a:cubicBezTo>
                <a:cubicBezTo>
                  <a:pt x="127" y="13"/>
                  <a:pt x="127" y="13"/>
                  <a:pt x="127" y="13"/>
                </a:cubicBezTo>
                <a:close/>
                <a:moveTo>
                  <a:pt x="148" y="11"/>
                </a:moveTo>
                <a:cubicBezTo>
                  <a:pt x="148" y="12"/>
                  <a:pt x="148" y="13"/>
                  <a:pt x="148" y="14"/>
                </a:cubicBezTo>
                <a:cubicBezTo>
                  <a:pt x="148" y="15"/>
                  <a:pt x="148" y="15"/>
                  <a:pt x="148" y="16"/>
                </a:cubicBezTo>
                <a:cubicBezTo>
                  <a:pt x="148" y="16"/>
                  <a:pt x="148" y="16"/>
                  <a:pt x="148" y="17"/>
                </a:cubicBezTo>
                <a:cubicBezTo>
                  <a:pt x="148" y="17"/>
                  <a:pt x="148" y="17"/>
                  <a:pt x="148" y="17"/>
                </a:cubicBezTo>
                <a:cubicBezTo>
                  <a:pt x="148" y="18"/>
                  <a:pt x="148" y="18"/>
                  <a:pt x="148" y="18"/>
                </a:cubicBezTo>
                <a:cubicBezTo>
                  <a:pt x="148" y="18"/>
                  <a:pt x="147" y="18"/>
                  <a:pt x="146" y="17"/>
                </a:cubicBezTo>
                <a:cubicBezTo>
                  <a:pt x="145" y="17"/>
                  <a:pt x="144" y="16"/>
                  <a:pt x="144" y="16"/>
                </a:cubicBezTo>
                <a:cubicBezTo>
                  <a:pt x="143" y="16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4" y="16"/>
                  <a:pt x="145" y="16"/>
                  <a:pt x="146" y="16"/>
                </a:cubicBezTo>
                <a:cubicBezTo>
                  <a:pt x="146" y="16"/>
                  <a:pt x="147" y="16"/>
                  <a:pt x="147" y="16"/>
                </a:cubicBezTo>
                <a:cubicBezTo>
                  <a:pt x="147" y="16"/>
                  <a:pt x="147" y="15"/>
                  <a:pt x="147" y="15"/>
                </a:cubicBezTo>
                <a:cubicBezTo>
                  <a:pt x="147" y="14"/>
                  <a:pt x="147" y="14"/>
                  <a:pt x="147" y="12"/>
                </a:cubicBezTo>
                <a:cubicBezTo>
                  <a:pt x="147" y="11"/>
                  <a:pt x="146" y="9"/>
                  <a:pt x="146" y="8"/>
                </a:cubicBezTo>
                <a:lnTo>
                  <a:pt x="146" y="5"/>
                </a:lnTo>
                <a:lnTo>
                  <a:pt x="146" y="3"/>
                </a:lnTo>
                <a:cubicBezTo>
                  <a:pt x="146" y="3"/>
                  <a:pt x="147" y="3"/>
                  <a:pt x="147" y="3"/>
                </a:cubicBezTo>
                <a:cubicBezTo>
                  <a:pt x="147" y="3"/>
                  <a:pt x="147" y="3"/>
                  <a:pt x="148" y="3"/>
                </a:cubicBezTo>
                <a:cubicBezTo>
                  <a:pt x="148" y="3"/>
                  <a:pt x="148" y="3"/>
                  <a:pt x="148" y="3"/>
                </a:cubicBezTo>
                <a:cubicBezTo>
                  <a:pt x="148" y="4"/>
                  <a:pt x="148" y="4"/>
                  <a:pt x="148" y="4"/>
                </a:cubicBezTo>
                <a:cubicBezTo>
                  <a:pt x="148" y="4"/>
                  <a:pt x="148" y="5"/>
                  <a:pt x="148" y="6"/>
                </a:cubicBezTo>
                <a:cubicBezTo>
                  <a:pt x="148" y="6"/>
                  <a:pt x="148" y="6"/>
                  <a:pt x="148" y="7"/>
                </a:cubicBezTo>
                <a:cubicBezTo>
                  <a:pt x="148" y="9"/>
                  <a:pt x="148" y="9"/>
                  <a:pt x="148" y="10"/>
                </a:cubicBezTo>
                <a:lnTo>
                  <a:pt x="148" y="11"/>
                </a:lnTo>
                <a:close/>
                <a:moveTo>
                  <a:pt x="143" y="7"/>
                </a:moveTo>
                <a:cubicBezTo>
                  <a:pt x="143" y="7"/>
                  <a:pt x="143" y="7"/>
                  <a:pt x="142" y="7"/>
                </a:cubicBezTo>
                <a:cubicBezTo>
                  <a:pt x="142" y="7"/>
                  <a:pt x="142" y="7"/>
                  <a:pt x="141" y="7"/>
                </a:cubicBezTo>
                <a:cubicBezTo>
                  <a:pt x="141" y="7"/>
                  <a:pt x="141" y="7"/>
                  <a:pt x="141" y="7"/>
                </a:cubicBezTo>
                <a:cubicBezTo>
                  <a:pt x="141" y="7"/>
                  <a:pt x="141" y="7"/>
                  <a:pt x="140" y="7"/>
                </a:cubicBezTo>
                <a:cubicBezTo>
                  <a:pt x="140" y="7"/>
                  <a:pt x="140" y="6"/>
                  <a:pt x="140" y="6"/>
                </a:cubicBezTo>
                <a:cubicBezTo>
                  <a:pt x="140" y="6"/>
                  <a:pt x="140" y="7"/>
                  <a:pt x="140" y="7"/>
                </a:cubicBezTo>
                <a:cubicBezTo>
                  <a:pt x="139" y="7"/>
                  <a:pt x="139" y="7"/>
                  <a:pt x="139" y="7"/>
                </a:cubicBezTo>
                <a:cubicBezTo>
                  <a:pt x="138" y="8"/>
                  <a:pt x="138" y="8"/>
                  <a:pt x="138" y="9"/>
                </a:cubicBezTo>
                <a:cubicBezTo>
                  <a:pt x="138" y="9"/>
                  <a:pt x="137" y="9"/>
                  <a:pt x="137" y="10"/>
                </a:cubicBezTo>
                <a:cubicBezTo>
                  <a:pt x="137" y="10"/>
                  <a:pt x="138" y="10"/>
                  <a:pt x="138" y="10"/>
                </a:cubicBezTo>
                <a:cubicBezTo>
                  <a:pt x="138" y="10"/>
                  <a:pt x="138" y="10"/>
                  <a:pt x="138" y="10"/>
                </a:cubicBezTo>
                <a:cubicBezTo>
                  <a:pt x="139" y="9"/>
                  <a:pt x="140" y="9"/>
                  <a:pt x="141" y="9"/>
                </a:cubicBezTo>
                <a:cubicBezTo>
                  <a:pt x="141" y="9"/>
                  <a:pt x="141" y="9"/>
                  <a:pt x="141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10"/>
                  <a:pt x="142" y="10"/>
                  <a:pt x="142" y="10"/>
                </a:cubicBezTo>
                <a:cubicBezTo>
                  <a:pt x="142" y="11"/>
                  <a:pt x="141" y="11"/>
                  <a:pt x="141" y="12"/>
                </a:cubicBezTo>
                <a:cubicBezTo>
                  <a:pt x="141" y="12"/>
                  <a:pt x="141" y="13"/>
                  <a:pt x="141" y="13"/>
                </a:cubicBezTo>
                <a:cubicBezTo>
                  <a:pt x="141" y="13"/>
                  <a:pt x="140" y="13"/>
                  <a:pt x="140" y="13"/>
                </a:cubicBezTo>
                <a:cubicBezTo>
                  <a:pt x="140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4"/>
                </a:cubicBezTo>
                <a:cubicBezTo>
                  <a:pt x="138" y="14"/>
                  <a:pt x="138" y="14"/>
                  <a:pt x="138" y="15"/>
                </a:cubicBezTo>
                <a:cubicBezTo>
                  <a:pt x="138" y="15"/>
                  <a:pt x="138" y="15"/>
                  <a:pt x="139" y="15"/>
                </a:cubicBezTo>
                <a:cubicBezTo>
                  <a:pt x="139" y="15"/>
                  <a:pt x="139" y="15"/>
                  <a:pt x="139" y="15"/>
                </a:cubicBezTo>
                <a:cubicBezTo>
                  <a:pt x="139" y="15"/>
                  <a:pt x="140" y="15"/>
                  <a:pt x="140" y="15"/>
                </a:cubicBezTo>
                <a:cubicBezTo>
                  <a:pt x="140" y="15"/>
                  <a:pt x="140" y="15"/>
                  <a:pt x="141" y="15"/>
                </a:cubicBezTo>
                <a:cubicBezTo>
                  <a:pt x="141" y="15"/>
                  <a:pt x="141" y="14"/>
                  <a:pt x="141" y="14"/>
                </a:cubicBezTo>
                <a:cubicBezTo>
                  <a:pt x="141" y="14"/>
                  <a:pt x="141" y="13"/>
                  <a:pt x="141" y="13"/>
                </a:cubicBezTo>
                <a:cubicBezTo>
                  <a:pt x="141" y="13"/>
                  <a:pt x="141" y="14"/>
                  <a:pt x="142" y="14"/>
                </a:cubicBezTo>
                <a:cubicBezTo>
                  <a:pt x="142" y="15"/>
                  <a:pt x="142" y="15"/>
                  <a:pt x="142" y="16"/>
                </a:cubicBezTo>
                <a:cubicBezTo>
                  <a:pt x="142" y="16"/>
                  <a:pt x="142" y="16"/>
                  <a:pt x="141" y="16"/>
                </a:cubicBezTo>
                <a:cubicBezTo>
                  <a:pt x="141" y="16"/>
                  <a:pt x="141" y="16"/>
                  <a:pt x="141" y="16"/>
                </a:cubicBezTo>
                <a:cubicBezTo>
                  <a:pt x="140" y="16"/>
                  <a:pt x="140" y="16"/>
                  <a:pt x="139" y="16"/>
                </a:cubicBezTo>
                <a:cubicBezTo>
                  <a:pt x="139" y="16"/>
                  <a:pt x="138" y="16"/>
                  <a:pt x="138" y="16"/>
                </a:cubicBezTo>
                <a:cubicBezTo>
                  <a:pt x="138" y="16"/>
                  <a:pt x="137" y="15"/>
                  <a:pt x="137" y="14"/>
                </a:cubicBezTo>
                <a:cubicBezTo>
                  <a:pt x="137" y="14"/>
                  <a:pt x="138" y="13"/>
                  <a:pt x="138" y="13"/>
                </a:cubicBezTo>
                <a:cubicBezTo>
                  <a:pt x="138" y="12"/>
                  <a:pt x="138" y="12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9" y="11"/>
                  <a:pt x="139" y="11"/>
                </a:cubicBezTo>
                <a:cubicBezTo>
                  <a:pt x="139" y="11"/>
                  <a:pt x="139" y="11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40" y="12"/>
                  <a:pt x="140" y="12"/>
                  <a:pt x="140" y="11"/>
                </a:cubicBezTo>
                <a:cubicBezTo>
                  <a:pt x="140" y="11"/>
                  <a:pt x="140" y="11"/>
                  <a:pt x="140" y="10"/>
                </a:cubicBezTo>
                <a:cubicBezTo>
                  <a:pt x="140" y="10"/>
                  <a:pt x="140" y="10"/>
                  <a:pt x="140" y="10"/>
                </a:cubicBezTo>
                <a:cubicBezTo>
                  <a:pt x="139" y="10"/>
                  <a:pt x="139" y="10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8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6" y="12"/>
                </a:cubicBezTo>
                <a:cubicBezTo>
                  <a:pt x="135" y="12"/>
                  <a:pt x="135" y="12"/>
                  <a:pt x="135" y="12"/>
                </a:cubicBezTo>
                <a:cubicBezTo>
                  <a:pt x="134" y="12"/>
                  <a:pt x="134" y="12"/>
                  <a:pt x="134" y="12"/>
                </a:cubicBezTo>
                <a:cubicBezTo>
                  <a:pt x="134" y="12"/>
                  <a:pt x="133" y="12"/>
                  <a:pt x="133" y="12"/>
                </a:cubicBezTo>
                <a:cubicBezTo>
                  <a:pt x="133" y="12"/>
                  <a:pt x="134" y="12"/>
                  <a:pt x="134" y="12"/>
                </a:cubicBezTo>
                <a:cubicBezTo>
                  <a:pt x="134" y="11"/>
                  <a:pt x="135" y="11"/>
                  <a:pt x="135" y="10"/>
                </a:cubicBezTo>
                <a:cubicBezTo>
                  <a:pt x="136" y="10"/>
                  <a:pt x="136" y="9"/>
                  <a:pt x="137" y="8"/>
                </a:cubicBezTo>
                <a:cubicBezTo>
                  <a:pt x="137" y="8"/>
                  <a:pt x="138" y="7"/>
                  <a:pt x="138" y="7"/>
                </a:cubicBezTo>
                <a:cubicBezTo>
                  <a:pt x="138" y="7"/>
                  <a:pt x="138" y="6"/>
                  <a:pt x="139" y="6"/>
                </a:cubicBezTo>
                <a:cubicBezTo>
                  <a:pt x="139" y="5"/>
                  <a:pt x="140" y="4"/>
                  <a:pt x="140" y="4"/>
                </a:cubicBezTo>
                <a:cubicBezTo>
                  <a:pt x="140" y="4"/>
                  <a:pt x="140" y="4"/>
                  <a:pt x="140" y="4"/>
                </a:cubicBezTo>
                <a:cubicBezTo>
                  <a:pt x="140" y="4"/>
                  <a:pt x="141" y="3"/>
                  <a:pt x="141" y="3"/>
                </a:cubicBezTo>
                <a:cubicBezTo>
                  <a:pt x="141" y="3"/>
                  <a:pt x="141" y="4"/>
                  <a:pt x="141" y="4"/>
                </a:cubicBezTo>
                <a:cubicBezTo>
                  <a:pt x="141" y="4"/>
                  <a:pt x="141" y="4"/>
                  <a:pt x="141" y="4"/>
                </a:cubicBezTo>
                <a:cubicBezTo>
                  <a:pt x="141" y="5"/>
                  <a:pt x="141" y="5"/>
                  <a:pt x="141" y="5"/>
                </a:cubicBezTo>
                <a:cubicBezTo>
                  <a:pt x="141" y="5"/>
                  <a:pt x="141" y="5"/>
                  <a:pt x="141" y="6"/>
                </a:cubicBezTo>
                <a:cubicBezTo>
                  <a:pt x="141" y="6"/>
                  <a:pt x="141" y="6"/>
                  <a:pt x="141" y="6"/>
                </a:cubicBezTo>
                <a:cubicBezTo>
                  <a:pt x="141" y="6"/>
                  <a:pt x="141" y="6"/>
                  <a:pt x="142" y="6"/>
                </a:cubicBezTo>
                <a:cubicBezTo>
                  <a:pt x="142" y="6"/>
                  <a:pt x="143" y="6"/>
                  <a:pt x="143" y="7"/>
                </a:cubicBezTo>
                <a:close/>
                <a:moveTo>
                  <a:pt x="145" y="8"/>
                </a:move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9"/>
                  <a:pt x="145" y="9"/>
                </a:cubicBezTo>
                <a:cubicBezTo>
                  <a:pt x="145" y="9"/>
                  <a:pt x="145" y="10"/>
                  <a:pt x="145" y="10"/>
                </a:cubicBezTo>
                <a:cubicBezTo>
                  <a:pt x="145" y="11"/>
                  <a:pt x="145" y="11"/>
                  <a:pt x="144" y="11"/>
                </a:cubicBezTo>
                <a:cubicBezTo>
                  <a:pt x="144" y="11"/>
                  <a:pt x="144" y="11"/>
                  <a:pt x="144" y="11"/>
                </a:cubicBezTo>
                <a:cubicBezTo>
                  <a:pt x="144" y="11"/>
                  <a:pt x="143" y="11"/>
                  <a:pt x="143" y="10"/>
                </a:cubicBezTo>
                <a:cubicBezTo>
                  <a:pt x="143" y="9"/>
                  <a:pt x="143" y="9"/>
                  <a:pt x="143" y="9"/>
                </a:cubicBezTo>
                <a:lnTo>
                  <a:pt x="143" y="8"/>
                </a:lnTo>
                <a:cubicBezTo>
                  <a:pt x="143" y="8"/>
                  <a:pt x="143" y="8"/>
                  <a:pt x="144" y="8"/>
                </a:cubicBezTo>
                <a:cubicBezTo>
                  <a:pt x="144" y="8"/>
                  <a:pt x="144" y="8"/>
                  <a:pt x="144" y="8"/>
                </a:cubicBez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8"/>
                  <a:pt x="145" y="8"/>
                </a:cubicBezTo>
                <a:close/>
                <a:moveTo>
                  <a:pt x="157" y="2"/>
                </a:moveTo>
                <a:cubicBezTo>
                  <a:pt x="157" y="2"/>
                  <a:pt x="158" y="2"/>
                  <a:pt x="158" y="2"/>
                </a:cubicBezTo>
                <a:cubicBezTo>
                  <a:pt x="158" y="2"/>
                  <a:pt x="158" y="2"/>
                  <a:pt x="158" y="3"/>
                </a:cubicBezTo>
                <a:cubicBezTo>
                  <a:pt x="158" y="3"/>
                  <a:pt x="158" y="3"/>
                  <a:pt x="158" y="3"/>
                </a:cubicBezTo>
                <a:cubicBezTo>
                  <a:pt x="158" y="3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7" y="4"/>
                  <a:pt x="157" y="4"/>
                </a:cubicBezTo>
                <a:cubicBezTo>
                  <a:pt x="157" y="4"/>
                  <a:pt x="156" y="4"/>
                  <a:pt x="156" y="3"/>
                </a:cubicBezTo>
                <a:cubicBezTo>
                  <a:pt x="156" y="3"/>
                  <a:pt x="157" y="3"/>
                  <a:pt x="157" y="2"/>
                </a:cubicBezTo>
                <a:cubicBezTo>
                  <a:pt x="157" y="2"/>
                  <a:pt x="157" y="2"/>
                  <a:pt x="157" y="2"/>
                </a:cubicBezTo>
                <a:close/>
                <a:moveTo>
                  <a:pt x="159" y="5"/>
                </a:moveTo>
                <a:cubicBezTo>
                  <a:pt x="159" y="5"/>
                  <a:pt x="159" y="6"/>
                  <a:pt x="159" y="6"/>
                </a:cubicBezTo>
                <a:cubicBezTo>
                  <a:pt x="159" y="6"/>
                  <a:pt x="159" y="6"/>
                  <a:pt x="159" y="6"/>
                </a:cubicBezTo>
                <a:cubicBezTo>
                  <a:pt x="159" y="6"/>
                  <a:pt x="158" y="6"/>
                  <a:pt x="158" y="6"/>
                </a:cubicBezTo>
                <a:cubicBezTo>
                  <a:pt x="158" y="6"/>
                  <a:pt x="158" y="6"/>
                  <a:pt x="159" y="6"/>
                </a:cubicBezTo>
                <a:cubicBezTo>
                  <a:pt x="159" y="6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8"/>
                  <a:pt x="159" y="8"/>
                  <a:pt x="158" y="8"/>
                </a:cubicBezTo>
                <a:cubicBezTo>
                  <a:pt x="158" y="8"/>
                  <a:pt x="158" y="8"/>
                  <a:pt x="158" y="8"/>
                </a:cubicBezTo>
                <a:cubicBezTo>
                  <a:pt x="158" y="8"/>
                  <a:pt x="158" y="8"/>
                  <a:pt x="159" y="8"/>
                </a:cubicBezTo>
                <a:cubicBezTo>
                  <a:pt x="159" y="8"/>
                  <a:pt x="159" y="8"/>
                  <a:pt x="159" y="8"/>
                </a:cubicBezTo>
                <a:cubicBezTo>
                  <a:pt x="159" y="8"/>
                  <a:pt x="159" y="8"/>
                  <a:pt x="159" y="9"/>
                </a:cubicBezTo>
                <a:cubicBezTo>
                  <a:pt x="159" y="9"/>
                  <a:pt x="159" y="9"/>
                  <a:pt x="159" y="9"/>
                </a:cubicBezTo>
                <a:cubicBezTo>
                  <a:pt x="159" y="9"/>
                  <a:pt x="158" y="9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9" y="10"/>
                  <a:pt x="159" y="10"/>
                </a:cubicBezTo>
                <a:cubicBezTo>
                  <a:pt x="159" y="10"/>
                  <a:pt x="159" y="10"/>
                  <a:pt x="159" y="10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8" y="11"/>
                </a:cubicBezTo>
                <a:cubicBezTo>
                  <a:pt x="158" y="11"/>
                  <a:pt x="157" y="12"/>
                  <a:pt x="157" y="12"/>
                </a:cubicBezTo>
                <a:cubicBezTo>
                  <a:pt x="157" y="12"/>
                  <a:pt x="157" y="12"/>
                  <a:pt x="157" y="12"/>
                </a:cubicBezTo>
                <a:cubicBezTo>
                  <a:pt x="157" y="12"/>
                  <a:pt x="157" y="12"/>
                  <a:pt x="158" y="12"/>
                </a:cubicBezTo>
                <a:cubicBezTo>
                  <a:pt x="158" y="12"/>
                  <a:pt x="159" y="13"/>
                  <a:pt x="159" y="13"/>
                </a:cubicBezTo>
                <a:cubicBezTo>
                  <a:pt x="159" y="13"/>
                  <a:pt x="159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7" y="13"/>
                  <a:pt x="157" y="13"/>
                </a:cubicBezTo>
                <a:cubicBezTo>
                  <a:pt x="157" y="13"/>
                  <a:pt x="157" y="13"/>
                  <a:pt x="157" y="13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57" y="14"/>
                  <a:pt x="157" y="15"/>
                  <a:pt x="157" y="15"/>
                </a:cubicBezTo>
                <a:cubicBezTo>
                  <a:pt x="157" y="16"/>
                  <a:pt x="157" y="16"/>
                  <a:pt x="157" y="16"/>
                </a:cubicBezTo>
                <a:cubicBezTo>
                  <a:pt x="157" y="16"/>
                  <a:pt x="156" y="16"/>
                  <a:pt x="156" y="16"/>
                </a:cubicBezTo>
                <a:cubicBezTo>
                  <a:pt x="156" y="15"/>
                  <a:pt x="155" y="15"/>
                  <a:pt x="155" y="15"/>
                </a:cubicBezTo>
                <a:cubicBezTo>
                  <a:pt x="155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6"/>
                  <a:pt x="154" y="16"/>
                </a:cubicBezTo>
                <a:cubicBezTo>
                  <a:pt x="154" y="16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4"/>
                  <a:pt x="153" y="14"/>
                  <a:pt x="153" y="14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2"/>
                  <a:pt x="154" y="12"/>
                  <a:pt x="154" y="12"/>
                </a:cubicBezTo>
                <a:cubicBezTo>
                  <a:pt x="154" y="12"/>
                  <a:pt x="154" y="12"/>
                  <a:pt x="153" y="13"/>
                </a:cubicBezTo>
                <a:cubicBezTo>
                  <a:pt x="153" y="13"/>
                  <a:pt x="153" y="13"/>
                  <a:pt x="153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3" y="12"/>
                  <a:pt x="154" y="11"/>
                  <a:pt x="155" y="11"/>
                </a:cubicBezTo>
                <a:cubicBezTo>
                  <a:pt x="155" y="11"/>
                  <a:pt x="155" y="11"/>
                  <a:pt x="156" y="11"/>
                </a:cubicBezTo>
                <a:cubicBezTo>
                  <a:pt x="156" y="11"/>
                  <a:pt x="156" y="11"/>
                  <a:pt x="156" y="11"/>
                </a:cubicBezTo>
                <a:cubicBezTo>
                  <a:pt x="156" y="10"/>
                  <a:pt x="156" y="10"/>
                  <a:pt x="156" y="10"/>
                </a:cubicBezTo>
                <a:cubicBezTo>
                  <a:pt x="156" y="10"/>
                  <a:pt x="155" y="10"/>
                  <a:pt x="155" y="10"/>
                </a:cubicBezTo>
                <a:cubicBezTo>
                  <a:pt x="155" y="10"/>
                  <a:pt x="154" y="10"/>
                  <a:pt x="154" y="10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4" y="11"/>
                  <a:pt x="154" y="10"/>
                  <a:pt x="154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154" y="10"/>
                  <a:pt x="154" y="10"/>
                  <a:pt x="154" y="9"/>
                </a:cubicBezTo>
                <a:cubicBezTo>
                  <a:pt x="154" y="9"/>
                  <a:pt x="154" y="9"/>
                  <a:pt x="154" y="9"/>
                </a:cubicBezTo>
                <a:cubicBezTo>
                  <a:pt x="155" y="9"/>
                  <a:pt x="155" y="9"/>
                  <a:pt x="156" y="9"/>
                </a:cubicBezTo>
                <a:cubicBezTo>
                  <a:pt x="156" y="9"/>
                  <a:pt x="157" y="8"/>
                  <a:pt x="157" y="8"/>
                </a:cubicBezTo>
                <a:cubicBezTo>
                  <a:pt x="157" y="8"/>
                  <a:pt x="157" y="8"/>
                  <a:pt x="157" y="8"/>
                </a:cubicBezTo>
                <a:cubicBezTo>
                  <a:pt x="157" y="8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6" y="7"/>
                  <a:pt x="156" y="7"/>
                  <a:pt x="156" y="7"/>
                </a:cubicBezTo>
                <a:cubicBezTo>
                  <a:pt x="156" y="7"/>
                  <a:pt x="156" y="8"/>
                  <a:pt x="156" y="8"/>
                </a:cubicBezTo>
                <a:cubicBezTo>
                  <a:pt x="156" y="8"/>
                  <a:pt x="156" y="8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5" y="6"/>
                  <a:pt x="156" y="6"/>
                </a:cubicBezTo>
                <a:cubicBezTo>
                  <a:pt x="157" y="5"/>
                  <a:pt x="158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lose/>
                <a:moveTo>
                  <a:pt x="166" y="8"/>
                </a:moveTo>
                <a:cubicBezTo>
                  <a:pt x="166" y="8"/>
                  <a:pt x="166" y="8"/>
                  <a:pt x="166" y="8"/>
                </a:cubicBezTo>
                <a:cubicBezTo>
                  <a:pt x="166" y="8"/>
                  <a:pt x="166" y="8"/>
                  <a:pt x="166" y="9"/>
                </a:cubicBezTo>
                <a:cubicBezTo>
                  <a:pt x="167" y="9"/>
                  <a:pt x="167" y="9"/>
                  <a:pt x="167" y="9"/>
                </a:cubicBezTo>
                <a:cubicBezTo>
                  <a:pt x="167" y="9"/>
                  <a:pt x="167" y="9"/>
                  <a:pt x="167" y="10"/>
                </a:cubicBezTo>
                <a:cubicBezTo>
                  <a:pt x="167" y="10"/>
                  <a:pt x="167" y="10"/>
                  <a:pt x="167" y="10"/>
                </a:cubicBezTo>
                <a:cubicBezTo>
                  <a:pt x="167" y="10"/>
                  <a:pt x="166" y="10"/>
                  <a:pt x="166" y="10"/>
                </a:cubicBezTo>
                <a:cubicBezTo>
                  <a:pt x="166" y="10"/>
                  <a:pt x="166" y="10"/>
                  <a:pt x="165" y="10"/>
                </a:cubicBezTo>
                <a:cubicBezTo>
                  <a:pt x="165" y="10"/>
                  <a:pt x="164" y="10"/>
                  <a:pt x="164" y="10"/>
                </a:cubicBezTo>
                <a:cubicBezTo>
                  <a:pt x="164" y="10"/>
                  <a:pt x="164" y="10"/>
                  <a:pt x="164" y="11"/>
                </a:cubicBezTo>
                <a:cubicBezTo>
                  <a:pt x="164" y="12"/>
                  <a:pt x="164" y="12"/>
                  <a:pt x="164" y="13"/>
                </a:cubicBezTo>
                <a:cubicBezTo>
                  <a:pt x="164" y="13"/>
                  <a:pt x="164" y="13"/>
                  <a:pt x="164" y="14"/>
                </a:cubicBezTo>
                <a:cubicBezTo>
                  <a:pt x="164" y="14"/>
                  <a:pt x="164" y="14"/>
                  <a:pt x="164" y="15"/>
                </a:cubicBezTo>
                <a:cubicBezTo>
                  <a:pt x="164" y="15"/>
                  <a:pt x="164" y="15"/>
                  <a:pt x="164" y="16"/>
                </a:cubicBezTo>
                <a:cubicBezTo>
                  <a:pt x="164" y="16"/>
                  <a:pt x="164" y="16"/>
                  <a:pt x="164" y="16"/>
                </a:cubicBezTo>
                <a:cubicBezTo>
                  <a:pt x="164" y="17"/>
                  <a:pt x="164" y="17"/>
                  <a:pt x="164" y="17"/>
                </a:cubicBezTo>
                <a:cubicBezTo>
                  <a:pt x="164" y="17"/>
                  <a:pt x="164" y="18"/>
                  <a:pt x="164" y="18"/>
                </a:cubicBezTo>
                <a:cubicBezTo>
                  <a:pt x="164" y="18"/>
                  <a:pt x="164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lnTo>
                  <a:pt x="163" y="17"/>
                </a:lnTo>
                <a:cubicBezTo>
                  <a:pt x="163" y="17"/>
                  <a:pt x="163" y="15"/>
                  <a:pt x="163" y="14"/>
                </a:cubicBezTo>
                <a:cubicBezTo>
                  <a:pt x="163" y="12"/>
                  <a:pt x="163" y="11"/>
                  <a:pt x="163" y="11"/>
                </a:cubicBezTo>
                <a:cubicBezTo>
                  <a:pt x="163" y="11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1" y="10"/>
                  <a:pt x="161" y="10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0" y="12"/>
                  <a:pt x="160" y="12"/>
                  <a:pt x="160" y="12"/>
                </a:cubicBezTo>
                <a:lnTo>
                  <a:pt x="160" y="13"/>
                </a:lnTo>
                <a:cubicBezTo>
                  <a:pt x="160" y="13"/>
                  <a:pt x="160" y="13"/>
                  <a:pt x="160" y="14"/>
                </a:cubicBezTo>
                <a:cubicBezTo>
                  <a:pt x="160" y="14"/>
                  <a:pt x="159" y="14"/>
                  <a:pt x="159" y="15"/>
                </a:cubicBezTo>
                <a:cubicBezTo>
                  <a:pt x="159" y="15"/>
                  <a:pt x="158" y="15"/>
                  <a:pt x="158" y="15"/>
                </a:cubicBezTo>
                <a:cubicBezTo>
                  <a:pt x="158" y="15"/>
                  <a:pt x="158" y="15"/>
                  <a:pt x="158" y="15"/>
                </a:cubicBezTo>
                <a:cubicBezTo>
                  <a:pt x="158" y="15"/>
                  <a:pt x="158" y="14"/>
                  <a:pt x="159" y="14"/>
                </a:cubicBezTo>
                <a:cubicBezTo>
                  <a:pt x="159" y="13"/>
                  <a:pt x="159" y="12"/>
                  <a:pt x="160" y="12"/>
                </a:cubicBezTo>
                <a:cubicBezTo>
                  <a:pt x="160" y="11"/>
                  <a:pt x="160" y="11"/>
                  <a:pt x="160" y="10"/>
                </a:cubicBezTo>
                <a:cubicBezTo>
                  <a:pt x="160" y="9"/>
                  <a:pt x="160" y="8"/>
                  <a:pt x="160" y="8"/>
                </a:cubicBezTo>
                <a:lnTo>
                  <a:pt x="160" y="7"/>
                </a:lnTo>
                <a:cubicBezTo>
                  <a:pt x="160" y="7"/>
                  <a:pt x="160" y="6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6"/>
                  <a:pt x="162" y="6"/>
                  <a:pt x="162" y="6"/>
                </a:cubicBezTo>
                <a:cubicBezTo>
                  <a:pt x="163" y="5"/>
                  <a:pt x="164" y="5"/>
                  <a:pt x="164" y="5"/>
                </a:cubicBezTo>
                <a:cubicBezTo>
                  <a:pt x="164" y="5"/>
                  <a:pt x="165" y="5"/>
                  <a:pt x="165" y="5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7"/>
                  <a:pt x="164" y="7"/>
                  <a:pt x="164" y="7"/>
                </a:cubicBezTo>
                <a:cubicBezTo>
                  <a:pt x="164" y="7"/>
                  <a:pt x="164" y="7"/>
                  <a:pt x="164" y="7"/>
                </a:cubicBezTo>
                <a:cubicBezTo>
                  <a:pt x="163" y="7"/>
                  <a:pt x="163" y="7"/>
                  <a:pt x="163" y="7"/>
                </a:cubicBezTo>
                <a:cubicBezTo>
                  <a:pt x="162" y="7"/>
                  <a:pt x="162" y="7"/>
                  <a:pt x="161" y="8"/>
                </a:cubicBezTo>
                <a:cubicBezTo>
                  <a:pt x="161" y="8"/>
                  <a:pt x="161" y="9"/>
                  <a:pt x="161" y="9"/>
                </a:cubicBezTo>
                <a:cubicBezTo>
                  <a:pt x="161" y="9"/>
                  <a:pt x="161" y="9"/>
                  <a:pt x="161" y="9"/>
                </a:cubicBezTo>
                <a:cubicBezTo>
                  <a:pt x="161" y="9"/>
                  <a:pt x="162" y="9"/>
                  <a:pt x="163" y="9"/>
                </a:cubicBezTo>
                <a:cubicBezTo>
                  <a:pt x="163" y="8"/>
                  <a:pt x="164" y="8"/>
                  <a:pt x="165" y="8"/>
                </a:cubicBezTo>
                <a:cubicBezTo>
                  <a:pt x="165" y="8"/>
                  <a:pt x="165" y="8"/>
                  <a:pt x="166" y="8"/>
                </a:cubicBezTo>
                <a:close/>
              </a:path>
              <a:path w="192" h="20">
                <a:moveTo>
                  <a:pt x="28" y="11"/>
                </a:moveTo>
                <a:cubicBezTo>
                  <a:pt x="28" y="11"/>
                  <a:pt x="28" y="11"/>
                  <a:pt x="28" y="11"/>
                </a:cubicBezTo>
                <a:cubicBezTo>
                  <a:pt x="28" y="11"/>
                  <a:pt x="29" y="10"/>
                  <a:pt x="30" y="10"/>
                </a:cubicBezTo>
                <a:cubicBezTo>
                  <a:pt x="30" y="10"/>
                  <a:pt x="30" y="10"/>
                  <a:pt x="30" y="10"/>
                </a:cubicBezTo>
                <a:cubicBezTo>
                  <a:pt x="30" y="10"/>
                  <a:pt x="30" y="9"/>
                  <a:pt x="30" y="9"/>
                </a:cubicBezTo>
                <a:lnTo>
                  <a:pt x="30" y="7"/>
                </a:lnTo>
                <a:cubicBezTo>
                  <a:pt x="30" y="6"/>
                  <a:pt x="30" y="6"/>
                  <a:pt x="30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8" y="6"/>
                  <a:pt x="28" y="6"/>
                  <a:pt x="28" y="6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8"/>
                  <a:pt x="29" y="8"/>
                  <a:pt x="29" y="8"/>
                </a:cubicBezTo>
                <a:cubicBezTo>
                  <a:pt x="29" y="8"/>
                  <a:pt x="29" y="8"/>
                  <a:pt x="29" y="9"/>
                </a:cubicBez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28" y="9"/>
                  <a:pt x="28" y="9"/>
                </a:cubicBezTo>
                <a:cubicBezTo>
                  <a:pt x="28" y="9"/>
                  <a:pt x="28" y="9"/>
                  <a:pt x="28" y="10"/>
                </a:cubicBezTo>
                <a:cubicBezTo>
                  <a:pt x="28" y="10"/>
                  <a:pt x="28" y="10"/>
                  <a:pt x="28" y="10"/>
                </a:cubicBezTo>
                <a:cubicBezTo>
                  <a:pt x="28" y="10"/>
                  <a:pt x="28" y="11"/>
                  <a:pt x="28" y="11"/>
                </a:cubicBezTo>
                <a:cubicBezTo>
                  <a:pt x="28" y="11"/>
                  <a:pt x="28" y="11"/>
                  <a:pt x="28" y="11"/>
                </a:cubicBezTo>
                <a:close/>
              </a:path>
              <a:path w="192" h="20">
                <a:moveTo>
                  <a:pt x="53" y="8"/>
                </a:moveTo>
                <a:cubicBezTo>
                  <a:pt x="53" y="7"/>
                  <a:pt x="53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8"/>
                </a:cubicBezTo>
                <a:cubicBezTo>
                  <a:pt x="51" y="8"/>
                  <a:pt x="51" y="9"/>
                  <a:pt x="51" y="9"/>
                </a:cubicBezTo>
                <a:cubicBezTo>
                  <a:pt x="51" y="9"/>
                  <a:pt x="52" y="9"/>
                  <a:pt x="52" y="9"/>
                </a:cubicBezTo>
                <a:cubicBezTo>
                  <a:pt x="52" y="9"/>
                  <a:pt x="52" y="9"/>
                  <a:pt x="52" y="9"/>
                </a:cubicBezTo>
                <a:cubicBezTo>
                  <a:pt x="53" y="8"/>
                  <a:pt x="53" y="8"/>
                  <a:pt x="53" y="8"/>
                </a:cubicBezTo>
                <a:close/>
              </a:path>
              <a:path w="192" h="20">
                <a:moveTo>
                  <a:pt x="50" y="8"/>
                </a:moveTo>
                <a:cubicBezTo>
                  <a:pt x="50" y="8"/>
                  <a:pt x="50" y="8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8"/>
                  <a:pt x="50" y="8"/>
                </a:cubicBezTo>
                <a:cubicBezTo>
                  <a:pt x="50" y="8"/>
                  <a:pt x="50" y="8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8"/>
                  <a:pt x="50" y="8"/>
                  <a:pt x="50" y="8"/>
                </a:cubicBezTo>
                <a:close/>
              </a:path>
              <a:path w="192" h="20">
                <a:moveTo>
                  <a:pt x="49" y="9"/>
                </a:moveTo>
                <a:cubicBezTo>
                  <a:pt x="49" y="9"/>
                  <a:pt x="49" y="9"/>
                  <a:pt x="49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9"/>
                  <a:pt x="48" y="9"/>
                  <a:pt x="48" y="9"/>
                </a:cubicBezTo>
                <a:cubicBezTo>
                  <a:pt x="48" y="9"/>
                  <a:pt x="48" y="9"/>
                  <a:pt x="48" y="9"/>
                </a:cubicBezTo>
                <a:cubicBezTo>
                  <a:pt x="49" y="9"/>
                  <a:pt x="49" y="9"/>
                  <a:pt x="49" y="9"/>
                </a:cubicBezTo>
                <a:close/>
              </a:path>
              <a:path w="192" h="20">
                <a:moveTo>
                  <a:pt x="51" y="13"/>
                </a:moveTo>
                <a:cubicBezTo>
                  <a:pt x="51" y="13"/>
                  <a:pt x="51" y="13"/>
                  <a:pt x="51" y="13"/>
                </a:cubicBezTo>
                <a:cubicBezTo>
                  <a:pt x="51" y="13"/>
                  <a:pt x="52" y="13"/>
                  <a:pt x="52" y="13"/>
                </a:cubicBezTo>
                <a:cubicBezTo>
                  <a:pt x="52" y="13"/>
                  <a:pt x="52" y="12"/>
                  <a:pt x="52" y="12"/>
                </a:cubicBezTo>
                <a:cubicBezTo>
                  <a:pt x="52" y="12"/>
                  <a:pt x="52" y="12"/>
                  <a:pt x="51" y="12"/>
                </a:cubicBezTo>
                <a:cubicBezTo>
                  <a:pt x="51" y="12"/>
                  <a:pt x="51" y="12"/>
                  <a:pt x="51" y="12"/>
                </a:cubicBezTo>
                <a:cubicBezTo>
                  <a:pt x="51" y="12"/>
                  <a:pt x="51" y="12"/>
                  <a:pt x="50" y="12"/>
                </a:cubicBezTo>
                <a:cubicBezTo>
                  <a:pt x="50" y="12"/>
                  <a:pt x="50" y="12"/>
                  <a:pt x="50" y="12"/>
                </a:cubicBezTo>
                <a:cubicBezTo>
                  <a:pt x="50" y="12"/>
                  <a:pt x="50" y="12"/>
                  <a:pt x="50" y="13"/>
                </a:cubicBezTo>
                <a:cubicBezTo>
                  <a:pt x="50" y="13"/>
                  <a:pt x="50" y="13"/>
                  <a:pt x="51" y="13"/>
                </a:cubicBezTo>
                <a:close/>
              </a:path>
              <a:path w="192" h="20">
                <a:moveTo>
                  <a:pt x="51" y="15"/>
                </a:moveTo>
                <a:cubicBezTo>
                  <a:pt x="52" y="15"/>
                  <a:pt x="52" y="15"/>
                  <a:pt x="52" y="15"/>
                </a:cubicBezTo>
                <a:cubicBezTo>
                  <a:pt x="53" y="15"/>
                  <a:pt x="53" y="15"/>
                  <a:pt x="53" y="14"/>
                </a:cubicBezTo>
                <a:cubicBezTo>
                  <a:pt x="53" y="14"/>
                  <a:pt x="53" y="14"/>
                  <a:pt x="53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1" y="14"/>
                  <a:pt x="51" y="14"/>
                </a:cubicBezTo>
                <a:cubicBezTo>
                  <a:pt x="51" y="14"/>
                  <a:pt x="51" y="14"/>
                  <a:pt x="51" y="14"/>
                </a:cubicBezTo>
                <a:lnTo>
                  <a:pt x="50" y="14"/>
                </a:lnTo>
                <a:cubicBezTo>
                  <a:pt x="50" y="14"/>
                  <a:pt x="50" y="14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3"/>
                </a:cubicBezTo>
                <a:cubicBezTo>
                  <a:pt x="49" y="13"/>
                  <a:pt x="49" y="13"/>
                  <a:pt x="49" y="13"/>
                </a:cubicBezTo>
                <a:cubicBezTo>
                  <a:pt x="49" y="14"/>
                  <a:pt x="49" y="14"/>
                  <a:pt x="49" y="15"/>
                </a:cubicBezTo>
                <a:cubicBezTo>
                  <a:pt x="50" y="15"/>
                  <a:pt x="50" y="15"/>
                  <a:pt x="51" y="15"/>
                </a:cubicBezTo>
                <a:close/>
              </a:path>
              <a:path w="192" h="20">
                <a:moveTo>
                  <a:pt x="68" y="8"/>
                </a:moveTo>
                <a:cubicBezTo>
                  <a:pt x="68" y="8"/>
                  <a:pt x="69" y="8"/>
                  <a:pt x="69" y="8"/>
                </a:cubicBezTo>
                <a:cubicBezTo>
                  <a:pt x="69" y="8"/>
                  <a:pt x="69" y="7"/>
                  <a:pt x="69" y="7"/>
                </a:cubicBezTo>
                <a:cubicBezTo>
                  <a:pt x="69" y="7"/>
                  <a:pt x="69" y="6"/>
                  <a:pt x="69" y="6"/>
                </a:cubicBezTo>
                <a:cubicBezTo>
                  <a:pt x="69" y="6"/>
                  <a:pt x="69" y="5"/>
                  <a:pt x="69" y="5"/>
                </a:cubicBezTo>
                <a:cubicBezTo>
                  <a:pt x="68" y="5"/>
                  <a:pt x="68" y="5"/>
                  <a:pt x="68" y="5"/>
                </a:cubicBezTo>
                <a:cubicBezTo>
                  <a:pt x="68" y="5"/>
                  <a:pt x="67" y="5"/>
                  <a:pt x="67" y="5"/>
                </a:cubicBezTo>
                <a:cubicBezTo>
                  <a:pt x="67" y="5"/>
                  <a:pt x="67" y="5"/>
                  <a:pt x="66" y="5"/>
                </a:cubicBezTo>
                <a:cubicBezTo>
                  <a:pt x="66" y="6"/>
                  <a:pt x="66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7"/>
                  <a:pt x="65" y="7"/>
                  <a:pt x="65" y="8"/>
                </a:cubicBezTo>
                <a:cubicBezTo>
                  <a:pt x="65" y="8"/>
                  <a:pt x="65" y="8"/>
                  <a:pt x="65" y="8"/>
                </a:cubicBezTo>
                <a:cubicBezTo>
                  <a:pt x="66" y="8"/>
                  <a:pt x="66" y="8"/>
                  <a:pt x="66" y="8"/>
                </a:cubicBezTo>
                <a:cubicBezTo>
                  <a:pt x="67" y="7"/>
                  <a:pt x="68" y="7"/>
                  <a:pt x="68" y="7"/>
                </a:cubicBezTo>
                <a:cubicBezTo>
                  <a:pt x="68" y="7"/>
                  <a:pt x="68" y="7"/>
                  <a:pt x="68" y="8"/>
                </a:cubicBezTo>
                <a:cubicBezTo>
                  <a:pt x="68" y="8"/>
                  <a:pt x="68" y="8"/>
                  <a:pt x="68" y="8"/>
                </a:cubicBezTo>
                <a:close/>
                <a:moveTo>
                  <a:pt x="68" y="6"/>
                </a:moveTo>
                <a:cubicBezTo>
                  <a:pt x="68" y="6"/>
                  <a:pt x="68" y="6"/>
                  <a:pt x="68" y="6"/>
                </a:cubicBezTo>
                <a:cubicBezTo>
                  <a:pt x="68" y="7"/>
                  <a:pt x="68" y="7"/>
                  <a:pt x="67" y="7"/>
                </a:cubicBezTo>
                <a:cubicBezTo>
                  <a:pt x="67" y="7"/>
                  <a:pt x="66" y="7"/>
                  <a:pt x="66" y="7"/>
                </a:cubicBezTo>
                <a:cubicBezTo>
                  <a:pt x="66" y="7"/>
                  <a:pt x="66" y="7"/>
                  <a:pt x="66" y="7"/>
                </a:cubicBezTo>
                <a:cubicBezTo>
                  <a:pt x="65" y="7"/>
                  <a:pt x="65" y="7"/>
                  <a:pt x="65" y="6"/>
                </a:cubicBezTo>
                <a:cubicBezTo>
                  <a:pt x="65" y="6"/>
                  <a:pt x="66" y="6"/>
                  <a:pt x="66" y="6"/>
                </a:cubicBezTo>
                <a:cubicBezTo>
                  <a:pt x="66" y="6"/>
                  <a:pt x="67" y="6"/>
                  <a:pt x="67" y="6"/>
                </a:cubicBezTo>
                <a:cubicBezTo>
                  <a:pt x="67" y="6"/>
                  <a:pt x="67" y="6"/>
                  <a:pt x="68" y="6"/>
                </a:cubicBezTo>
                <a:close/>
              </a:path>
              <a:path w="192" h="20">
                <a:moveTo>
                  <a:pt x="127" y="7"/>
                </a:moveTo>
                <a:cubicBezTo>
                  <a:pt x="127" y="7"/>
                  <a:pt x="127" y="7"/>
                  <a:pt x="127" y="7"/>
                </a:cubicBezTo>
                <a:cubicBezTo>
                  <a:pt x="127" y="7"/>
                  <a:pt x="127" y="7"/>
                  <a:pt x="127" y="6"/>
                </a:cubicBezTo>
                <a:cubicBezTo>
                  <a:pt x="127" y="6"/>
                  <a:pt x="127" y="5"/>
                  <a:pt x="127" y="5"/>
                </a:cubicBezTo>
                <a:cubicBezTo>
                  <a:pt x="127" y="4"/>
                  <a:pt x="127" y="4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6" y="3"/>
                  <a:pt x="126" y="3"/>
                </a:cubicBezTo>
                <a:cubicBezTo>
                  <a:pt x="125" y="3"/>
                  <a:pt x="125" y="3"/>
                  <a:pt x="125" y="4"/>
                </a:cubicBezTo>
                <a:cubicBezTo>
                  <a:pt x="125" y="4"/>
                  <a:pt x="125" y="4"/>
                  <a:pt x="125" y="4"/>
                </a:cubicBezTo>
                <a:cubicBezTo>
                  <a:pt x="125" y="4"/>
                  <a:pt x="125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5"/>
                  <a:pt x="126" y="5"/>
                  <a:pt x="126" y="5"/>
                </a:cubicBezTo>
                <a:cubicBezTo>
                  <a:pt x="125" y="5"/>
                  <a:pt x="125" y="5"/>
                  <a:pt x="125" y="5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7" y="7"/>
                </a:cubicBezTo>
                <a:cubicBezTo>
                  <a:pt x="127" y="7"/>
                  <a:pt x="127" y="7"/>
                  <a:pt x="127" y="7"/>
                </a:cubicBezTo>
                <a:close/>
              </a:path>
              <a:path w="192" h="20">
                <a:moveTo>
                  <a:pt x="125" y="13"/>
                </a:moveTo>
                <a:cubicBezTo>
                  <a:pt x="125" y="13"/>
                  <a:pt x="125" y="13"/>
                  <a:pt x="125" y="13"/>
                </a:cubicBezTo>
                <a:cubicBezTo>
                  <a:pt x="125" y="13"/>
                  <a:pt x="125" y="12"/>
                  <a:pt x="125" y="12"/>
                </a:cubicBezTo>
                <a:cubicBezTo>
                  <a:pt x="126" y="12"/>
                  <a:pt x="126" y="11"/>
                  <a:pt x="126" y="11"/>
                </a:cubicBezTo>
                <a:cubicBezTo>
                  <a:pt x="126" y="11"/>
                  <a:pt x="125" y="11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4" y="10"/>
                  <a:pt x="124" y="10"/>
                  <a:pt x="124" y="11"/>
                </a:cubicBezTo>
                <a:cubicBezTo>
                  <a:pt x="124" y="11"/>
                  <a:pt x="124" y="11"/>
                  <a:pt x="124" y="11"/>
                </a:cubicBezTo>
                <a:cubicBezTo>
                  <a:pt x="124" y="12"/>
                  <a:pt x="124" y="12"/>
                  <a:pt x="124" y="12"/>
                </a:cubicBezTo>
                <a:cubicBezTo>
                  <a:pt x="125" y="12"/>
                  <a:pt x="125" y="12"/>
                  <a:pt x="125" y="12"/>
                </a:cubicBezTo>
                <a:cubicBezTo>
                  <a:pt x="125" y="13"/>
                  <a:pt x="125" y="13"/>
                  <a:pt x="125" y="13"/>
                </a:cubicBezTo>
                <a:close/>
              </a:path>
              <a:path w="192" h="20">
                <a:moveTo>
                  <a:pt x="156" y="13"/>
                </a:moveTo>
                <a:cubicBezTo>
                  <a:pt x="156" y="13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5" y="12"/>
                </a:cubicBezTo>
                <a:cubicBezTo>
                  <a:pt x="155" y="12"/>
                  <a:pt x="155" y="12"/>
                  <a:pt x="155" y="12"/>
                </a:cubicBezTo>
                <a:cubicBezTo>
                  <a:pt x="155" y="12"/>
                  <a:pt x="155" y="12"/>
                  <a:pt x="155" y="13"/>
                </a:cubicBezTo>
                <a:cubicBezTo>
                  <a:pt x="155" y="13"/>
                  <a:pt x="155" y="13"/>
                  <a:pt x="155" y="13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3"/>
                  <a:pt x="156" y="13"/>
                  <a:pt x="156" y="13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8" name="Rectangle 13"/>
          <p:cNvSpPr>
            <a:spLocks noGrp="1"/>
          </p:cNvSpPr>
          <p:nvPr/>
        </p:nvSpPr>
        <p:spPr>
          <a:xfrm>
            <a:off x="9972040" y="260350"/>
            <a:ext cx="182880" cy="6350"/>
          </a:xfrm>
          <a:prstGeom prst="rect">
            <a:avLst/>
          </a:prstGeom>
          <a:solidFill>
            <a:srgbClr val="005A9F"/>
          </a:solidFill>
          <a:ln>
            <a:noFill/>
          </a:ln>
        </p:spPr>
      </p:sp>
      <p:sp>
        <p:nvSpPr>
          <p:cNvPr id="19" name="Freeform 14"/>
          <p:cNvSpPr>
            <a:spLocks noGrp="1"/>
          </p:cNvSpPr>
          <p:nvPr/>
        </p:nvSpPr>
        <p:spPr>
          <a:xfrm>
            <a:off x="9881870" y="177800"/>
            <a:ext cx="358140" cy="91440"/>
          </a:xfrm>
          <a:custGeom>
            <a:avLst/>
            <a:gdLst/>
            <a:ahLst/>
            <a:cxnLst/>
            <a:rect l="l" t="t" r="r" b="b"/>
            <a:pathLst>
              <a:path w="232" h="59">
                <a:moveTo>
                  <a:pt x="7" y="34"/>
                </a:moveTo>
                <a:lnTo>
                  <a:pt x="2" y="31"/>
                </a:lnTo>
                <a:lnTo>
                  <a:pt x="1" y="31"/>
                </a:lnTo>
                <a:lnTo>
                  <a:pt x="1" y="30"/>
                </a:lnTo>
                <a:lnTo>
                  <a:pt x="2" y="30"/>
                </a:lnTo>
                <a:lnTo>
                  <a:pt x="3" y="30"/>
                </a:lnTo>
                <a:lnTo>
                  <a:pt x="3" y="29"/>
                </a:lnTo>
                <a:lnTo>
                  <a:pt x="4" y="29"/>
                </a:lnTo>
                <a:lnTo>
                  <a:pt x="5" y="30"/>
                </a:lnTo>
                <a:lnTo>
                  <a:pt x="6" y="30"/>
                </a:lnTo>
                <a:lnTo>
                  <a:pt x="7" y="31"/>
                </a:lnTo>
                <a:lnTo>
                  <a:pt x="7" y="32"/>
                </a:lnTo>
                <a:lnTo>
                  <a:pt x="8" y="34"/>
                </a:lnTo>
                <a:lnTo>
                  <a:pt x="9" y="33"/>
                </a:lnTo>
                <a:lnTo>
                  <a:pt x="9" y="28"/>
                </a:lnTo>
                <a:lnTo>
                  <a:pt x="9" y="27"/>
                </a:lnTo>
                <a:lnTo>
                  <a:pt x="9" y="26"/>
                </a:lnTo>
                <a:lnTo>
                  <a:pt x="10" y="26"/>
                </a:lnTo>
                <a:lnTo>
                  <a:pt x="11" y="26"/>
                </a:lnTo>
                <a:lnTo>
                  <a:pt x="12" y="26"/>
                </a:lnTo>
                <a:lnTo>
                  <a:pt x="13" y="26"/>
                </a:lnTo>
                <a:lnTo>
                  <a:pt x="14" y="27"/>
                </a:lnTo>
                <a:lnTo>
                  <a:pt x="14" y="28"/>
                </a:lnTo>
                <a:lnTo>
                  <a:pt x="15" y="28"/>
                </a:lnTo>
                <a:lnTo>
                  <a:pt x="15" y="29"/>
                </a:lnTo>
                <a:lnTo>
                  <a:pt x="14" y="29"/>
                </a:lnTo>
                <a:lnTo>
                  <a:pt x="12" y="32"/>
                </a:lnTo>
                <a:lnTo>
                  <a:pt x="12" y="33"/>
                </a:lnTo>
                <a:lnTo>
                  <a:pt x="11" y="33"/>
                </a:lnTo>
                <a:lnTo>
                  <a:pt x="11" y="34"/>
                </a:lnTo>
                <a:lnTo>
                  <a:pt x="11" y="35"/>
                </a:lnTo>
                <a:lnTo>
                  <a:pt x="11" y="37"/>
                </a:lnTo>
                <a:lnTo>
                  <a:pt x="13" y="37"/>
                </a:lnTo>
                <a:lnTo>
                  <a:pt x="14" y="36"/>
                </a:lnTo>
                <a:lnTo>
                  <a:pt x="14" y="35"/>
                </a:lnTo>
                <a:lnTo>
                  <a:pt x="14" y="34"/>
                </a:lnTo>
                <a:lnTo>
                  <a:pt x="14" y="33"/>
                </a:lnTo>
                <a:lnTo>
                  <a:pt x="13" y="33"/>
                </a:lnTo>
                <a:lnTo>
                  <a:pt x="13" y="32"/>
                </a:lnTo>
                <a:lnTo>
                  <a:pt x="14" y="32"/>
                </a:lnTo>
                <a:lnTo>
                  <a:pt x="16" y="32"/>
                </a:lnTo>
                <a:lnTo>
                  <a:pt x="17" y="32"/>
                </a:lnTo>
                <a:lnTo>
                  <a:pt x="18" y="32"/>
                </a:lnTo>
                <a:lnTo>
                  <a:pt x="18" y="33"/>
                </a:lnTo>
                <a:lnTo>
                  <a:pt x="18" y="34"/>
                </a:lnTo>
                <a:lnTo>
                  <a:pt x="17" y="34"/>
                </a:lnTo>
                <a:lnTo>
                  <a:pt x="17" y="35"/>
                </a:lnTo>
                <a:lnTo>
                  <a:pt x="17" y="36"/>
                </a:lnTo>
                <a:lnTo>
                  <a:pt x="16" y="36"/>
                </a:lnTo>
                <a:lnTo>
                  <a:pt x="16" y="38"/>
                </a:lnTo>
                <a:lnTo>
                  <a:pt x="17" y="38"/>
                </a:lnTo>
                <a:lnTo>
                  <a:pt x="19" y="35"/>
                </a:lnTo>
                <a:lnTo>
                  <a:pt x="19" y="34"/>
                </a:lnTo>
                <a:lnTo>
                  <a:pt x="20" y="34"/>
                </a:lnTo>
                <a:lnTo>
                  <a:pt x="21" y="34"/>
                </a:lnTo>
                <a:lnTo>
                  <a:pt x="22" y="34"/>
                </a:lnTo>
                <a:lnTo>
                  <a:pt x="22" y="35"/>
                </a:lnTo>
                <a:lnTo>
                  <a:pt x="23" y="35"/>
                </a:lnTo>
                <a:lnTo>
                  <a:pt x="23" y="36"/>
                </a:lnTo>
                <a:lnTo>
                  <a:pt x="22" y="36"/>
                </a:lnTo>
                <a:lnTo>
                  <a:pt x="19" y="42"/>
                </a:lnTo>
                <a:lnTo>
                  <a:pt x="18" y="42"/>
                </a:lnTo>
                <a:lnTo>
                  <a:pt x="18" y="43"/>
                </a:lnTo>
                <a:lnTo>
                  <a:pt x="19" y="43"/>
                </a:lnTo>
                <a:lnTo>
                  <a:pt x="20" y="43"/>
                </a:lnTo>
                <a:lnTo>
                  <a:pt x="22" y="43"/>
                </a:lnTo>
                <a:lnTo>
                  <a:pt x="23" y="43"/>
                </a:lnTo>
                <a:lnTo>
                  <a:pt x="23" y="44"/>
                </a:lnTo>
                <a:lnTo>
                  <a:pt x="20" y="48"/>
                </a:lnTo>
                <a:lnTo>
                  <a:pt x="24" y="54"/>
                </a:lnTo>
                <a:lnTo>
                  <a:pt x="24" y="56"/>
                </a:lnTo>
                <a:lnTo>
                  <a:pt x="25" y="57"/>
                </a:lnTo>
                <a:lnTo>
                  <a:pt x="25" y="58"/>
                </a:lnTo>
                <a:lnTo>
                  <a:pt x="25" y="59"/>
                </a:lnTo>
                <a:lnTo>
                  <a:pt x="24" y="59"/>
                </a:lnTo>
                <a:lnTo>
                  <a:pt x="23" y="59"/>
                </a:lnTo>
                <a:lnTo>
                  <a:pt x="22" y="59"/>
                </a:lnTo>
                <a:lnTo>
                  <a:pt x="22" y="58"/>
                </a:lnTo>
                <a:lnTo>
                  <a:pt x="17" y="51"/>
                </a:lnTo>
                <a:lnTo>
                  <a:pt x="13" y="57"/>
                </a:lnTo>
                <a:lnTo>
                  <a:pt x="12" y="58"/>
                </a:lnTo>
                <a:lnTo>
                  <a:pt x="11" y="58"/>
                </a:lnTo>
                <a:lnTo>
                  <a:pt x="10" y="58"/>
                </a:lnTo>
                <a:lnTo>
                  <a:pt x="10" y="57"/>
                </a:lnTo>
                <a:lnTo>
                  <a:pt x="12" y="52"/>
                </a:lnTo>
                <a:lnTo>
                  <a:pt x="14" y="47"/>
                </a:lnTo>
                <a:lnTo>
                  <a:pt x="14" y="46"/>
                </a:lnTo>
                <a:lnTo>
                  <a:pt x="13" y="46"/>
                </a:lnTo>
                <a:lnTo>
                  <a:pt x="8" y="53"/>
                </a:lnTo>
                <a:lnTo>
                  <a:pt x="7" y="54"/>
                </a:lnTo>
                <a:lnTo>
                  <a:pt x="7" y="55"/>
                </a:lnTo>
                <a:lnTo>
                  <a:pt x="6" y="55"/>
                </a:lnTo>
                <a:lnTo>
                  <a:pt x="5" y="56"/>
                </a:lnTo>
                <a:lnTo>
                  <a:pt x="3" y="56"/>
                </a:lnTo>
                <a:lnTo>
                  <a:pt x="2" y="55"/>
                </a:lnTo>
                <a:lnTo>
                  <a:pt x="12" y="44"/>
                </a:lnTo>
                <a:lnTo>
                  <a:pt x="11" y="42"/>
                </a:lnTo>
                <a:lnTo>
                  <a:pt x="11" y="43"/>
                </a:lnTo>
                <a:lnTo>
                  <a:pt x="10" y="43"/>
                </a:lnTo>
                <a:lnTo>
                  <a:pt x="10" y="44"/>
                </a:lnTo>
                <a:lnTo>
                  <a:pt x="10" y="45"/>
                </a:lnTo>
                <a:lnTo>
                  <a:pt x="10" y="46"/>
                </a:lnTo>
                <a:lnTo>
                  <a:pt x="9" y="47"/>
                </a:lnTo>
                <a:lnTo>
                  <a:pt x="5" y="46"/>
                </a:lnTo>
                <a:lnTo>
                  <a:pt x="5" y="45"/>
                </a:lnTo>
                <a:lnTo>
                  <a:pt x="5" y="44"/>
                </a:lnTo>
                <a:lnTo>
                  <a:pt x="3" y="43"/>
                </a:lnTo>
                <a:lnTo>
                  <a:pt x="3" y="42"/>
                </a:lnTo>
                <a:lnTo>
                  <a:pt x="4" y="42"/>
                </a:lnTo>
                <a:lnTo>
                  <a:pt x="7" y="42"/>
                </a:lnTo>
                <a:lnTo>
                  <a:pt x="8" y="42"/>
                </a:lnTo>
                <a:lnTo>
                  <a:pt x="8" y="41"/>
                </a:lnTo>
                <a:lnTo>
                  <a:pt x="9" y="41"/>
                </a:lnTo>
                <a:lnTo>
                  <a:pt x="10" y="41"/>
                </a:lnTo>
                <a:lnTo>
                  <a:pt x="10" y="40"/>
                </a:lnTo>
                <a:lnTo>
                  <a:pt x="8" y="39"/>
                </a:lnTo>
                <a:lnTo>
                  <a:pt x="8" y="38"/>
                </a:lnTo>
                <a:lnTo>
                  <a:pt x="8" y="37"/>
                </a:lnTo>
                <a:lnTo>
                  <a:pt x="9" y="37"/>
                </a:lnTo>
                <a:lnTo>
                  <a:pt x="10" y="37"/>
                </a:lnTo>
                <a:lnTo>
                  <a:pt x="10" y="36"/>
                </a:lnTo>
                <a:lnTo>
                  <a:pt x="10" y="35"/>
                </a:lnTo>
                <a:lnTo>
                  <a:pt x="9" y="35"/>
                </a:lnTo>
                <a:lnTo>
                  <a:pt x="5" y="39"/>
                </a:lnTo>
                <a:lnTo>
                  <a:pt x="4" y="40"/>
                </a:lnTo>
                <a:lnTo>
                  <a:pt x="3" y="40"/>
                </a:lnTo>
                <a:lnTo>
                  <a:pt x="2" y="40"/>
                </a:lnTo>
                <a:lnTo>
                  <a:pt x="1" y="40"/>
                </a:lnTo>
                <a:lnTo>
                  <a:pt x="0" y="40"/>
                </a:lnTo>
                <a:lnTo>
                  <a:pt x="0" y="39"/>
                </a:lnTo>
                <a:lnTo>
                  <a:pt x="1" y="38"/>
                </a:lnTo>
                <a:lnTo>
                  <a:pt x="7" y="34"/>
                </a:lnTo>
                <a:close/>
                <a:moveTo>
                  <a:pt x="17" y="45"/>
                </a:moveTo>
                <a:lnTo>
                  <a:pt x="17" y="45"/>
                </a:lnTo>
                <a:lnTo>
                  <a:pt x="18" y="45"/>
                </a:lnTo>
                <a:lnTo>
                  <a:pt x="18" y="46"/>
                </a:lnTo>
                <a:lnTo>
                  <a:pt x="19" y="46"/>
                </a:lnTo>
                <a:lnTo>
                  <a:pt x="19" y="45"/>
                </a:lnTo>
                <a:lnTo>
                  <a:pt x="18" y="44"/>
                </a:lnTo>
                <a:lnTo>
                  <a:pt x="17" y="44"/>
                </a:lnTo>
                <a:lnTo>
                  <a:pt x="17" y="45"/>
                </a:lnTo>
                <a:close/>
                <a:moveTo>
                  <a:pt x="16" y="42"/>
                </a:moveTo>
                <a:lnTo>
                  <a:pt x="18" y="39"/>
                </a:lnTo>
                <a:lnTo>
                  <a:pt x="19" y="39"/>
                </a:lnTo>
                <a:lnTo>
                  <a:pt x="17" y="42"/>
                </a:lnTo>
                <a:lnTo>
                  <a:pt x="17" y="43"/>
                </a:lnTo>
                <a:lnTo>
                  <a:pt x="16" y="43"/>
                </a:lnTo>
                <a:lnTo>
                  <a:pt x="16" y="42"/>
                </a:lnTo>
                <a:close/>
                <a:moveTo>
                  <a:pt x="13" y="38"/>
                </a:moveTo>
                <a:lnTo>
                  <a:pt x="15" y="41"/>
                </a:lnTo>
                <a:lnTo>
                  <a:pt x="15" y="40"/>
                </a:lnTo>
                <a:lnTo>
                  <a:pt x="16" y="40"/>
                </a:lnTo>
                <a:lnTo>
                  <a:pt x="16" y="39"/>
                </a:lnTo>
                <a:lnTo>
                  <a:pt x="15" y="39"/>
                </a:lnTo>
                <a:lnTo>
                  <a:pt x="15" y="38"/>
                </a:lnTo>
                <a:lnTo>
                  <a:pt x="15" y="37"/>
                </a:lnTo>
                <a:lnTo>
                  <a:pt x="14" y="37"/>
                </a:lnTo>
                <a:lnTo>
                  <a:pt x="13" y="38"/>
                </a:lnTo>
                <a:close/>
                <a:moveTo>
                  <a:pt x="11" y="29"/>
                </a:moveTo>
                <a:lnTo>
                  <a:pt x="11" y="29"/>
                </a:lnTo>
                <a:lnTo>
                  <a:pt x="11" y="28"/>
                </a:lnTo>
                <a:lnTo>
                  <a:pt x="12" y="28"/>
                </a:lnTo>
                <a:lnTo>
                  <a:pt x="12" y="29"/>
                </a:lnTo>
                <a:lnTo>
                  <a:pt x="12" y="30"/>
                </a:lnTo>
                <a:lnTo>
                  <a:pt x="12" y="31"/>
                </a:lnTo>
                <a:lnTo>
                  <a:pt x="11" y="31"/>
                </a:lnTo>
                <a:lnTo>
                  <a:pt x="11" y="30"/>
                </a:lnTo>
                <a:lnTo>
                  <a:pt x="11" y="29"/>
                </a:lnTo>
                <a:close/>
                <a:moveTo>
                  <a:pt x="15" y="48"/>
                </a:moveTo>
                <a:lnTo>
                  <a:pt x="16" y="49"/>
                </a:lnTo>
                <a:lnTo>
                  <a:pt x="13" y="53"/>
                </a:lnTo>
                <a:lnTo>
                  <a:pt x="12" y="53"/>
                </a:lnTo>
                <a:lnTo>
                  <a:pt x="15" y="48"/>
                </a:lnTo>
                <a:close/>
              </a:path>
              <a:path w="232" h="59">
                <a:moveTo>
                  <a:pt x="204" y="57"/>
                </a:moveTo>
                <a:cubicBezTo>
                  <a:pt x="202" y="54"/>
                  <a:pt x="202" y="53"/>
                  <a:pt x="201" y="52"/>
                </a:cubicBezTo>
                <a:cubicBezTo>
                  <a:pt x="201" y="52"/>
                  <a:pt x="201" y="52"/>
                  <a:pt x="201" y="52"/>
                </a:cubicBezTo>
                <a:cubicBezTo>
                  <a:pt x="203" y="53"/>
                  <a:pt x="204" y="54"/>
                  <a:pt x="206" y="52"/>
                </a:cubicBezTo>
                <a:cubicBezTo>
                  <a:pt x="208" y="50"/>
                  <a:pt x="209" y="48"/>
                  <a:pt x="210" y="46"/>
                </a:cubicBezTo>
                <a:cubicBezTo>
                  <a:pt x="210" y="45"/>
                  <a:pt x="210" y="45"/>
                  <a:pt x="210" y="45"/>
                </a:cubicBezTo>
                <a:cubicBezTo>
                  <a:pt x="207" y="45"/>
                  <a:pt x="204" y="46"/>
                  <a:pt x="200" y="46"/>
                </a:cubicBezTo>
                <a:cubicBezTo>
                  <a:pt x="199" y="45"/>
                  <a:pt x="198" y="43"/>
                  <a:pt x="198" y="42"/>
                </a:cubicBezTo>
                <a:cubicBezTo>
                  <a:pt x="198" y="42"/>
                  <a:pt x="198" y="42"/>
                  <a:pt x="198" y="42"/>
                </a:cubicBezTo>
                <a:cubicBezTo>
                  <a:pt x="203" y="42"/>
                  <a:pt x="208" y="44"/>
                  <a:pt x="213" y="43"/>
                </a:cubicBezTo>
                <a:cubicBezTo>
                  <a:pt x="214" y="43"/>
                  <a:pt x="217" y="41"/>
                  <a:pt x="216" y="41"/>
                </a:cubicBezTo>
                <a:cubicBezTo>
                  <a:pt x="215" y="39"/>
                  <a:pt x="210" y="41"/>
                  <a:pt x="209" y="38"/>
                </a:cubicBezTo>
                <a:cubicBezTo>
                  <a:pt x="209" y="38"/>
                  <a:pt x="209" y="38"/>
                  <a:pt x="209" y="38"/>
                </a:cubicBezTo>
                <a:cubicBezTo>
                  <a:pt x="213" y="38"/>
                  <a:pt x="216" y="39"/>
                  <a:pt x="219" y="39"/>
                </a:cubicBezTo>
                <a:cubicBezTo>
                  <a:pt x="221" y="38"/>
                  <a:pt x="223" y="37"/>
                  <a:pt x="224" y="37"/>
                </a:cubicBezTo>
                <a:cubicBezTo>
                  <a:pt x="225" y="36"/>
                  <a:pt x="225" y="36"/>
                  <a:pt x="226" y="35"/>
                </a:cubicBezTo>
                <a:cubicBezTo>
                  <a:pt x="225" y="34"/>
                  <a:pt x="222" y="33"/>
                  <a:pt x="222" y="34"/>
                </a:cubicBezTo>
                <a:cubicBezTo>
                  <a:pt x="221" y="36"/>
                  <a:pt x="221" y="38"/>
                  <a:pt x="218" y="38"/>
                </a:cubicBezTo>
                <a:cubicBezTo>
                  <a:pt x="216" y="38"/>
                  <a:pt x="216" y="37"/>
                  <a:pt x="215" y="36"/>
                </a:cubicBezTo>
                <a:cubicBezTo>
                  <a:pt x="215" y="33"/>
                  <a:pt x="217" y="33"/>
                  <a:pt x="218" y="32"/>
                </a:cubicBezTo>
                <a:cubicBezTo>
                  <a:pt x="217" y="31"/>
                  <a:pt x="216" y="32"/>
                  <a:pt x="215" y="32"/>
                </a:cubicBezTo>
                <a:cubicBezTo>
                  <a:pt x="215" y="33"/>
                  <a:pt x="215" y="33"/>
                  <a:pt x="214" y="34"/>
                </a:cubicBezTo>
                <a:cubicBezTo>
                  <a:pt x="214" y="35"/>
                  <a:pt x="214" y="36"/>
                  <a:pt x="213" y="36"/>
                </a:cubicBezTo>
                <a:cubicBezTo>
                  <a:pt x="212" y="36"/>
                  <a:pt x="212" y="34"/>
                  <a:pt x="212" y="34"/>
                </a:cubicBezTo>
                <a:cubicBezTo>
                  <a:pt x="211" y="34"/>
                  <a:pt x="211" y="35"/>
                  <a:pt x="210" y="36"/>
                </a:cubicBezTo>
                <a:cubicBezTo>
                  <a:pt x="209" y="36"/>
                  <a:pt x="209" y="36"/>
                  <a:pt x="209" y="35"/>
                </a:cubicBezTo>
                <a:cubicBezTo>
                  <a:pt x="210" y="33"/>
                  <a:pt x="210" y="29"/>
                  <a:pt x="211" y="27"/>
                </a:cubicBezTo>
                <a:cubicBezTo>
                  <a:pt x="212" y="27"/>
                  <a:pt x="211" y="29"/>
                  <a:pt x="212" y="30"/>
                </a:cubicBezTo>
                <a:cubicBezTo>
                  <a:pt x="212" y="30"/>
                  <a:pt x="213" y="30"/>
                  <a:pt x="213" y="30"/>
                </a:cubicBezTo>
                <a:cubicBezTo>
                  <a:pt x="213" y="28"/>
                  <a:pt x="213" y="26"/>
                  <a:pt x="213" y="24"/>
                </a:cubicBezTo>
                <a:cubicBezTo>
                  <a:pt x="213" y="24"/>
                  <a:pt x="213" y="24"/>
                  <a:pt x="213" y="24"/>
                </a:cubicBezTo>
                <a:cubicBezTo>
                  <a:pt x="214" y="23"/>
                  <a:pt x="215" y="26"/>
                  <a:pt x="215" y="27"/>
                </a:cubicBezTo>
                <a:cubicBezTo>
                  <a:pt x="215" y="28"/>
                  <a:pt x="215" y="29"/>
                  <a:pt x="215" y="30"/>
                </a:cubicBezTo>
                <a:cubicBezTo>
                  <a:pt x="216" y="31"/>
                  <a:pt x="217" y="31"/>
                  <a:pt x="218" y="30"/>
                </a:cubicBezTo>
                <a:cubicBezTo>
                  <a:pt x="218" y="29"/>
                  <a:pt x="217" y="28"/>
                  <a:pt x="218" y="27"/>
                </a:cubicBezTo>
                <a:cubicBezTo>
                  <a:pt x="219" y="27"/>
                  <a:pt x="219" y="29"/>
                  <a:pt x="221" y="29"/>
                </a:cubicBezTo>
                <a:cubicBezTo>
                  <a:pt x="221" y="28"/>
                  <a:pt x="222" y="28"/>
                  <a:pt x="223" y="27"/>
                </a:cubicBezTo>
                <a:cubicBezTo>
                  <a:pt x="224" y="28"/>
                  <a:pt x="225" y="30"/>
                  <a:pt x="224" y="31"/>
                </a:cubicBezTo>
                <a:cubicBezTo>
                  <a:pt x="224" y="31"/>
                  <a:pt x="223" y="31"/>
                  <a:pt x="223" y="32"/>
                </a:cubicBezTo>
                <a:cubicBezTo>
                  <a:pt x="224" y="32"/>
                  <a:pt x="228" y="33"/>
                  <a:pt x="229" y="33"/>
                </a:cubicBezTo>
                <a:cubicBezTo>
                  <a:pt x="230" y="33"/>
                  <a:pt x="232" y="37"/>
                  <a:pt x="230" y="39"/>
                </a:cubicBezTo>
                <a:cubicBezTo>
                  <a:pt x="229" y="39"/>
                  <a:pt x="226" y="39"/>
                  <a:pt x="225" y="39"/>
                </a:cubicBezTo>
                <a:cubicBezTo>
                  <a:pt x="223" y="39"/>
                  <a:pt x="223" y="39"/>
                  <a:pt x="222" y="39"/>
                </a:cubicBezTo>
                <a:cubicBezTo>
                  <a:pt x="221" y="40"/>
                  <a:pt x="221" y="40"/>
                  <a:pt x="222" y="42"/>
                </a:cubicBezTo>
                <a:cubicBezTo>
                  <a:pt x="221" y="44"/>
                  <a:pt x="218" y="42"/>
                  <a:pt x="217" y="44"/>
                </a:cubicBezTo>
                <a:cubicBezTo>
                  <a:pt x="218" y="45"/>
                  <a:pt x="220" y="46"/>
                  <a:pt x="219" y="48"/>
                </a:cubicBezTo>
                <a:cubicBezTo>
                  <a:pt x="218" y="49"/>
                  <a:pt x="215" y="49"/>
                  <a:pt x="214" y="48"/>
                </a:cubicBezTo>
                <a:cubicBezTo>
                  <a:pt x="215" y="46"/>
                  <a:pt x="215" y="46"/>
                  <a:pt x="215" y="46"/>
                </a:cubicBezTo>
                <a:cubicBezTo>
                  <a:pt x="215" y="46"/>
                  <a:pt x="215" y="46"/>
                  <a:pt x="214" y="46"/>
                </a:cubicBezTo>
                <a:cubicBezTo>
                  <a:pt x="212" y="46"/>
                  <a:pt x="210" y="51"/>
                  <a:pt x="209" y="53"/>
                </a:cubicBezTo>
                <a:cubicBezTo>
                  <a:pt x="208" y="54"/>
                  <a:pt x="207" y="58"/>
                  <a:pt x="204" y="57"/>
                </a:cubicBezTo>
                <a:close/>
                <a:moveTo>
                  <a:pt x="218" y="36"/>
                </a:moveTo>
                <a:cubicBezTo>
                  <a:pt x="218" y="35"/>
                  <a:pt x="218" y="35"/>
                  <a:pt x="218" y="35"/>
                </a:cubicBezTo>
                <a:cubicBezTo>
                  <a:pt x="218" y="35"/>
                  <a:pt x="219" y="34"/>
                  <a:pt x="219" y="34"/>
                </a:cubicBezTo>
                <a:cubicBezTo>
                  <a:pt x="219" y="35"/>
                  <a:pt x="219" y="35"/>
                  <a:pt x="218" y="36"/>
                </a:cubicBezTo>
                <a:cubicBezTo>
                  <a:pt x="218" y="36"/>
                  <a:pt x="218" y="36"/>
                  <a:pt x="218" y="36"/>
                </a:cubicBezTo>
                <a:close/>
              </a:path>
              <a:path w="232" h="59">
                <a:moveTo>
                  <a:pt x="177" y="37"/>
                </a:moveTo>
                <a:cubicBezTo>
                  <a:pt x="176" y="36"/>
                  <a:pt x="176" y="36"/>
                  <a:pt x="176" y="35"/>
                </a:cubicBezTo>
                <a:cubicBezTo>
                  <a:pt x="177" y="33"/>
                  <a:pt x="177" y="28"/>
                  <a:pt x="178" y="27"/>
                </a:cubicBezTo>
                <a:cubicBezTo>
                  <a:pt x="179" y="27"/>
                  <a:pt x="179" y="27"/>
                  <a:pt x="179" y="27"/>
                </a:cubicBezTo>
                <a:cubicBezTo>
                  <a:pt x="179" y="27"/>
                  <a:pt x="179" y="27"/>
                  <a:pt x="179" y="28"/>
                </a:cubicBezTo>
                <a:cubicBezTo>
                  <a:pt x="179" y="32"/>
                  <a:pt x="180" y="35"/>
                  <a:pt x="183" y="38"/>
                </a:cubicBezTo>
                <a:cubicBezTo>
                  <a:pt x="183" y="38"/>
                  <a:pt x="183" y="38"/>
                  <a:pt x="183" y="38"/>
                </a:cubicBezTo>
                <a:cubicBezTo>
                  <a:pt x="183" y="39"/>
                  <a:pt x="178" y="37"/>
                  <a:pt x="177" y="37"/>
                </a:cubicBezTo>
                <a:close/>
              </a:path>
              <a:path w="232" h="59">
                <a:moveTo>
                  <a:pt x="163" y="29"/>
                </a:moveTo>
                <a:cubicBezTo>
                  <a:pt x="163" y="28"/>
                  <a:pt x="163" y="28"/>
                  <a:pt x="162" y="28"/>
                </a:cubicBezTo>
                <a:cubicBezTo>
                  <a:pt x="162" y="27"/>
                  <a:pt x="162" y="27"/>
                  <a:pt x="162" y="27"/>
                </a:cubicBezTo>
                <a:cubicBezTo>
                  <a:pt x="164" y="28"/>
                  <a:pt x="165" y="28"/>
                  <a:pt x="166" y="28"/>
                </a:cubicBezTo>
                <a:cubicBezTo>
                  <a:pt x="169" y="28"/>
                  <a:pt x="171" y="27"/>
                  <a:pt x="173" y="26"/>
                </a:cubicBezTo>
                <a:cubicBezTo>
                  <a:pt x="172" y="25"/>
                  <a:pt x="170" y="25"/>
                  <a:pt x="169" y="26"/>
                </a:cubicBezTo>
                <a:cubicBezTo>
                  <a:pt x="167" y="25"/>
                  <a:pt x="166" y="21"/>
                  <a:pt x="166" y="21"/>
                </a:cubicBezTo>
                <a:cubicBezTo>
                  <a:pt x="168" y="21"/>
                  <a:pt x="172" y="23"/>
                  <a:pt x="173" y="22"/>
                </a:cubicBezTo>
                <a:cubicBezTo>
                  <a:pt x="178" y="23"/>
                  <a:pt x="178" y="21"/>
                  <a:pt x="181" y="17"/>
                </a:cubicBezTo>
                <a:cubicBezTo>
                  <a:pt x="182" y="16"/>
                  <a:pt x="184" y="12"/>
                  <a:pt x="185" y="12"/>
                </a:cubicBezTo>
                <a:cubicBezTo>
                  <a:pt x="186" y="13"/>
                  <a:pt x="186" y="15"/>
                  <a:pt x="186" y="17"/>
                </a:cubicBezTo>
                <a:cubicBezTo>
                  <a:pt x="185" y="19"/>
                  <a:pt x="183" y="20"/>
                  <a:pt x="182" y="23"/>
                </a:cubicBezTo>
                <a:cubicBezTo>
                  <a:pt x="184" y="24"/>
                  <a:pt x="185" y="22"/>
                  <a:pt x="187" y="24"/>
                </a:cubicBezTo>
                <a:cubicBezTo>
                  <a:pt x="187" y="25"/>
                  <a:pt x="187" y="25"/>
                  <a:pt x="187" y="25"/>
                </a:cubicBezTo>
                <a:cubicBezTo>
                  <a:pt x="186" y="26"/>
                  <a:pt x="184" y="25"/>
                  <a:pt x="183" y="25"/>
                </a:cubicBezTo>
                <a:cubicBezTo>
                  <a:pt x="180" y="25"/>
                  <a:pt x="180" y="25"/>
                  <a:pt x="179" y="25"/>
                </a:cubicBezTo>
                <a:cubicBezTo>
                  <a:pt x="175" y="28"/>
                  <a:pt x="169" y="33"/>
                  <a:pt x="163" y="29"/>
                </a:cubicBezTo>
                <a:close/>
              </a:path>
              <a:path w="232" h="59">
                <a:moveTo>
                  <a:pt x="134" y="18"/>
                </a:moveTo>
                <a:cubicBezTo>
                  <a:pt x="133" y="16"/>
                  <a:pt x="134" y="15"/>
                  <a:pt x="134" y="14"/>
                </a:cubicBezTo>
                <a:cubicBezTo>
                  <a:pt x="134" y="14"/>
                  <a:pt x="134" y="14"/>
                  <a:pt x="134" y="14"/>
                </a:cubicBezTo>
                <a:cubicBezTo>
                  <a:pt x="133" y="15"/>
                  <a:pt x="132" y="15"/>
                  <a:pt x="132" y="15"/>
                </a:cubicBezTo>
                <a:cubicBezTo>
                  <a:pt x="131" y="16"/>
                  <a:pt x="130" y="17"/>
                  <a:pt x="129" y="19"/>
                </a:cubicBezTo>
                <a:cubicBezTo>
                  <a:pt x="129" y="20"/>
                  <a:pt x="129" y="30"/>
                  <a:pt x="126" y="30"/>
                </a:cubicBezTo>
                <a:cubicBezTo>
                  <a:pt x="124" y="28"/>
                  <a:pt x="125" y="27"/>
                  <a:pt x="125" y="25"/>
                </a:cubicBezTo>
                <a:cubicBezTo>
                  <a:pt x="125" y="24"/>
                  <a:pt x="125" y="24"/>
                  <a:pt x="126" y="23"/>
                </a:cubicBezTo>
                <a:cubicBezTo>
                  <a:pt x="125" y="23"/>
                  <a:pt x="123" y="25"/>
                  <a:pt x="123" y="25"/>
                </a:cubicBezTo>
                <a:cubicBezTo>
                  <a:pt x="121" y="26"/>
                  <a:pt x="120" y="25"/>
                  <a:pt x="120" y="23"/>
                </a:cubicBezTo>
                <a:cubicBezTo>
                  <a:pt x="122" y="23"/>
                  <a:pt x="124" y="21"/>
                  <a:pt x="126" y="19"/>
                </a:cubicBezTo>
                <a:cubicBezTo>
                  <a:pt x="126" y="17"/>
                  <a:pt x="126" y="17"/>
                  <a:pt x="126" y="14"/>
                </a:cubicBezTo>
                <a:cubicBezTo>
                  <a:pt x="126" y="14"/>
                  <a:pt x="126" y="14"/>
                  <a:pt x="126" y="14"/>
                </a:cubicBezTo>
                <a:cubicBezTo>
                  <a:pt x="125" y="15"/>
                  <a:pt x="125" y="15"/>
                  <a:pt x="124" y="16"/>
                </a:cubicBezTo>
                <a:cubicBezTo>
                  <a:pt x="122" y="18"/>
                  <a:pt x="119" y="16"/>
                  <a:pt x="120" y="14"/>
                </a:cubicBezTo>
                <a:cubicBezTo>
                  <a:pt x="122" y="14"/>
                  <a:pt x="124" y="12"/>
                  <a:pt x="126" y="11"/>
                </a:cubicBezTo>
                <a:cubicBezTo>
                  <a:pt x="127" y="9"/>
                  <a:pt x="127" y="6"/>
                  <a:pt x="127" y="4"/>
                </a:cubicBezTo>
                <a:cubicBezTo>
                  <a:pt x="126" y="3"/>
                  <a:pt x="128" y="2"/>
                  <a:pt x="129" y="1"/>
                </a:cubicBezTo>
                <a:cubicBezTo>
                  <a:pt x="132" y="2"/>
                  <a:pt x="130" y="5"/>
                  <a:pt x="130" y="7"/>
                </a:cubicBezTo>
                <a:cubicBezTo>
                  <a:pt x="130" y="8"/>
                  <a:pt x="130" y="8"/>
                  <a:pt x="130" y="9"/>
                </a:cubicBezTo>
                <a:cubicBezTo>
                  <a:pt x="130" y="9"/>
                  <a:pt x="131" y="8"/>
                  <a:pt x="132" y="8"/>
                </a:cubicBezTo>
                <a:cubicBezTo>
                  <a:pt x="132" y="8"/>
                  <a:pt x="132" y="8"/>
                  <a:pt x="132" y="9"/>
                </a:cubicBezTo>
                <a:cubicBezTo>
                  <a:pt x="129" y="12"/>
                  <a:pt x="129" y="11"/>
                  <a:pt x="129" y="15"/>
                </a:cubicBezTo>
                <a:cubicBezTo>
                  <a:pt x="130" y="15"/>
                  <a:pt x="131" y="14"/>
                  <a:pt x="131" y="13"/>
                </a:cubicBezTo>
                <a:cubicBezTo>
                  <a:pt x="130" y="12"/>
                  <a:pt x="130" y="12"/>
                  <a:pt x="130" y="12"/>
                </a:cubicBezTo>
                <a:cubicBezTo>
                  <a:pt x="132" y="12"/>
                  <a:pt x="134" y="11"/>
                  <a:pt x="136" y="10"/>
                </a:cubicBezTo>
                <a:cubicBezTo>
                  <a:pt x="136" y="8"/>
                  <a:pt x="137" y="7"/>
                  <a:pt x="138" y="4"/>
                </a:cubicBezTo>
                <a:cubicBezTo>
                  <a:pt x="140" y="2"/>
                  <a:pt x="143" y="5"/>
                  <a:pt x="142" y="8"/>
                </a:cubicBezTo>
                <a:cubicBezTo>
                  <a:pt x="142" y="9"/>
                  <a:pt x="138" y="11"/>
                  <a:pt x="137" y="12"/>
                </a:cubicBezTo>
                <a:cubicBezTo>
                  <a:pt x="137" y="12"/>
                  <a:pt x="136" y="15"/>
                  <a:pt x="136" y="15"/>
                </a:cubicBezTo>
                <a:cubicBezTo>
                  <a:pt x="138" y="16"/>
                  <a:pt x="139" y="11"/>
                  <a:pt x="142" y="13"/>
                </a:cubicBezTo>
                <a:cubicBezTo>
                  <a:pt x="143" y="14"/>
                  <a:pt x="143" y="14"/>
                  <a:pt x="143" y="15"/>
                </a:cubicBezTo>
                <a:cubicBezTo>
                  <a:pt x="142" y="17"/>
                  <a:pt x="140" y="20"/>
                  <a:pt x="139" y="23"/>
                </a:cubicBezTo>
                <a:cubicBezTo>
                  <a:pt x="141" y="25"/>
                  <a:pt x="143" y="26"/>
                  <a:pt x="146" y="27"/>
                </a:cubicBezTo>
                <a:cubicBezTo>
                  <a:pt x="146" y="27"/>
                  <a:pt x="142" y="29"/>
                  <a:pt x="141" y="29"/>
                </a:cubicBezTo>
                <a:cubicBezTo>
                  <a:pt x="138" y="30"/>
                  <a:pt x="138" y="27"/>
                  <a:pt x="137" y="25"/>
                </a:cubicBezTo>
                <a:cubicBezTo>
                  <a:pt x="135" y="27"/>
                  <a:pt x="132" y="28"/>
                  <a:pt x="129" y="27"/>
                </a:cubicBezTo>
                <a:cubicBezTo>
                  <a:pt x="129" y="27"/>
                  <a:pt x="129" y="27"/>
                  <a:pt x="129" y="27"/>
                </a:cubicBezTo>
                <a:cubicBezTo>
                  <a:pt x="131" y="26"/>
                  <a:pt x="133" y="26"/>
                  <a:pt x="134" y="24"/>
                </a:cubicBezTo>
                <a:cubicBezTo>
                  <a:pt x="137" y="22"/>
                  <a:pt x="132" y="20"/>
                  <a:pt x="133" y="18"/>
                </a:cubicBezTo>
                <a:cubicBezTo>
                  <a:pt x="133" y="18"/>
                  <a:pt x="133" y="18"/>
                  <a:pt x="134" y="18"/>
                </a:cubicBezTo>
                <a:cubicBezTo>
                  <a:pt x="134" y="19"/>
                  <a:pt x="136" y="20"/>
                  <a:pt x="137" y="20"/>
                </a:cubicBezTo>
                <a:cubicBezTo>
                  <a:pt x="137" y="19"/>
                  <a:pt x="138" y="18"/>
                  <a:pt x="139" y="17"/>
                </a:cubicBezTo>
                <a:cubicBezTo>
                  <a:pt x="138" y="17"/>
                  <a:pt x="137" y="18"/>
                  <a:pt x="136" y="19"/>
                </a:cubicBezTo>
                <a:cubicBezTo>
                  <a:pt x="136" y="18"/>
                  <a:pt x="135" y="18"/>
                  <a:pt x="134" y="18"/>
                </a:cubicBezTo>
                <a:close/>
              </a:path>
              <a:path w="232" h="59">
                <a:moveTo>
                  <a:pt x="84" y="9"/>
                </a:moveTo>
                <a:cubicBezTo>
                  <a:pt x="86" y="9"/>
                  <a:pt x="87" y="10"/>
                  <a:pt x="87" y="12"/>
                </a:cubicBezTo>
                <a:cubicBezTo>
                  <a:pt x="88" y="11"/>
                  <a:pt x="87" y="10"/>
                  <a:pt x="90" y="11"/>
                </a:cubicBezTo>
                <a:cubicBezTo>
                  <a:pt x="90" y="12"/>
                  <a:pt x="90" y="12"/>
                  <a:pt x="90" y="14"/>
                </a:cubicBezTo>
                <a:cubicBezTo>
                  <a:pt x="89" y="15"/>
                  <a:pt x="88" y="16"/>
                  <a:pt x="87" y="17"/>
                </a:cubicBezTo>
                <a:cubicBezTo>
                  <a:pt x="88" y="19"/>
                  <a:pt x="87" y="19"/>
                  <a:pt x="88" y="20"/>
                </a:cubicBezTo>
                <a:cubicBezTo>
                  <a:pt x="88" y="20"/>
                  <a:pt x="89" y="19"/>
                  <a:pt x="90" y="18"/>
                </a:cubicBezTo>
                <a:cubicBezTo>
                  <a:pt x="90" y="20"/>
                  <a:pt x="89" y="20"/>
                  <a:pt x="88" y="21"/>
                </a:cubicBezTo>
                <a:cubicBezTo>
                  <a:pt x="88" y="24"/>
                  <a:pt x="90" y="28"/>
                  <a:pt x="88" y="30"/>
                </a:cubicBezTo>
                <a:cubicBezTo>
                  <a:pt x="85" y="31"/>
                  <a:pt x="86" y="26"/>
                  <a:pt x="85" y="25"/>
                </a:cubicBezTo>
                <a:cubicBezTo>
                  <a:pt x="85" y="25"/>
                  <a:pt x="85" y="25"/>
                  <a:pt x="85" y="25"/>
                </a:cubicBezTo>
                <a:cubicBezTo>
                  <a:pt x="84" y="26"/>
                  <a:pt x="82" y="28"/>
                  <a:pt x="81" y="27"/>
                </a:cubicBezTo>
                <a:cubicBezTo>
                  <a:pt x="80" y="26"/>
                  <a:pt x="81" y="24"/>
                  <a:pt x="82" y="22"/>
                </a:cubicBezTo>
                <a:cubicBezTo>
                  <a:pt x="83" y="21"/>
                  <a:pt x="85" y="18"/>
                  <a:pt x="85" y="18"/>
                </a:cubicBezTo>
                <a:cubicBezTo>
                  <a:pt x="85" y="17"/>
                  <a:pt x="85" y="17"/>
                  <a:pt x="85" y="17"/>
                </a:cubicBezTo>
                <a:cubicBezTo>
                  <a:pt x="85" y="17"/>
                  <a:pt x="84" y="16"/>
                  <a:pt x="84" y="16"/>
                </a:cubicBezTo>
                <a:cubicBezTo>
                  <a:pt x="83" y="18"/>
                  <a:pt x="81" y="20"/>
                  <a:pt x="79" y="20"/>
                </a:cubicBezTo>
                <a:cubicBezTo>
                  <a:pt x="78" y="19"/>
                  <a:pt x="78" y="19"/>
                  <a:pt x="78" y="18"/>
                </a:cubicBezTo>
                <a:cubicBezTo>
                  <a:pt x="80" y="17"/>
                  <a:pt x="82" y="15"/>
                  <a:pt x="84" y="14"/>
                </a:cubicBezTo>
                <a:cubicBezTo>
                  <a:pt x="84" y="12"/>
                  <a:pt x="83" y="11"/>
                  <a:pt x="84" y="9"/>
                </a:cubicBezTo>
                <a:cubicBezTo>
                  <a:pt x="82" y="9"/>
                  <a:pt x="81" y="10"/>
                  <a:pt x="80" y="10"/>
                </a:cubicBezTo>
                <a:cubicBezTo>
                  <a:pt x="80" y="10"/>
                  <a:pt x="80" y="10"/>
                  <a:pt x="81" y="9"/>
                </a:cubicBezTo>
                <a:cubicBezTo>
                  <a:pt x="85" y="6"/>
                  <a:pt x="86" y="5"/>
                  <a:pt x="86" y="4"/>
                </a:cubicBezTo>
                <a:cubicBezTo>
                  <a:pt x="87" y="3"/>
                  <a:pt x="87" y="2"/>
                  <a:pt x="89" y="3"/>
                </a:cubicBezTo>
                <a:cubicBezTo>
                  <a:pt x="90" y="3"/>
                  <a:pt x="90" y="5"/>
                  <a:pt x="90" y="5"/>
                </a:cubicBezTo>
                <a:cubicBezTo>
                  <a:pt x="88" y="7"/>
                  <a:pt x="86" y="8"/>
                  <a:pt x="84" y="9"/>
                </a:cubicBezTo>
                <a:cubicBezTo>
                  <a:pt x="84" y="9"/>
                  <a:pt x="84" y="9"/>
                  <a:pt x="84" y="9"/>
                </a:cubicBezTo>
                <a:close/>
                <a:moveTo>
                  <a:pt x="84" y="23"/>
                </a:moveTo>
                <a:cubicBezTo>
                  <a:pt x="84" y="22"/>
                  <a:pt x="84" y="22"/>
                  <a:pt x="85" y="21"/>
                </a:cubicBezTo>
                <a:cubicBezTo>
                  <a:pt x="85" y="21"/>
                  <a:pt x="85" y="21"/>
                  <a:pt x="85" y="22"/>
                </a:cubicBezTo>
                <a:cubicBezTo>
                  <a:pt x="85" y="22"/>
                  <a:pt x="85" y="23"/>
                  <a:pt x="84" y="23"/>
                </a:cubicBezTo>
                <a:close/>
              </a:path>
              <a:path w="232" h="59">
                <a:moveTo>
                  <a:pt x="99" y="32"/>
                </a:moveTo>
                <a:cubicBezTo>
                  <a:pt x="99" y="32"/>
                  <a:pt x="98" y="32"/>
                  <a:pt x="98" y="31"/>
                </a:cubicBezTo>
                <a:cubicBezTo>
                  <a:pt x="98" y="28"/>
                  <a:pt x="97" y="25"/>
                  <a:pt x="97" y="22"/>
                </a:cubicBezTo>
                <a:cubicBezTo>
                  <a:pt x="96" y="22"/>
                  <a:pt x="95" y="23"/>
                  <a:pt x="94" y="24"/>
                </a:cubicBezTo>
                <a:cubicBezTo>
                  <a:pt x="93" y="24"/>
                  <a:pt x="92" y="24"/>
                  <a:pt x="92" y="23"/>
                </a:cubicBezTo>
                <a:cubicBezTo>
                  <a:pt x="92" y="23"/>
                  <a:pt x="92" y="22"/>
                  <a:pt x="92" y="22"/>
                </a:cubicBezTo>
                <a:cubicBezTo>
                  <a:pt x="92" y="20"/>
                  <a:pt x="93" y="16"/>
                  <a:pt x="91" y="16"/>
                </a:cubicBezTo>
                <a:cubicBezTo>
                  <a:pt x="90" y="15"/>
                  <a:pt x="90" y="15"/>
                  <a:pt x="90" y="14"/>
                </a:cubicBezTo>
                <a:cubicBezTo>
                  <a:pt x="92" y="14"/>
                  <a:pt x="91" y="11"/>
                  <a:pt x="91" y="10"/>
                </a:cubicBezTo>
                <a:cubicBezTo>
                  <a:pt x="89" y="9"/>
                  <a:pt x="87" y="8"/>
                  <a:pt x="89" y="7"/>
                </a:cubicBezTo>
                <a:cubicBezTo>
                  <a:pt x="91" y="7"/>
                  <a:pt x="93" y="7"/>
                  <a:pt x="94" y="9"/>
                </a:cubicBezTo>
                <a:cubicBezTo>
                  <a:pt x="94" y="10"/>
                  <a:pt x="92" y="12"/>
                  <a:pt x="92" y="13"/>
                </a:cubicBezTo>
                <a:cubicBezTo>
                  <a:pt x="94" y="13"/>
                  <a:pt x="95" y="14"/>
                  <a:pt x="95" y="16"/>
                </a:cubicBezTo>
                <a:cubicBezTo>
                  <a:pt x="93" y="17"/>
                  <a:pt x="93" y="18"/>
                  <a:pt x="94" y="20"/>
                </a:cubicBezTo>
                <a:cubicBezTo>
                  <a:pt x="95" y="19"/>
                  <a:pt x="95" y="18"/>
                  <a:pt x="96" y="17"/>
                </a:cubicBezTo>
                <a:cubicBezTo>
                  <a:pt x="96" y="11"/>
                  <a:pt x="93" y="7"/>
                  <a:pt x="93" y="2"/>
                </a:cubicBezTo>
                <a:cubicBezTo>
                  <a:pt x="94" y="0"/>
                  <a:pt x="96" y="0"/>
                  <a:pt x="97" y="2"/>
                </a:cubicBezTo>
                <a:cubicBezTo>
                  <a:pt x="97" y="5"/>
                  <a:pt x="97" y="11"/>
                  <a:pt x="99" y="14"/>
                </a:cubicBezTo>
                <a:cubicBezTo>
                  <a:pt x="99" y="13"/>
                  <a:pt x="100" y="12"/>
                  <a:pt x="100" y="11"/>
                </a:cubicBezTo>
                <a:cubicBezTo>
                  <a:pt x="101" y="11"/>
                  <a:pt x="102" y="12"/>
                  <a:pt x="103" y="14"/>
                </a:cubicBezTo>
                <a:cubicBezTo>
                  <a:pt x="101" y="15"/>
                  <a:pt x="100" y="16"/>
                  <a:pt x="99" y="18"/>
                </a:cubicBezTo>
                <a:cubicBezTo>
                  <a:pt x="100" y="23"/>
                  <a:pt x="100" y="26"/>
                  <a:pt x="101" y="29"/>
                </a:cubicBezTo>
                <a:cubicBezTo>
                  <a:pt x="100" y="30"/>
                  <a:pt x="100" y="32"/>
                  <a:pt x="99" y="32"/>
                </a:cubicBezTo>
                <a:close/>
              </a:path>
              <a:path w="232" h="59">
                <a:moveTo>
                  <a:pt x="58" y="41"/>
                </a:moveTo>
                <a:cubicBezTo>
                  <a:pt x="58" y="42"/>
                  <a:pt x="57" y="41"/>
                  <a:pt x="57" y="41"/>
                </a:cubicBezTo>
                <a:cubicBezTo>
                  <a:pt x="52" y="36"/>
                  <a:pt x="53" y="29"/>
                  <a:pt x="50" y="25"/>
                </a:cubicBezTo>
                <a:cubicBezTo>
                  <a:pt x="48" y="26"/>
                  <a:pt x="48" y="30"/>
                  <a:pt x="47" y="31"/>
                </a:cubicBezTo>
                <a:cubicBezTo>
                  <a:pt x="44" y="33"/>
                  <a:pt x="43" y="28"/>
                  <a:pt x="43" y="26"/>
                </a:cubicBezTo>
                <a:cubicBezTo>
                  <a:pt x="43" y="25"/>
                  <a:pt x="43" y="24"/>
                  <a:pt x="43" y="23"/>
                </a:cubicBezTo>
                <a:cubicBezTo>
                  <a:pt x="44" y="23"/>
                  <a:pt x="45" y="25"/>
                  <a:pt x="46" y="26"/>
                </a:cubicBezTo>
                <a:cubicBezTo>
                  <a:pt x="47" y="26"/>
                  <a:pt x="47" y="26"/>
                  <a:pt x="47" y="26"/>
                </a:cubicBezTo>
                <a:cubicBezTo>
                  <a:pt x="50" y="21"/>
                  <a:pt x="47" y="18"/>
                  <a:pt x="44" y="15"/>
                </a:cubicBezTo>
                <a:cubicBezTo>
                  <a:pt x="44" y="14"/>
                  <a:pt x="44" y="13"/>
                  <a:pt x="45" y="12"/>
                </a:cubicBezTo>
                <a:cubicBezTo>
                  <a:pt x="45" y="12"/>
                  <a:pt x="47" y="12"/>
                  <a:pt x="48" y="12"/>
                </a:cubicBezTo>
                <a:cubicBezTo>
                  <a:pt x="48" y="12"/>
                  <a:pt x="48" y="12"/>
                  <a:pt x="48" y="12"/>
                </a:cubicBezTo>
                <a:cubicBezTo>
                  <a:pt x="49" y="14"/>
                  <a:pt x="50" y="16"/>
                  <a:pt x="50" y="17"/>
                </a:cubicBezTo>
                <a:cubicBezTo>
                  <a:pt x="50" y="17"/>
                  <a:pt x="51" y="17"/>
                  <a:pt x="51" y="17"/>
                </a:cubicBezTo>
                <a:cubicBezTo>
                  <a:pt x="52" y="16"/>
                  <a:pt x="53" y="14"/>
                  <a:pt x="54" y="12"/>
                </a:cubicBezTo>
                <a:cubicBezTo>
                  <a:pt x="55" y="12"/>
                  <a:pt x="57" y="10"/>
                  <a:pt x="58" y="13"/>
                </a:cubicBezTo>
                <a:cubicBezTo>
                  <a:pt x="58" y="15"/>
                  <a:pt x="53" y="19"/>
                  <a:pt x="57" y="20"/>
                </a:cubicBezTo>
                <a:cubicBezTo>
                  <a:pt x="57" y="20"/>
                  <a:pt x="57" y="21"/>
                  <a:pt x="57" y="21"/>
                </a:cubicBezTo>
                <a:cubicBezTo>
                  <a:pt x="57" y="23"/>
                  <a:pt x="55" y="25"/>
                  <a:pt x="53" y="26"/>
                </a:cubicBezTo>
                <a:cubicBezTo>
                  <a:pt x="54" y="30"/>
                  <a:pt x="57" y="34"/>
                  <a:pt x="58" y="37"/>
                </a:cubicBezTo>
                <a:cubicBezTo>
                  <a:pt x="59" y="39"/>
                  <a:pt x="59" y="40"/>
                  <a:pt x="58" y="41"/>
                </a:cubicBezTo>
                <a:close/>
                <a:moveTo>
                  <a:pt x="53" y="23"/>
                </a:moveTo>
                <a:cubicBezTo>
                  <a:pt x="52" y="23"/>
                  <a:pt x="51" y="21"/>
                  <a:pt x="51" y="21"/>
                </a:cubicBezTo>
                <a:cubicBezTo>
                  <a:pt x="51" y="20"/>
                  <a:pt x="52" y="18"/>
                  <a:pt x="53" y="18"/>
                </a:cubicBezTo>
                <a:cubicBezTo>
                  <a:pt x="54" y="20"/>
                  <a:pt x="54" y="21"/>
                  <a:pt x="53" y="2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0" name="Freeform 15"/>
          <p:cNvSpPr>
            <a:spLocks noGrp="1"/>
          </p:cNvSpPr>
          <p:nvPr/>
        </p:nvSpPr>
        <p:spPr>
          <a:xfrm>
            <a:off x="9803130" y="257810"/>
            <a:ext cx="519430" cy="294640"/>
          </a:xfrm>
          <a:custGeom>
            <a:avLst/>
            <a:gdLst/>
            <a:ahLst/>
            <a:cxnLst/>
            <a:rect l="l" t="t" r="r" b="b"/>
            <a:pathLst>
              <a:path w="336" h="189">
                <a:moveTo>
                  <a:pt x="293" y="24"/>
                </a:moveTo>
                <a:lnTo>
                  <a:pt x="299" y="19"/>
                </a:lnTo>
                <a:lnTo>
                  <a:pt x="300" y="19"/>
                </a:lnTo>
                <a:cubicBezTo>
                  <a:pt x="298" y="20"/>
                  <a:pt x="297" y="22"/>
                  <a:pt x="297" y="23"/>
                </a:cubicBezTo>
                <a:cubicBezTo>
                  <a:pt x="296" y="24"/>
                  <a:pt x="296" y="26"/>
                  <a:pt x="297" y="27"/>
                </a:cubicBezTo>
                <a:cubicBezTo>
                  <a:pt x="298" y="28"/>
                  <a:pt x="299" y="28"/>
                  <a:pt x="302" y="27"/>
                </a:cubicBezTo>
                <a:cubicBezTo>
                  <a:pt x="304" y="27"/>
                  <a:pt x="307" y="25"/>
                  <a:pt x="309" y="23"/>
                </a:cubicBezTo>
                <a:cubicBezTo>
                  <a:pt x="311" y="22"/>
                  <a:pt x="313" y="20"/>
                  <a:pt x="314" y="19"/>
                </a:cubicBezTo>
                <a:cubicBezTo>
                  <a:pt x="316" y="17"/>
                  <a:pt x="316" y="16"/>
                  <a:pt x="317" y="14"/>
                </a:cubicBezTo>
                <a:cubicBezTo>
                  <a:pt x="317" y="13"/>
                  <a:pt x="317" y="12"/>
                  <a:pt x="317" y="12"/>
                </a:cubicBezTo>
                <a:cubicBezTo>
                  <a:pt x="316" y="11"/>
                  <a:pt x="316" y="11"/>
                  <a:pt x="315" y="11"/>
                </a:cubicBezTo>
                <a:cubicBezTo>
                  <a:pt x="315" y="11"/>
                  <a:pt x="314" y="10"/>
                  <a:pt x="314" y="10"/>
                </a:cubicBezTo>
                <a:lnTo>
                  <a:pt x="308" y="15"/>
                </a:lnTo>
                <a:cubicBezTo>
                  <a:pt x="307" y="16"/>
                  <a:pt x="306" y="16"/>
                  <a:pt x="306" y="17"/>
                </a:cubicBezTo>
                <a:cubicBezTo>
                  <a:pt x="305" y="17"/>
                  <a:pt x="305" y="17"/>
                  <a:pt x="305" y="18"/>
                </a:cubicBezTo>
                <a:cubicBezTo>
                  <a:pt x="305" y="18"/>
                  <a:pt x="305" y="18"/>
                  <a:pt x="306" y="19"/>
                </a:cubicBezTo>
                <a:lnTo>
                  <a:pt x="305" y="19"/>
                </a:lnTo>
                <a:lnTo>
                  <a:pt x="302" y="15"/>
                </a:lnTo>
                <a:lnTo>
                  <a:pt x="303" y="15"/>
                </a:lnTo>
                <a:cubicBezTo>
                  <a:pt x="303" y="15"/>
                  <a:pt x="304" y="15"/>
                  <a:pt x="304" y="15"/>
                </a:cubicBezTo>
                <a:cubicBezTo>
                  <a:pt x="305" y="15"/>
                  <a:pt x="305" y="14"/>
                  <a:pt x="307" y="13"/>
                </a:cubicBezTo>
                <a:lnTo>
                  <a:pt x="313" y="9"/>
                </a:lnTo>
                <a:cubicBezTo>
                  <a:pt x="314" y="9"/>
                  <a:pt x="315" y="9"/>
                  <a:pt x="316" y="9"/>
                </a:cubicBezTo>
                <a:cubicBezTo>
                  <a:pt x="316" y="10"/>
                  <a:pt x="317" y="10"/>
                  <a:pt x="318" y="11"/>
                </a:cubicBezTo>
                <a:cubicBezTo>
                  <a:pt x="319" y="13"/>
                  <a:pt x="319" y="15"/>
                  <a:pt x="317" y="18"/>
                </a:cubicBezTo>
                <a:cubicBezTo>
                  <a:pt x="316" y="21"/>
                  <a:pt x="314" y="23"/>
                  <a:pt x="311" y="25"/>
                </a:cubicBezTo>
                <a:cubicBezTo>
                  <a:pt x="309" y="26"/>
                  <a:pt x="307" y="27"/>
                  <a:pt x="305" y="28"/>
                </a:cubicBezTo>
                <a:cubicBezTo>
                  <a:pt x="303" y="29"/>
                  <a:pt x="301" y="29"/>
                  <a:pt x="299" y="29"/>
                </a:cubicBezTo>
                <a:cubicBezTo>
                  <a:pt x="298" y="29"/>
                  <a:pt x="296" y="29"/>
                  <a:pt x="296" y="28"/>
                </a:cubicBezTo>
                <a:cubicBezTo>
                  <a:pt x="295" y="27"/>
                  <a:pt x="295" y="27"/>
                  <a:pt x="295" y="26"/>
                </a:cubicBezTo>
                <a:cubicBezTo>
                  <a:pt x="295" y="26"/>
                  <a:pt x="295" y="25"/>
                  <a:pt x="295" y="24"/>
                </a:cubicBezTo>
                <a:cubicBezTo>
                  <a:pt x="295" y="24"/>
                  <a:pt x="295" y="24"/>
                  <a:pt x="295" y="24"/>
                </a:cubicBezTo>
                <a:cubicBezTo>
                  <a:pt x="295" y="23"/>
                  <a:pt x="295" y="23"/>
                  <a:pt x="294" y="24"/>
                </a:cubicBezTo>
                <a:cubicBezTo>
                  <a:pt x="294" y="24"/>
                  <a:pt x="294" y="24"/>
                  <a:pt x="293" y="24"/>
                </a:cubicBezTo>
                <a:close/>
              </a:path>
              <a:path w="336" h="189">
                <a:moveTo>
                  <a:pt x="293" y="145"/>
                </a:moveTo>
                <a:lnTo>
                  <a:pt x="292" y="145"/>
                </a:lnTo>
                <a:lnTo>
                  <a:pt x="293" y="144"/>
                </a:lnTo>
                <a:cubicBezTo>
                  <a:pt x="293" y="144"/>
                  <a:pt x="293" y="144"/>
                  <a:pt x="293" y="143"/>
                </a:cubicBezTo>
                <a:cubicBezTo>
                  <a:pt x="293" y="143"/>
                  <a:pt x="292" y="142"/>
                  <a:pt x="292" y="141"/>
                </a:cubicBezTo>
                <a:lnTo>
                  <a:pt x="282" y="128"/>
                </a:lnTo>
                <a:cubicBezTo>
                  <a:pt x="281" y="126"/>
                  <a:pt x="280" y="126"/>
                  <a:pt x="280" y="126"/>
                </a:cubicBezTo>
                <a:cubicBezTo>
                  <a:pt x="279" y="125"/>
                  <a:pt x="279" y="125"/>
                  <a:pt x="278" y="126"/>
                </a:cubicBezTo>
                <a:lnTo>
                  <a:pt x="277" y="125"/>
                </a:lnTo>
                <a:lnTo>
                  <a:pt x="282" y="122"/>
                </a:lnTo>
                <a:cubicBezTo>
                  <a:pt x="283" y="121"/>
                  <a:pt x="284" y="120"/>
                  <a:pt x="286" y="121"/>
                </a:cubicBezTo>
                <a:cubicBezTo>
                  <a:pt x="287" y="121"/>
                  <a:pt x="288" y="121"/>
                  <a:pt x="290" y="123"/>
                </a:cubicBezTo>
                <a:cubicBezTo>
                  <a:pt x="292" y="124"/>
                  <a:pt x="293" y="125"/>
                  <a:pt x="295" y="128"/>
                </a:cubicBezTo>
                <a:cubicBezTo>
                  <a:pt x="297" y="130"/>
                  <a:pt x="299" y="133"/>
                  <a:pt x="299" y="135"/>
                </a:cubicBezTo>
                <a:cubicBezTo>
                  <a:pt x="300" y="138"/>
                  <a:pt x="299" y="140"/>
                  <a:pt x="297" y="142"/>
                </a:cubicBezTo>
                <a:lnTo>
                  <a:pt x="293" y="145"/>
                </a:lnTo>
                <a:close/>
                <a:moveTo>
                  <a:pt x="295" y="142"/>
                </a:moveTo>
                <a:cubicBezTo>
                  <a:pt x="295" y="141"/>
                  <a:pt x="296" y="141"/>
                  <a:pt x="296" y="141"/>
                </a:cubicBezTo>
                <a:cubicBezTo>
                  <a:pt x="298" y="140"/>
                  <a:pt x="298" y="139"/>
                  <a:pt x="297" y="136"/>
                </a:cubicBezTo>
                <a:cubicBezTo>
                  <a:pt x="297" y="134"/>
                  <a:pt x="296" y="132"/>
                  <a:pt x="293" y="129"/>
                </a:cubicBezTo>
                <a:cubicBezTo>
                  <a:pt x="291" y="126"/>
                  <a:pt x="289" y="124"/>
                  <a:pt x="287" y="123"/>
                </a:cubicBezTo>
                <a:cubicBezTo>
                  <a:pt x="285" y="122"/>
                  <a:pt x="284" y="122"/>
                  <a:pt x="283" y="123"/>
                </a:cubicBezTo>
                <a:cubicBezTo>
                  <a:pt x="282" y="123"/>
                  <a:pt x="282" y="124"/>
                  <a:pt x="281" y="125"/>
                </a:cubicBezTo>
                <a:lnTo>
                  <a:pt x="295" y="142"/>
                </a:lnTo>
                <a:close/>
              </a:path>
              <a:path w="336" h="189">
                <a:moveTo>
                  <a:pt x="266" y="134"/>
                </a:moveTo>
                <a:lnTo>
                  <a:pt x="268" y="132"/>
                </a:lnTo>
                <a:lnTo>
                  <a:pt x="286" y="143"/>
                </a:lnTo>
                <a:lnTo>
                  <a:pt x="277" y="131"/>
                </a:lnTo>
                <a:cubicBezTo>
                  <a:pt x="276" y="130"/>
                  <a:pt x="276" y="129"/>
                  <a:pt x="275" y="129"/>
                </a:cubicBezTo>
                <a:cubicBezTo>
                  <a:pt x="275" y="129"/>
                  <a:pt x="274" y="129"/>
                  <a:pt x="274" y="129"/>
                </a:cubicBezTo>
                <a:lnTo>
                  <a:pt x="273" y="129"/>
                </a:lnTo>
                <a:lnTo>
                  <a:pt x="277" y="126"/>
                </a:lnTo>
                <a:lnTo>
                  <a:pt x="277" y="127"/>
                </a:lnTo>
                <a:cubicBezTo>
                  <a:pt x="276" y="127"/>
                  <a:pt x="276" y="128"/>
                  <a:pt x="276" y="128"/>
                </a:cubicBezTo>
                <a:cubicBezTo>
                  <a:pt x="277" y="129"/>
                  <a:pt x="277" y="129"/>
                  <a:pt x="278" y="130"/>
                </a:cubicBezTo>
                <a:lnTo>
                  <a:pt x="291" y="147"/>
                </a:lnTo>
                <a:lnTo>
                  <a:pt x="290" y="148"/>
                </a:lnTo>
                <a:lnTo>
                  <a:pt x="272" y="136"/>
                </a:lnTo>
                <a:lnTo>
                  <a:pt x="281" y="149"/>
                </a:lnTo>
                <a:cubicBezTo>
                  <a:pt x="282" y="150"/>
                  <a:pt x="283" y="151"/>
                  <a:pt x="283" y="151"/>
                </a:cubicBezTo>
                <a:cubicBezTo>
                  <a:pt x="284" y="151"/>
                  <a:pt x="284" y="151"/>
                  <a:pt x="284" y="151"/>
                </a:cubicBezTo>
                <a:lnTo>
                  <a:pt x="285" y="151"/>
                </a:lnTo>
                <a:lnTo>
                  <a:pt x="282" y="154"/>
                </a:lnTo>
                <a:lnTo>
                  <a:pt x="281" y="153"/>
                </a:lnTo>
                <a:lnTo>
                  <a:pt x="282" y="153"/>
                </a:lnTo>
                <a:cubicBezTo>
                  <a:pt x="282" y="153"/>
                  <a:pt x="282" y="152"/>
                  <a:pt x="282" y="152"/>
                </a:cubicBezTo>
                <a:cubicBezTo>
                  <a:pt x="282" y="151"/>
                  <a:pt x="281" y="150"/>
                  <a:pt x="280" y="149"/>
                </a:cubicBezTo>
                <a:lnTo>
                  <a:pt x="270" y="135"/>
                </a:lnTo>
                <a:cubicBezTo>
                  <a:pt x="269" y="135"/>
                  <a:pt x="268" y="135"/>
                  <a:pt x="268" y="134"/>
                </a:cubicBezTo>
                <a:cubicBezTo>
                  <a:pt x="268" y="134"/>
                  <a:pt x="267" y="134"/>
                  <a:pt x="267" y="134"/>
                </a:cubicBezTo>
                <a:cubicBezTo>
                  <a:pt x="267" y="134"/>
                  <a:pt x="267" y="135"/>
                  <a:pt x="266" y="135"/>
                </a:cubicBezTo>
                <a:lnTo>
                  <a:pt x="266" y="134"/>
                </a:lnTo>
                <a:close/>
              </a:path>
              <a:path w="336" h="189">
                <a:moveTo>
                  <a:pt x="272" y="151"/>
                </a:moveTo>
                <a:lnTo>
                  <a:pt x="268" y="154"/>
                </a:lnTo>
                <a:lnTo>
                  <a:pt x="270" y="157"/>
                </a:lnTo>
                <a:cubicBezTo>
                  <a:pt x="270" y="158"/>
                  <a:pt x="270" y="159"/>
                  <a:pt x="271" y="159"/>
                </a:cubicBezTo>
                <a:cubicBezTo>
                  <a:pt x="271" y="160"/>
                  <a:pt x="271" y="160"/>
                  <a:pt x="272" y="160"/>
                </a:cubicBezTo>
                <a:cubicBezTo>
                  <a:pt x="272" y="160"/>
                  <a:pt x="272" y="160"/>
                  <a:pt x="273" y="160"/>
                </a:cubicBezTo>
                <a:lnTo>
                  <a:pt x="270" y="163"/>
                </a:lnTo>
                <a:lnTo>
                  <a:pt x="270" y="162"/>
                </a:lnTo>
                <a:cubicBezTo>
                  <a:pt x="270" y="162"/>
                  <a:pt x="270" y="161"/>
                  <a:pt x="270" y="161"/>
                </a:cubicBezTo>
                <a:cubicBezTo>
                  <a:pt x="270" y="160"/>
                  <a:pt x="270" y="159"/>
                  <a:pt x="269" y="157"/>
                </a:cubicBezTo>
                <a:lnTo>
                  <a:pt x="260" y="138"/>
                </a:lnTo>
                <a:lnTo>
                  <a:pt x="276" y="152"/>
                </a:lnTo>
                <a:cubicBezTo>
                  <a:pt x="277" y="153"/>
                  <a:pt x="278" y="154"/>
                  <a:pt x="279" y="154"/>
                </a:cubicBezTo>
                <a:cubicBezTo>
                  <a:pt x="279" y="154"/>
                  <a:pt x="280" y="154"/>
                  <a:pt x="280" y="154"/>
                </a:cubicBezTo>
                <a:lnTo>
                  <a:pt x="281" y="155"/>
                </a:lnTo>
                <a:lnTo>
                  <a:pt x="277" y="158"/>
                </a:lnTo>
                <a:lnTo>
                  <a:pt x="276" y="157"/>
                </a:lnTo>
                <a:cubicBezTo>
                  <a:pt x="277" y="157"/>
                  <a:pt x="277" y="156"/>
                  <a:pt x="277" y="156"/>
                </a:cubicBezTo>
                <a:cubicBezTo>
                  <a:pt x="277" y="156"/>
                  <a:pt x="277" y="155"/>
                  <a:pt x="276" y="155"/>
                </a:cubicBezTo>
                <a:cubicBezTo>
                  <a:pt x="276" y="155"/>
                  <a:pt x="276" y="154"/>
                  <a:pt x="275" y="153"/>
                </a:cubicBezTo>
                <a:lnTo>
                  <a:pt x="272" y="151"/>
                </a:lnTo>
                <a:close/>
                <a:moveTo>
                  <a:pt x="271" y="150"/>
                </a:moveTo>
                <a:lnTo>
                  <a:pt x="263" y="143"/>
                </a:lnTo>
                <a:lnTo>
                  <a:pt x="267" y="152"/>
                </a:lnTo>
                <a:lnTo>
                  <a:pt x="271" y="150"/>
                </a:lnTo>
                <a:close/>
              </a:path>
              <a:path w="336" h="189">
                <a:moveTo>
                  <a:pt x="319" y="86"/>
                </a:moveTo>
                <a:lnTo>
                  <a:pt x="320" y="81"/>
                </a:lnTo>
                <a:lnTo>
                  <a:pt x="313" y="79"/>
                </a:lnTo>
                <a:cubicBezTo>
                  <a:pt x="311" y="79"/>
                  <a:pt x="311" y="79"/>
                  <a:pt x="310" y="79"/>
                </a:cubicBezTo>
                <a:cubicBezTo>
                  <a:pt x="310" y="79"/>
                  <a:pt x="310" y="79"/>
                  <a:pt x="309" y="79"/>
                </a:cubicBezTo>
                <a:cubicBezTo>
                  <a:pt x="309" y="79"/>
                  <a:pt x="309" y="80"/>
                  <a:pt x="309" y="80"/>
                </a:cubicBezTo>
                <a:lnTo>
                  <a:pt x="308" y="80"/>
                </a:lnTo>
                <a:lnTo>
                  <a:pt x="309" y="75"/>
                </a:lnTo>
                <a:lnTo>
                  <a:pt x="310" y="75"/>
                </a:lnTo>
                <a:cubicBezTo>
                  <a:pt x="309" y="76"/>
                  <a:pt x="310" y="76"/>
                  <a:pt x="310" y="76"/>
                </a:cubicBezTo>
                <a:cubicBezTo>
                  <a:pt x="310" y="77"/>
                  <a:pt x="310" y="77"/>
                  <a:pt x="311" y="77"/>
                </a:cubicBezTo>
                <a:cubicBezTo>
                  <a:pt x="311" y="77"/>
                  <a:pt x="312" y="77"/>
                  <a:pt x="313" y="77"/>
                </a:cubicBezTo>
                <a:lnTo>
                  <a:pt x="330" y="80"/>
                </a:lnTo>
                <a:cubicBezTo>
                  <a:pt x="331" y="81"/>
                  <a:pt x="332" y="81"/>
                  <a:pt x="332" y="81"/>
                </a:cubicBezTo>
                <a:cubicBezTo>
                  <a:pt x="333" y="81"/>
                  <a:pt x="333" y="81"/>
                  <a:pt x="333" y="81"/>
                </a:cubicBezTo>
                <a:cubicBezTo>
                  <a:pt x="334" y="80"/>
                  <a:pt x="334" y="80"/>
                  <a:pt x="334" y="80"/>
                </a:cubicBezTo>
                <a:lnTo>
                  <a:pt x="334" y="79"/>
                </a:lnTo>
                <a:lnTo>
                  <a:pt x="335" y="80"/>
                </a:lnTo>
                <a:lnTo>
                  <a:pt x="334" y="85"/>
                </a:lnTo>
                <a:lnTo>
                  <a:pt x="333" y="85"/>
                </a:lnTo>
                <a:lnTo>
                  <a:pt x="333" y="84"/>
                </a:lnTo>
                <a:cubicBezTo>
                  <a:pt x="333" y="84"/>
                  <a:pt x="333" y="83"/>
                  <a:pt x="332" y="83"/>
                </a:cubicBezTo>
                <a:cubicBezTo>
                  <a:pt x="332" y="83"/>
                  <a:pt x="331" y="83"/>
                  <a:pt x="329" y="82"/>
                </a:cubicBezTo>
                <a:lnTo>
                  <a:pt x="322" y="81"/>
                </a:lnTo>
                <a:lnTo>
                  <a:pt x="320" y="87"/>
                </a:lnTo>
                <a:lnTo>
                  <a:pt x="328" y="88"/>
                </a:lnTo>
                <a:cubicBezTo>
                  <a:pt x="330" y="88"/>
                  <a:pt x="331" y="88"/>
                  <a:pt x="331" y="88"/>
                </a:cubicBezTo>
                <a:cubicBezTo>
                  <a:pt x="331" y="88"/>
                  <a:pt x="332" y="88"/>
                  <a:pt x="332" y="88"/>
                </a:cubicBezTo>
                <a:cubicBezTo>
                  <a:pt x="332" y="88"/>
                  <a:pt x="332" y="88"/>
                  <a:pt x="333" y="87"/>
                </a:cubicBezTo>
                <a:lnTo>
                  <a:pt x="332" y="92"/>
                </a:lnTo>
                <a:cubicBezTo>
                  <a:pt x="332" y="91"/>
                  <a:pt x="331" y="91"/>
                  <a:pt x="331" y="90"/>
                </a:cubicBezTo>
                <a:cubicBezTo>
                  <a:pt x="331" y="90"/>
                  <a:pt x="330" y="90"/>
                  <a:pt x="328" y="90"/>
                </a:cubicBezTo>
                <a:lnTo>
                  <a:pt x="311" y="87"/>
                </a:lnTo>
                <a:cubicBezTo>
                  <a:pt x="310" y="86"/>
                  <a:pt x="309" y="86"/>
                  <a:pt x="309" y="86"/>
                </a:cubicBezTo>
                <a:cubicBezTo>
                  <a:pt x="308" y="86"/>
                  <a:pt x="308" y="86"/>
                  <a:pt x="308" y="87"/>
                </a:cubicBezTo>
                <a:cubicBezTo>
                  <a:pt x="307" y="87"/>
                  <a:pt x="307" y="87"/>
                  <a:pt x="307" y="87"/>
                </a:cubicBezTo>
                <a:lnTo>
                  <a:pt x="307" y="88"/>
                </a:lnTo>
                <a:lnTo>
                  <a:pt x="306" y="88"/>
                </a:lnTo>
                <a:lnTo>
                  <a:pt x="307" y="82"/>
                </a:lnTo>
                <a:lnTo>
                  <a:pt x="308" y="82"/>
                </a:lnTo>
                <a:lnTo>
                  <a:pt x="308" y="83"/>
                </a:lnTo>
                <a:cubicBezTo>
                  <a:pt x="308" y="83"/>
                  <a:pt x="308" y="84"/>
                  <a:pt x="308" y="84"/>
                </a:cubicBezTo>
                <a:cubicBezTo>
                  <a:pt x="309" y="84"/>
                  <a:pt x="309" y="84"/>
                  <a:pt x="309" y="84"/>
                </a:cubicBezTo>
                <a:cubicBezTo>
                  <a:pt x="310" y="85"/>
                  <a:pt x="310" y="85"/>
                  <a:pt x="312" y="85"/>
                </a:cubicBezTo>
                <a:lnTo>
                  <a:pt x="319" y="86"/>
                </a:lnTo>
                <a:close/>
              </a:path>
              <a:path w="336" h="189">
                <a:moveTo>
                  <a:pt x="305" y="89"/>
                </a:moveTo>
                <a:lnTo>
                  <a:pt x="314" y="91"/>
                </a:lnTo>
                <a:cubicBezTo>
                  <a:pt x="311" y="91"/>
                  <a:pt x="309" y="91"/>
                  <a:pt x="308" y="92"/>
                </a:cubicBezTo>
                <a:cubicBezTo>
                  <a:pt x="307" y="92"/>
                  <a:pt x="306" y="93"/>
                  <a:pt x="306" y="94"/>
                </a:cubicBezTo>
                <a:cubicBezTo>
                  <a:pt x="305" y="95"/>
                  <a:pt x="306" y="95"/>
                  <a:pt x="306" y="96"/>
                </a:cubicBezTo>
                <a:cubicBezTo>
                  <a:pt x="307" y="97"/>
                  <a:pt x="308" y="98"/>
                  <a:pt x="310" y="99"/>
                </a:cubicBezTo>
                <a:cubicBezTo>
                  <a:pt x="312" y="99"/>
                  <a:pt x="314" y="100"/>
                  <a:pt x="317" y="101"/>
                </a:cubicBezTo>
                <a:cubicBezTo>
                  <a:pt x="320" y="101"/>
                  <a:pt x="322" y="101"/>
                  <a:pt x="323" y="101"/>
                </a:cubicBezTo>
                <a:cubicBezTo>
                  <a:pt x="325" y="101"/>
                  <a:pt x="327" y="101"/>
                  <a:pt x="328" y="100"/>
                </a:cubicBezTo>
                <a:cubicBezTo>
                  <a:pt x="329" y="100"/>
                  <a:pt x="329" y="99"/>
                  <a:pt x="330" y="98"/>
                </a:cubicBezTo>
                <a:cubicBezTo>
                  <a:pt x="330" y="97"/>
                  <a:pt x="330" y="97"/>
                  <a:pt x="329" y="96"/>
                </a:cubicBezTo>
                <a:cubicBezTo>
                  <a:pt x="328" y="95"/>
                  <a:pt x="327" y="94"/>
                  <a:pt x="325" y="93"/>
                </a:cubicBezTo>
                <a:lnTo>
                  <a:pt x="326" y="93"/>
                </a:lnTo>
                <a:cubicBezTo>
                  <a:pt x="328" y="94"/>
                  <a:pt x="329" y="95"/>
                  <a:pt x="330" y="96"/>
                </a:cubicBezTo>
                <a:cubicBezTo>
                  <a:pt x="331" y="97"/>
                  <a:pt x="331" y="98"/>
                  <a:pt x="331" y="99"/>
                </a:cubicBezTo>
                <a:cubicBezTo>
                  <a:pt x="331" y="101"/>
                  <a:pt x="329" y="102"/>
                  <a:pt x="325" y="103"/>
                </a:cubicBezTo>
                <a:cubicBezTo>
                  <a:pt x="323" y="103"/>
                  <a:pt x="320" y="103"/>
                  <a:pt x="317" y="103"/>
                </a:cubicBezTo>
                <a:cubicBezTo>
                  <a:pt x="314" y="102"/>
                  <a:pt x="312" y="101"/>
                  <a:pt x="310" y="100"/>
                </a:cubicBezTo>
                <a:cubicBezTo>
                  <a:pt x="308" y="99"/>
                  <a:pt x="306" y="98"/>
                  <a:pt x="305" y="97"/>
                </a:cubicBezTo>
                <a:cubicBezTo>
                  <a:pt x="304" y="96"/>
                  <a:pt x="304" y="95"/>
                  <a:pt x="304" y="94"/>
                </a:cubicBezTo>
                <a:cubicBezTo>
                  <a:pt x="304" y="93"/>
                  <a:pt x="305" y="92"/>
                  <a:pt x="306" y="91"/>
                </a:cubicBezTo>
                <a:cubicBezTo>
                  <a:pt x="306" y="91"/>
                  <a:pt x="307" y="91"/>
                  <a:pt x="307" y="91"/>
                </a:cubicBezTo>
                <a:cubicBezTo>
                  <a:pt x="307" y="91"/>
                  <a:pt x="307" y="90"/>
                  <a:pt x="306" y="90"/>
                </a:cubicBezTo>
                <a:cubicBezTo>
                  <a:pt x="306" y="90"/>
                  <a:pt x="306" y="90"/>
                  <a:pt x="305" y="90"/>
                </a:cubicBezTo>
                <a:lnTo>
                  <a:pt x="305" y="89"/>
                </a:lnTo>
                <a:close/>
              </a:path>
              <a:path w="336" h="189">
                <a:moveTo>
                  <a:pt x="300" y="104"/>
                </a:moveTo>
                <a:lnTo>
                  <a:pt x="309" y="109"/>
                </a:lnTo>
                <a:lnTo>
                  <a:pt x="311" y="106"/>
                </a:lnTo>
                <a:cubicBezTo>
                  <a:pt x="311" y="105"/>
                  <a:pt x="311" y="105"/>
                  <a:pt x="311" y="104"/>
                </a:cubicBezTo>
                <a:cubicBezTo>
                  <a:pt x="310" y="104"/>
                  <a:pt x="309" y="103"/>
                  <a:pt x="308" y="102"/>
                </a:cubicBezTo>
                <a:lnTo>
                  <a:pt x="317" y="106"/>
                </a:lnTo>
                <a:lnTo>
                  <a:pt x="316" y="106"/>
                </a:lnTo>
                <a:cubicBezTo>
                  <a:pt x="315" y="106"/>
                  <a:pt x="314" y="106"/>
                  <a:pt x="314" y="106"/>
                </a:cubicBezTo>
                <a:cubicBezTo>
                  <a:pt x="314" y="106"/>
                  <a:pt x="313" y="106"/>
                  <a:pt x="313" y="106"/>
                </a:cubicBezTo>
                <a:cubicBezTo>
                  <a:pt x="312" y="106"/>
                  <a:pt x="312" y="106"/>
                  <a:pt x="312" y="107"/>
                </a:cubicBezTo>
                <a:lnTo>
                  <a:pt x="311" y="109"/>
                </a:lnTo>
                <a:lnTo>
                  <a:pt x="319" y="113"/>
                </a:lnTo>
                <a:cubicBezTo>
                  <a:pt x="320" y="113"/>
                  <a:pt x="320" y="114"/>
                  <a:pt x="321" y="114"/>
                </a:cubicBezTo>
                <a:cubicBezTo>
                  <a:pt x="321" y="114"/>
                  <a:pt x="321" y="114"/>
                  <a:pt x="321" y="114"/>
                </a:cubicBezTo>
                <a:cubicBezTo>
                  <a:pt x="321" y="114"/>
                  <a:pt x="322" y="114"/>
                  <a:pt x="322" y="113"/>
                </a:cubicBezTo>
                <a:lnTo>
                  <a:pt x="323" y="111"/>
                </a:lnTo>
                <a:cubicBezTo>
                  <a:pt x="323" y="111"/>
                  <a:pt x="323" y="110"/>
                  <a:pt x="323" y="110"/>
                </a:cubicBezTo>
                <a:cubicBezTo>
                  <a:pt x="323" y="109"/>
                  <a:pt x="323" y="109"/>
                  <a:pt x="322" y="108"/>
                </a:cubicBezTo>
                <a:cubicBezTo>
                  <a:pt x="322" y="108"/>
                  <a:pt x="321" y="107"/>
                  <a:pt x="320" y="106"/>
                </a:cubicBezTo>
                <a:lnTo>
                  <a:pt x="320" y="105"/>
                </a:lnTo>
                <a:lnTo>
                  <a:pt x="325" y="109"/>
                </a:lnTo>
                <a:lnTo>
                  <a:pt x="321" y="118"/>
                </a:lnTo>
                <a:lnTo>
                  <a:pt x="320" y="118"/>
                </a:lnTo>
                <a:lnTo>
                  <a:pt x="321" y="118"/>
                </a:lnTo>
                <a:cubicBezTo>
                  <a:pt x="321" y="117"/>
                  <a:pt x="321" y="117"/>
                  <a:pt x="320" y="117"/>
                </a:cubicBezTo>
                <a:cubicBezTo>
                  <a:pt x="320" y="116"/>
                  <a:pt x="320" y="116"/>
                  <a:pt x="320" y="116"/>
                </a:cubicBezTo>
                <a:cubicBezTo>
                  <a:pt x="319" y="115"/>
                  <a:pt x="319" y="115"/>
                  <a:pt x="318" y="115"/>
                </a:cubicBezTo>
                <a:lnTo>
                  <a:pt x="302" y="107"/>
                </a:lnTo>
                <a:cubicBezTo>
                  <a:pt x="301" y="106"/>
                  <a:pt x="300" y="106"/>
                  <a:pt x="299" y="106"/>
                </a:cubicBezTo>
                <a:cubicBezTo>
                  <a:pt x="299" y="106"/>
                  <a:pt x="298" y="106"/>
                  <a:pt x="298" y="107"/>
                </a:cubicBezTo>
                <a:lnTo>
                  <a:pt x="297" y="107"/>
                </a:lnTo>
                <a:lnTo>
                  <a:pt x="301" y="98"/>
                </a:lnTo>
                <a:lnTo>
                  <a:pt x="307" y="100"/>
                </a:lnTo>
                <a:cubicBezTo>
                  <a:pt x="305" y="100"/>
                  <a:pt x="304" y="100"/>
                  <a:pt x="304" y="100"/>
                </a:cubicBezTo>
                <a:cubicBezTo>
                  <a:pt x="303" y="99"/>
                  <a:pt x="303" y="100"/>
                  <a:pt x="302" y="100"/>
                </a:cubicBezTo>
                <a:cubicBezTo>
                  <a:pt x="302" y="100"/>
                  <a:pt x="302" y="100"/>
                  <a:pt x="302" y="101"/>
                </a:cubicBezTo>
                <a:lnTo>
                  <a:pt x="300" y="104"/>
                </a:lnTo>
                <a:close/>
              </a:path>
              <a:path w="336" h="189">
                <a:moveTo>
                  <a:pt x="298" y="108"/>
                </a:moveTo>
                <a:lnTo>
                  <a:pt x="303" y="111"/>
                </a:lnTo>
                <a:cubicBezTo>
                  <a:pt x="302" y="111"/>
                  <a:pt x="301" y="110"/>
                  <a:pt x="301" y="110"/>
                </a:cubicBezTo>
                <a:cubicBezTo>
                  <a:pt x="300" y="110"/>
                  <a:pt x="299" y="110"/>
                  <a:pt x="299" y="110"/>
                </a:cubicBezTo>
                <a:cubicBezTo>
                  <a:pt x="299" y="110"/>
                  <a:pt x="298" y="111"/>
                  <a:pt x="298" y="111"/>
                </a:cubicBezTo>
                <a:lnTo>
                  <a:pt x="297" y="113"/>
                </a:lnTo>
                <a:lnTo>
                  <a:pt x="315" y="122"/>
                </a:lnTo>
                <a:cubicBezTo>
                  <a:pt x="316" y="123"/>
                  <a:pt x="317" y="123"/>
                  <a:pt x="318" y="123"/>
                </a:cubicBezTo>
                <a:cubicBezTo>
                  <a:pt x="318" y="123"/>
                  <a:pt x="319" y="123"/>
                  <a:pt x="319" y="123"/>
                </a:cubicBezTo>
                <a:lnTo>
                  <a:pt x="319" y="122"/>
                </a:lnTo>
                <a:lnTo>
                  <a:pt x="320" y="123"/>
                </a:lnTo>
                <a:lnTo>
                  <a:pt x="317" y="128"/>
                </a:lnTo>
                <a:lnTo>
                  <a:pt x="317" y="127"/>
                </a:lnTo>
                <a:cubicBezTo>
                  <a:pt x="317" y="126"/>
                  <a:pt x="317" y="126"/>
                  <a:pt x="317" y="125"/>
                </a:cubicBezTo>
                <a:cubicBezTo>
                  <a:pt x="316" y="125"/>
                  <a:pt x="315" y="124"/>
                  <a:pt x="314" y="124"/>
                </a:cubicBezTo>
                <a:lnTo>
                  <a:pt x="296" y="114"/>
                </a:lnTo>
                <a:lnTo>
                  <a:pt x="296" y="116"/>
                </a:lnTo>
                <a:cubicBezTo>
                  <a:pt x="295" y="116"/>
                  <a:pt x="295" y="117"/>
                  <a:pt x="295" y="117"/>
                </a:cubicBezTo>
                <a:cubicBezTo>
                  <a:pt x="295" y="117"/>
                  <a:pt x="296" y="118"/>
                  <a:pt x="296" y="118"/>
                </a:cubicBezTo>
                <a:cubicBezTo>
                  <a:pt x="297" y="119"/>
                  <a:pt x="297" y="120"/>
                  <a:pt x="298" y="120"/>
                </a:cubicBezTo>
                <a:lnTo>
                  <a:pt x="293" y="117"/>
                </a:lnTo>
                <a:lnTo>
                  <a:pt x="298" y="108"/>
                </a:lnTo>
                <a:close/>
              </a:path>
              <a:path w="336" h="189">
                <a:moveTo>
                  <a:pt x="307" y="54"/>
                </a:moveTo>
                <a:cubicBezTo>
                  <a:pt x="307" y="53"/>
                  <a:pt x="308" y="51"/>
                  <a:pt x="310" y="50"/>
                </a:cubicBezTo>
                <a:cubicBezTo>
                  <a:pt x="313" y="49"/>
                  <a:pt x="316" y="48"/>
                  <a:pt x="320" y="48"/>
                </a:cubicBezTo>
                <a:cubicBezTo>
                  <a:pt x="324" y="48"/>
                  <a:pt x="327" y="48"/>
                  <a:pt x="330" y="50"/>
                </a:cubicBezTo>
                <a:cubicBezTo>
                  <a:pt x="333" y="51"/>
                  <a:pt x="334" y="52"/>
                  <a:pt x="334" y="54"/>
                </a:cubicBezTo>
                <a:cubicBezTo>
                  <a:pt x="334" y="56"/>
                  <a:pt x="333" y="57"/>
                  <a:pt x="330" y="59"/>
                </a:cubicBezTo>
                <a:cubicBezTo>
                  <a:pt x="328" y="60"/>
                  <a:pt x="325" y="61"/>
                  <a:pt x="320" y="61"/>
                </a:cubicBezTo>
                <a:cubicBezTo>
                  <a:pt x="316" y="61"/>
                  <a:pt x="313" y="60"/>
                  <a:pt x="310" y="59"/>
                </a:cubicBezTo>
                <a:cubicBezTo>
                  <a:pt x="308" y="57"/>
                  <a:pt x="307" y="56"/>
                  <a:pt x="307" y="54"/>
                </a:cubicBezTo>
                <a:close/>
                <a:moveTo>
                  <a:pt x="308" y="55"/>
                </a:moveTo>
                <a:cubicBezTo>
                  <a:pt x="308" y="56"/>
                  <a:pt x="309" y="57"/>
                  <a:pt x="311" y="57"/>
                </a:cubicBezTo>
                <a:cubicBezTo>
                  <a:pt x="313" y="58"/>
                  <a:pt x="316" y="58"/>
                  <a:pt x="320" y="58"/>
                </a:cubicBezTo>
                <a:cubicBezTo>
                  <a:pt x="325" y="58"/>
                  <a:pt x="328" y="58"/>
                  <a:pt x="330" y="57"/>
                </a:cubicBezTo>
                <a:cubicBezTo>
                  <a:pt x="332" y="56"/>
                  <a:pt x="333" y="55"/>
                  <a:pt x="333" y="54"/>
                </a:cubicBezTo>
                <a:cubicBezTo>
                  <a:pt x="333" y="53"/>
                  <a:pt x="332" y="52"/>
                  <a:pt x="330" y="51"/>
                </a:cubicBezTo>
                <a:cubicBezTo>
                  <a:pt x="328" y="50"/>
                  <a:pt x="325" y="50"/>
                  <a:pt x="321" y="50"/>
                </a:cubicBezTo>
                <a:cubicBezTo>
                  <a:pt x="316" y="50"/>
                  <a:pt x="313" y="51"/>
                  <a:pt x="311" y="52"/>
                </a:cubicBezTo>
                <a:cubicBezTo>
                  <a:pt x="309" y="52"/>
                  <a:pt x="308" y="53"/>
                  <a:pt x="308" y="55"/>
                </a:cubicBezTo>
                <a:close/>
              </a:path>
              <a:path w="336" h="189">
                <a:moveTo>
                  <a:pt x="310" y="75"/>
                </a:moveTo>
                <a:lnTo>
                  <a:pt x="310" y="71"/>
                </a:lnTo>
                <a:lnTo>
                  <a:pt x="329" y="63"/>
                </a:lnTo>
                <a:lnTo>
                  <a:pt x="314" y="63"/>
                </a:lnTo>
                <a:cubicBezTo>
                  <a:pt x="313" y="63"/>
                  <a:pt x="312" y="63"/>
                  <a:pt x="311" y="63"/>
                </a:cubicBezTo>
                <a:cubicBezTo>
                  <a:pt x="311" y="63"/>
                  <a:pt x="310" y="64"/>
                  <a:pt x="310" y="64"/>
                </a:cubicBezTo>
                <a:lnTo>
                  <a:pt x="310" y="65"/>
                </a:lnTo>
                <a:lnTo>
                  <a:pt x="310" y="60"/>
                </a:lnTo>
                <a:lnTo>
                  <a:pt x="310" y="61"/>
                </a:lnTo>
                <a:cubicBezTo>
                  <a:pt x="310" y="61"/>
                  <a:pt x="311" y="62"/>
                  <a:pt x="311" y="62"/>
                </a:cubicBezTo>
                <a:cubicBezTo>
                  <a:pt x="312" y="62"/>
                  <a:pt x="313" y="62"/>
                  <a:pt x="314" y="62"/>
                </a:cubicBezTo>
                <a:lnTo>
                  <a:pt x="336" y="62"/>
                </a:lnTo>
                <a:lnTo>
                  <a:pt x="315" y="71"/>
                </a:lnTo>
                <a:lnTo>
                  <a:pt x="332" y="71"/>
                </a:lnTo>
                <a:cubicBezTo>
                  <a:pt x="333" y="71"/>
                  <a:pt x="334" y="71"/>
                  <a:pt x="335" y="70"/>
                </a:cubicBezTo>
                <a:cubicBezTo>
                  <a:pt x="335" y="70"/>
                  <a:pt x="335" y="70"/>
                  <a:pt x="335" y="69"/>
                </a:cubicBezTo>
                <a:lnTo>
                  <a:pt x="336" y="69"/>
                </a:lnTo>
                <a:lnTo>
                  <a:pt x="336" y="73"/>
                </a:lnTo>
                <a:lnTo>
                  <a:pt x="335" y="73"/>
                </a:lnTo>
                <a:cubicBezTo>
                  <a:pt x="335" y="72"/>
                  <a:pt x="335" y="72"/>
                  <a:pt x="334" y="72"/>
                </a:cubicBezTo>
                <a:cubicBezTo>
                  <a:pt x="334" y="72"/>
                  <a:pt x="333" y="72"/>
                  <a:pt x="332" y="72"/>
                </a:cubicBezTo>
                <a:lnTo>
                  <a:pt x="313" y="72"/>
                </a:lnTo>
                <a:cubicBezTo>
                  <a:pt x="312" y="72"/>
                  <a:pt x="312" y="73"/>
                  <a:pt x="311" y="73"/>
                </a:cubicBezTo>
                <a:cubicBezTo>
                  <a:pt x="311" y="73"/>
                  <a:pt x="311" y="73"/>
                  <a:pt x="311" y="74"/>
                </a:cubicBezTo>
                <a:cubicBezTo>
                  <a:pt x="311" y="74"/>
                  <a:pt x="311" y="74"/>
                  <a:pt x="311" y="75"/>
                </a:cubicBezTo>
                <a:lnTo>
                  <a:pt x="310" y="75"/>
                </a:lnTo>
                <a:close/>
              </a:path>
              <a:path w="336" h="189">
                <a:moveTo>
                  <a:pt x="301" y="38"/>
                </a:moveTo>
                <a:cubicBezTo>
                  <a:pt x="300" y="36"/>
                  <a:pt x="301" y="34"/>
                  <a:pt x="303" y="32"/>
                </a:cubicBezTo>
                <a:cubicBezTo>
                  <a:pt x="305" y="30"/>
                  <a:pt x="307" y="28"/>
                  <a:pt x="311" y="27"/>
                </a:cubicBezTo>
                <a:cubicBezTo>
                  <a:pt x="315" y="25"/>
                  <a:pt x="318" y="25"/>
                  <a:pt x="321" y="25"/>
                </a:cubicBezTo>
                <a:cubicBezTo>
                  <a:pt x="324" y="25"/>
                  <a:pt x="326" y="26"/>
                  <a:pt x="326" y="27"/>
                </a:cubicBezTo>
                <a:cubicBezTo>
                  <a:pt x="327" y="29"/>
                  <a:pt x="326" y="31"/>
                  <a:pt x="325" y="33"/>
                </a:cubicBezTo>
                <a:cubicBezTo>
                  <a:pt x="323" y="35"/>
                  <a:pt x="320" y="37"/>
                  <a:pt x="316" y="39"/>
                </a:cubicBezTo>
                <a:cubicBezTo>
                  <a:pt x="312" y="40"/>
                  <a:pt x="309" y="41"/>
                  <a:pt x="306" y="41"/>
                </a:cubicBezTo>
                <a:cubicBezTo>
                  <a:pt x="303" y="40"/>
                  <a:pt x="302" y="39"/>
                  <a:pt x="301" y="38"/>
                </a:cubicBezTo>
                <a:close/>
                <a:moveTo>
                  <a:pt x="302" y="38"/>
                </a:moveTo>
                <a:cubicBezTo>
                  <a:pt x="303" y="39"/>
                  <a:pt x="304" y="39"/>
                  <a:pt x="306" y="39"/>
                </a:cubicBezTo>
                <a:cubicBezTo>
                  <a:pt x="308" y="39"/>
                  <a:pt x="311" y="38"/>
                  <a:pt x="315" y="37"/>
                </a:cubicBezTo>
                <a:cubicBezTo>
                  <a:pt x="319" y="35"/>
                  <a:pt x="322" y="33"/>
                  <a:pt x="324" y="31"/>
                </a:cubicBezTo>
                <a:cubicBezTo>
                  <a:pt x="325" y="30"/>
                  <a:pt x="326" y="29"/>
                  <a:pt x="325" y="28"/>
                </a:cubicBezTo>
                <a:cubicBezTo>
                  <a:pt x="325" y="27"/>
                  <a:pt x="323" y="26"/>
                  <a:pt x="321" y="26"/>
                </a:cubicBezTo>
                <a:cubicBezTo>
                  <a:pt x="319" y="26"/>
                  <a:pt x="316" y="27"/>
                  <a:pt x="312" y="29"/>
                </a:cubicBezTo>
                <a:cubicBezTo>
                  <a:pt x="308" y="30"/>
                  <a:pt x="305" y="32"/>
                  <a:pt x="304" y="34"/>
                </a:cubicBezTo>
                <a:cubicBezTo>
                  <a:pt x="302" y="35"/>
                  <a:pt x="302" y="36"/>
                  <a:pt x="302" y="38"/>
                </a:cubicBezTo>
                <a:close/>
              </a:path>
              <a:path w="336" h="189">
                <a:moveTo>
                  <a:pt x="323" y="35"/>
                </a:moveTo>
                <a:lnTo>
                  <a:pt x="324" y="35"/>
                </a:lnTo>
                <a:lnTo>
                  <a:pt x="331" y="35"/>
                </a:lnTo>
                <a:lnTo>
                  <a:pt x="332" y="45"/>
                </a:lnTo>
                <a:cubicBezTo>
                  <a:pt x="331" y="44"/>
                  <a:pt x="331" y="44"/>
                  <a:pt x="330" y="44"/>
                </a:cubicBezTo>
                <a:cubicBezTo>
                  <a:pt x="330" y="44"/>
                  <a:pt x="329" y="44"/>
                  <a:pt x="327" y="44"/>
                </a:cubicBezTo>
                <a:lnTo>
                  <a:pt x="311" y="47"/>
                </a:lnTo>
                <a:cubicBezTo>
                  <a:pt x="309" y="47"/>
                  <a:pt x="308" y="47"/>
                  <a:pt x="308" y="47"/>
                </a:cubicBezTo>
                <a:cubicBezTo>
                  <a:pt x="307" y="48"/>
                  <a:pt x="307" y="48"/>
                  <a:pt x="307" y="49"/>
                </a:cubicBezTo>
                <a:lnTo>
                  <a:pt x="306" y="49"/>
                </a:lnTo>
                <a:lnTo>
                  <a:pt x="305" y="43"/>
                </a:lnTo>
                <a:lnTo>
                  <a:pt x="306" y="43"/>
                </a:lnTo>
                <a:cubicBezTo>
                  <a:pt x="306" y="44"/>
                  <a:pt x="306" y="44"/>
                  <a:pt x="307" y="45"/>
                </a:cubicBezTo>
                <a:cubicBezTo>
                  <a:pt x="307" y="45"/>
                  <a:pt x="307" y="45"/>
                  <a:pt x="308" y="45"/>
                </a:cubicBezTo>
                <a:cubicBezTo>
                  <a:pt x="308" y="45"/>
                  <a:pt x="309" y="45"/>
                  <a:pt x="311" y="45"/>
                </a:cubicBezTo>
                <a:lnTo>
                  <a:pt x="327" y="42"/>
                </a:lnTo>
                <a:cubicBezTo>
                  <a:pt x="328" y="42"/>
                  <a:pt x="329" y="42"/>
                  <a:pt x="329" y="42"/>
                </a:cubicBezTo>
                <a:cubicBezTo>
                  <a:pt x="330" y="41"/>
                  <a:pt x="330" y="41"/>
                  <a:pt x="330" y="41"/>
                </a:cubicBezTo>
                <a:cubicBezTo>
                  <a:pt x="330" y="41"/>
                  <a:pt x="330" y="40"/>
                  <a:pt x="330" y="40"/>
                </a:cubicBezTo>
                <a:lnTo>
                  <a:pt x="330" y="39"/>
                </a:lnTo>
                <a:cubicBezTo>
                  <a:pt x="330" y="38"/>
                  <a:pt x="329" y="37"/>
                  <a:pt x="329" y="37"/>
                </a:cubicBezTo>
                <a:cubicBezTo>
                  <a:pt x="329" y="36"/>
                  <a:pt x="328" y="36"/>
                  <a:pt x="327" y="36"/>
                </a:cubicBezTo>
                <a:cubicBezTo>
                  <a:pt x="326" y="36"/>
                  <a:pt x="325" y="35"/>
                  <a:pt x="323" y="35"/>
                </a:cubicBezTo>
                <a:close/>
              </a:path>
              <a:path w="336" h="189">
                <a:moveTo>
                  <a:pt x="286" y="18"/>
                </a:moveTo>
                <a:lnTo>
                  <a:pt x="283" y="14"/>
                </a:lnTo>
                <a:lnTo>
                  <a:pt x="284" y="14"/>
                </a:lnTo>
                <a:cubicBezTo>
                  <a:pt x="284" y="14"/>
                  <a:pt x="284" y="14"/>
                  <a:pt x="285" y="14"/>
                </a:cubicBezTo>
                <a:cubicBezTo>
                  <a:pt x="285" y="14"/>
                  <a:pt x="285" y="14"/>
                  <a:pt x="286" y="14"/>
                </a:cubicBezTo>
                <a:cubicBezTo>
                  <a:pt x="287" y="14"/>
                  <a:pt x="288" y="14"/>
                  <a:pt x="289" y="13"/>
                </a:cubicBezTo>
                <a:lnTo>
                  <a:pt x="298" y="9"/>
                </a:lnTo>
                <a:lnTo>
                  <a:pt x="303" y="4"/>
                </a:lnTo>
                <a:cubicBezTo>
                  <a:pt x="304" y="3"/>
                  <a:pt x="305" y="3"/>
                  <a:pt x="305" y="2"/>
                </a:cubicBezTo>
                <a:cubicBezTo>
                  <a:pt x="306" y="2"/>
                  <a:pt x="306" y="1"/>
                  <a:pt x="305" y="1"/>
                </a:cubicBezTo>
                <a:lnTo>
                  <a:pt x="305" y="0"/>
                </a:lnTo>
                <a:lnTo>
                  <a:pt x="309" y="4"/>
                </a:lnTo>
                <a:lnTo>
                  <a:pt x="309" y="5"/>
                </a:lnTo>
                <a:lnTo>
                  <a:pt x="308" y="4"/>
                </a:lnTo>
                <a:cubicBezTo>
                  <a:pt x="308" y="4"/>
                  <a:pt x="307" y="4"/>
                  <a:pt x="307" y="4"/>
                </a:cubicBezTo>
                <a:cubicBezTo>
                  <a:pt x="306" y="4"/>
                  <a:pt x="306" y="5"/>
                  <a:pt x="304" y="6"/>
                </a:cubicBezTo>
                <a:lnTo>
                  <a:pt x="300" y="10"/>
                </a:lnTo>
                <a:lnTo>
                  <a:pt x="294" y="20"/>
                </a:lnTo>
                <a:cubicBezTo>
                  <a:pt x="293" y="21"/>
                  <a:pt x="293" y="22"/>
                  <a:pt x="293" y="22"/>
                </a:cubicBezTo>
                <a:cubicBezTo>
                  <a:pt x="293" y="23"/>
                  <a:pt x="293" y="23"/>
                  <a:pt x="292" y="24"/>
                </a:cubicBezTo>
                <a:cubicBezTo>
                  <a:pt x="292" y="24"/>
                  <a:pt x="293" y="24"/>
                  <a:pt x="293" y="24"/>
                </a:cubicBezTo>
                <a:lnTo>
                  <a:pt x="292" y="25"/>
                </a:lnTo>
                <a:lnTo>
                  <a:pt x="288" y="21"/>
                </a:lnTo>
                <a:lnTo>
                  <a:pt x="289" y="20"/>
                </a:lnTo>
                <a:cubicBezTo>
                  <a:pt x="289" y="21"/>
                  <a:pt x="290" y="21"/>
                  <a:pt x="290" y="21"/>
                </a:cubicBezTo>
                <a:cubicBezTo>
                  <a:pt x="290" y="21"/>
                  <a:pt x="291" y="20"/>
                  <a:pt x="291" y="20"/>
                </a:cubicBezTo>
                <a:cubicBezTo>
                  <a:pt x="292" y="20"/>
                  <a:pt x="292" y="19"/>
                  <a:pt x="293" y="18"/>
                </a:cubicBezTo>
                <a:lnTo>
                  <a:pt x="297" y="10"/>
                </a:lnTo>
                <a:lnTo>
                  <a:pt x="290" y="14"/>
                </a:lnTo>
                <a:cubicBezTo>
                  <a:pt x="288" y="14"/>
                  <a:pt x="288" y="15"/>
                  <a:pt x="287" y="15"/>
                </a:cubicBezTo>
                <a:cubicBezTo>
                  <a:pt x="287" y="15"/>
                  <a:pt x="287" y="16"/>
                  <a:pt x="286" y="16"/>
                </a:cubicBezTo>
                <a:cubicBezTo>
                  <a:pt x="286" y="16"/>
                  <a:pt x="286" y="16"/>
                  <a:pt x="286" y="17"/>
                </a:cubicBezTo>
                <a:cubicBezTo>
                  <a:pt x="286" y="17"/>
                  <a:pt x="286" y="17"/>
                  <a:pt x="287" y="17"/>
                </a:cubicBezTo>
                <a:lnTo>
                  <a:pt x="286" y="18"/>
                </a:lnTo>
                <a:close/>
              </a:path>
              <a:path w="336" h="189">
                <a:moveTo>
                  <a:pt x="35" y="20"/>
                </a:moveTo>
                <a:lnTo>
                  <a:pt x="32" y="25"/>
                </a:lnTo>
                <a:lnTo>
                  <a:pt x="39" y="29"/>
                </a:lnTo>
                <a:cubicBezTo>
                  <a:pt x="40" y="29"/>
                  <a:pt x="41" y="30"/>
                  <a:pt x="41" y="30"/>
                </a:cubicBezTo>
                <a:cubicBezTo>
                  <a:pt x="42" y="30"/>
                  <a:pt x="42" y="30"/>
                  <a:pt x="42" y="30"/>
                </a:cubicBezTo>
                <a:cubicBezTo>
                  <a:pt x="43" y="30"/>
                  <a:pt x="43" y="30"/>
                  <a:pt x="43" y="29"/>
                </a:cubicBezTo>
                <a:lnTo>
                  <a:pt x="44" y="29"/>
                </a:lnTo>
                <a:lnTo>
                  <a:pt x="41" y="34"/>
                </a:lnTo>
                <a:lnTo>
                  <a:pt x="41" y="33"/>
                </a:lnTo>
                <a:cubicBezTo>
                  <a:pt x="41" y="33"/>
                  <a:pt x="41" y="33"/>
                  <a:pt x="41" y="33"/>
                </a:cubicBezTo>
                <a:cubicBezTo>
                  <a:pt x="41" y="32"/>
                  <a:pt x="41" y="32"/>
                  <a:pt x="40" y="32"/>
                </a:cubicBezTo>
                <a:cubicBezTo>
                  <a:pt x="40" y="31"/>
                  <a:pt x="39" y="31"/>
                  <a:pt x="38" y="30"/>
                </a:cubicBezTo>
                <a:lnTo>
                  <a:pt x="23" y="22"/>
                </a:lnTo>
                <a:cubicBezTo>
                  <a:pt x="22" y="21"/>
                  <a:pt x="21" y="21"/>
                  <a:pt x="21" y="21"/>
                </a:cubicBezTo>
                <a:cubicBezTo>
                  <a:pt x="21" y="21"/>
                  <a:pt x="20" y="21"/>
                  <a:pt x="20" y="21"/>
                </a:cubicBezTo>
                <a:cubicBezTo>
                  <a:pt x="19" y="21"/>
                  <a:pt x="19" y="21"/>
                  <a:pt x="19" y="21"/>
                </a:cubicBezTo>
                <a:lnTo>
                  <a:pt x="19" y="22"/>
                </a:lnTo>
                <a:lnTo>
                  <a:pt x="18" y="21"/>
                </a:lnTo>
                <a:lnTo>
                  <a:pt x="21" y="17"/>
                </a:lnTo>
                <a:lnTo>
                  <a:pt x="22" y="17"/>
                </a:lnTo>
                <a:lnTo>
                  <a:pt x="21" y="17"/>
                </a:lnTo>
                <a:cubicBezTo>
                  <a:pt x="21" y="18"/>
                  <a:pt x="21" y="18"/>
                  <a:pt x="22" y="19"/>
                </a:cubicBezTo>
                <a:cubicBezTo>
                  <a:pt x="22" y="19"/>
                  <a:pt x="23" y="20"/>
                  <a:pt x="24" y="20"/>
                </a:cubicBezTo>
                <a:lnTo>
                  <a:pt x="31" y="24"/>
                </a:lnTo>
                <a:lnTo>
                  <a:pt x="34" y="19"/>
                </a:lnTo>
                <a:lnTo>
                  <a:pt x="27" y="15"/>
                </a:lnTo>
                <a:cubicBezTo>
                  <a:pt x="26" y="15"/>
                  <a:pt x="25" y="14"/>
                  <a:pt x="25" y="14"/>
                </a:cubicBezTo>
                <a:cubicBezTo>
                  <a:pt x="24" y="14"/>
                  <a:pt x="24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lnTo>
                  <a:pt x="23" y="15"/>
                </a:lnTo>
                <a:lnTo>
                  <a:pt x="22" y="15"/>
                </a:lnTo>
                <a:lnTo>
                  <a:pt x="25" y="10"/>
                </a:lnTo>
                <a:cubicBezTo>
                  <a:pt x="25" y="11"/>
                  <a:pt x="25" y="11"/>
                  <a:pt x="25" y="12"/>
                </a:cubicBezTo>
                <a:cubicBezTo>
                  <a:pt x="26" y="12"/>
                  <a:pt x="27" y="13"/>
                  <a:pt x="28" y="14"/>
                </a:cubicBezTo>
                <a:lnTo>
                  <a:pt x="43" y="22"/>
                </a:lnTo>
                <a:cubicBezTo>
                  <a:pt x="44" y="22"/>
                  <a:pt x="45" y="23"/>
                  <a:pt x="45" y="23"/>
                </a:cubicBezTo>
                <a:cubicBezTo>
                  <a:pt x="45" y="23"/>
                  <a:pt x="46" y="23"/>
                  <a:pt x="46" y="23"/>
                </a:cubicBezTo>
                <a:cubicBezTo>
                  <a:pt x="46" y="23"/>
                  <a:pt x="47" y="23"/>
                  <a:pt x="47" y="23"/>
                </a:cubicBezTo>
                <a:lnTo>
                  <a:pt x="47" y="22"/>
                </a:lnTo>
                <a:lnTo>
                  <a:pt x="48" y="22"/>
                </a:lnTo>
                <a:lnTo>
                  <a:pt x="45" y="27"/>
                </a:lnTo>
                <a:lnTo>
                  <a:pt x="44" y="27"/>
                </a:lnTo>
                <a:lnTo>
                  <a:pt x="45" y="27"/>
                </a:lnTo>
                <a:cubicBezTo>
                  <a:pt x="45" y="26"/>
                  <a:pt x="45" y="26"/>
                  <a:pt x="45" y="26"/>
                </a:cubicBezTo>
                <a:cubicBezTo>
                  <a:pt x="45" y="25"/>
                  <a:pt x="44" y="25"/>
                  <a:pt x="44" y="25"/>
                </a:cubicBezTo>
                <a:cubicBezTo>
                  <a:pt x="44" y="25"/>
                  <a:pt x="43" y="24"/>
                  <a:pt x="42" y="23"/>
                </a:cubicBezTo>
                <a:lnTo>
                  <a:pt x="35" y="20"/>
                </a:lnTo>
                <a:close/>
              </a:path>
              <a:path w="336" h="189">
                <a:moveTo>
                  <a:pt x="36" y="43"/>
                </a:moveTo>
                <a:lnTo>
                  <a:pt x="36" y="43"/>
                </a:lnTo>
                <a:lnTo>
                  <a:pt x="34" y="47"/>
                </a:lnTo>
                <a:lnTo>
                  <a:pt x="33" y="47"/>
                </a:lnTo>
                <a:lnTo>
                  <a:pt x="34" y="47"/>
                </a:lnTo>
                <a:cubicBezTo>
                  <a:pt x="34" y="46"/>
                  <a:pt x="34" y="46"/>
                  <a:pt x="33" y="45"/>
                </a:cubicBezTo>
                <a:cubicBezTo>
                  <a:pt x="33" y="45"/>
                  <a:pt x="32" y="44"/>
                  <a:pt x="31" y="43"/>
                </a:cubicBezTo>
                <a:lnTo>
                  <a:pt x="21" y="38"/>
                </a:lnTo>
                <a:cubicBezTo>
                  <a:pt x="19" y="37"/>
                  <a:pt x="17" y="36"/>
                  <a:pt x="16" y="35"/>
                </a:cubicBezTo>
                <a:cubicBezTo>
                  <a:pt x="15" y="34"/>
                  <a:pt x="14" y="33"/>
                  <a:pt x="14" y="32"/>
                </a:cubicBezTo>
                <a:cubicBezTo>
                  <a:pt x="13" y="30"/>
                  <a:pt x="13" y="29"/>
                  <a:pt x="14" y="28"/>
                </a:cubicBezTo>
                <a:cubicBezTo>
                  <a:pt x="14" y="27"/>
                  <a:pt x="15" y="26"/>
                  <a:pt x="17" y="26"/>
                </a:cubicBezTo>
                <a:cubicBezTo>
                  <a:pt x="18" y="26"/>
                  <a:pt x="19" y="26"/>
                  <a:pt x="21" y="27"/>
                </a:cubicBezTo>
                <a:cubicBezTo>
                  <a:pt x="22" y="27"/>
                  <a:pt x="24" y="28"/>
                  <a:pt x="27" y="30"/>
                </a:cubicBezTo>
                <a:lnTo>
                  <a:pt x="36" y="35"/>
                </a:lnTo>
                <a:cubicBezTo>
                  <a:pt x="37" y="35"/>
                  <a:pt x="38" y="36"/>
                  <a:pt x="39" y="36"/>
                </a:cubicBezTo>
                <a:cubicBezTo>
                  <a:pt x="39" y="36"/>
                  <a:pt x="40" y="36"/>
                  <a:pt x="40" y="35"/>
                </a:cubicBezTo>
                <a:lnTo>
                  <a:pt x="41" y="35"/>
                </a:lnTo>
                <a:lnTo>
                  <a:pt x="38" y="40"/>
                </a:lnTo>
                <a:lnTo>
                  <a:pt x="37" y="40"/>
                </a:lnTo>
                <a:lnTo>
                  <a:pt x="38" y="39"/>
                </a:lnTo>
                <a:cubicBezTo>
                  <a:pt x="38" y="39"/>
                  <a:pt x="38" y="38"/>
                  <a:pt x="37" y="38"/>
                </a:cubicBezTo>
                <a:cubicBezTo>
                  <a:pt x="37" y="37"/>
                  <a:pt x="36" y="37"/>
                  <a:pt x="35" y="36"/>
                </a:cubicBezTo>
                <a:lnTo>
                  <a:pt x="25" y="31"/>
                </a:lnTo>
                <a:cubicBezTo>
                  <a:pt x="24" y="30"/>
                  <a:pt x="23" y="30"/>
                  <a:pt x="22" y="29"/>
                </a:cubicBezTo>
                <a:cubicBezTo>
                  <a:pt x="20" y="28"/>
                  <a:pt x="19" y="28"/>
                  <a:pt x="19" y="28"/>
                </a:cubicBezTo>
                <a:cubicBezTo>
                  <a:pt x="18" y="28"/>
                  <a:pt x="17" y="28"/>
                  <a:pt x="17" y="28"/>
                </a:cubicBezTo>
                <a:cubicBezTo>
                  <a:pt x="16" y="28"/>
                  <a:pt x="15" y="29"/>
                  <a:pt x="15" y="29"/>
                </a:cubicBezTo>
                <a:cubicBezTo>
                  <a:pt x="15" y="30"/>
                  <a:pt x="15" y="31"/>
                  <a:pt x="15" y="32"/>
                </a:cubicBezTo>
                <a:cubicBezTo>
                  <a:pt x="15" y="33"/>
                  <a:pt x="16" y="33"/>
                  <a:pt x="17" y="34"/>
                </a:cubicBezTo>
                <a:cubicBezTo>
                  <a:pt x="18" y="35"/>
                  <a:pt x="19" y="36"/>
                  <a:pt x="22" y="37"/>
                </a:cubicBezTo>
                <a:lnTo>
                  <a:pt x="31" y="43"/>
                </a:lnTo>
                <a:cubicBezTo>
                  <a:pt x="33" y="43"/>
                  <a:pt x="34" y="44"/>
                  <a:pt x="34" y="44"/>
                </a:cubicBezTo>
                <a:cubicBezTo>
                  <a:pt x="35" y="44"/>
                  <a:pt x="35" y="44"/>
                  <a:pt x="35" y="43"/>
                </a:cubicBezTo>
                <a:lnTo>
                  <a:pt x="36" y="43"/>
                </a:lnTo>
                <a:close/>
              </a:path>
              <a:path w="336" h="189">
                <a:moveTo>
                  <a:pt x="15" y="45"/>
                </a:moveTo>
                <a:lnTo>
                  <a:pt x="16" y="40"/>
                </a:lnTo>
                <a:lnTo>
                  <a:pt x="13" y="38"/>
                </a:lnTo>
                <a:cubicBezTo>
                  <a:pt x="12" y="37"/>
                  <a:pt x="11" y="37"/>
                  <a:pt x="11" y="37"/>
                </a:cubicBezTo>
                <a:cubicBezTo>
                  <a:pt x="11" y="37"/>
                  <a:pt x="10" y="37"/>
                  <a:pt x="10" y="37"/>
                </a:cubicBezTo>
                <a:cubicBezTo>
                  <a:pt x="9" y="37"/>
                  <a:pt x="9" y="37"/>
                  <a:pt x="9" y="38"/>
                </a:cubicBezTo>
                <a:lnTo>
                  <a:pt x="8" y="37"/>
                </a:lnTo>
                <a:lnTo>
                  <a:pt x="10" y="33"/>
                </a:lnTo>
                <a:lnTo>
                  <a:pt x="10" y="34"/>
                </a:lnTo>
                <a:cubicBezTo>
                  <a:pt x="10" y="34"/>
                  <a:pt x="10" y="35"/>
                  <a:pt x="11" y="35"/>
                </a:cubicBezTo>
                <a:cubicBezTo>
                  <a:pt x="11" y="36"/>
                  <a:pt x="12" y="36"/>
                  <a:pt x="14" y="37"/>
                </a:cubicBezTo>
                <a:lnTo>
                  <a:pt x="32" y="50"/>
                </a:lnTo>
                <a:lnTo>
                  <a:pt x="10" y="46"/>
                </a:lnTo>
                <a:cubicBezTo>
                  <a:pt x="8" y="46"/>
                  <a:pt x="7" y="46"/>
                  <a:pt x="7" y="46"/>
                </a:cubicBezTo>
                <a:cubicBezTo>
                  <a:pt x="6" y="46"/>
                  <a:pt x="6" y="46"/>
                  <a:pt x="5" y="47"/>
                </a:cubicBezTo>
                <a:lnTo>
                  <a:pt x="5" y="46"/>
                </a:lnTo>
                <a:lnTo>
                  <a:pt x="6" y="42"/>
                </a:lnTo>
                <a:lnTo>
                  <a:pt x="7" y="42"/>
                </a:lnTo>
                <a:cubicBezTo>
                  <a:pt x="7" y="42"/>
                  <a:pt x="7" y="43"/>
                  <a:pt x="7" y="43"/>
                </a:cubicBezTo>
                <a:cubicBezTo>
                  <a:pt x="7" y="43"/>
                  <a:pt x="8" y="44"/>
                  <a:pt x="8" y="44"/>
                </a:cubicBezTo>
                <a:cubicBezTo>
                  <a:pt x="9" y="44"/>
                  <a:pt x="10" y="44"/>
                  <a:pt x="11" y="44"/>
                </a:cubicBezTo>
                <a:lnTo>
                  <a:pt x="15" y="45"/>
                </a:lnTo>
                <a:close/>
                <a:moveTo>
                  <a:pt x="16" y="45"/>
                </a:moveTo>
                <a:lnTo>
                  <a:pt x="27" y="47"/>
                </a:lnTo>
                <a:lnTo>
                  <a:pt x="18" y="41"/>
                </a:lnTo>
                <a:lnTo>
                  <a:pt x="16" y="45"/>
                </a:lnTo>
                <a:close/>
              </a:path>
              <a:path w="336" h="189">
                <a:moveTo>
                  <a:pt x="29" y="62"/>
                </a:moveTo>
                <a:lnTo>
                  <a:pt x="5" y="52"/>
                </a:lnTo>
                <a:lnTo>
                  <a:pt x="5" y="57"/>
                </a:lnTo>
                <a:cubicBezTo>
                  <a:pt x="5" y="58"/>
                  <a:pt x="5" y="59"/>
                  <a:pt x="6" y="59"/>
                </a:cubicBezTo>
                <a:cubicBezTo>
                  <a:pt x="6" y="60"/>
                  <a:pt x="8" y="60"/>
                  <a:pt x="10" y="61"/>
                </a:cubicBezTo>
                <a:lnTo>
                  <a:pt x="3" y="60"/>
                </a:lnTo>
                <a:lnTo>
                  <a:pt x="4" y="49"/>
                </a:lnTo>
                <a:lnTo>
                  <a:pt x="28" y="59"/>
                </a:lnTo>
                <a:lnTo>
                  <a:pt x="28" y="55"/>
                </a:lnTo>
                <a:cubicBezTo>
                  <a:pt x="28" y="54"/>
                  <a:pt x="28" y="53"/>
                  <a:pt x="28" y="53"/>
                </a:cubicBezTo>
                <a:cubicBezTo>
                  <a:pt x="27" y="53"/>
                  <a:pt x="27" y="53"/>
                  <a:pt x="26" y="52"/>
                </a:cubicBezTo>
                <a:cubicBezTo>
                  <a:pt x="26" y="52"/>
                  <a:pt x="25" y="52"/>
                  <a:pt x="23" y="52"/>
                </a:cubicBezTo>
                <a:lnTo>
                  <a:pt x="23" y="51"/>
                </a:lnTo>
                <a:lnTo>
                  <a:pt x="30" y="52"/>
                </a:lnTo>
                <a:lnTo>
                  <a:pt x="29" y="62"/>
                </a:lnTo>
                <a:close/>
              </a:path>
              <a:path w="336" h="189">
                <a:moveTo>
                  <a:pt x="29" y="82"/>
                </a:moveTo>
                <a:cubicBezTo>
                  <a:pt x="29" y="84"/>
                  <a:pt x="28" y="85"/>
                  <a:pt x="25" y="87"/>
                </a:cubicBezTo>
                <a:cubicBezTo>
                  <a:pt x="22" y="88"/>
                  <a:pt x="19" y="89"/>
                  <a:pt x="15" y="89"/>
                </a:cubicBezTo>
                <a:cubicBezTo>
                  <a:pt x="11" y="89"/>
                  <a:pt x="8" y="89"/>
                  <a:pt x="5" y="87"/>
                </a:cubicBezTo>
                <a:cubicBezTo>
                  <a:pt x="3" y="86"/>
                  <a:pt x="1" y="85"/>
                  <a:pt x="1" y="83"/>
                </a:cubicBezTo>
                <a:cubicBezTo>
                  <a:pt x="1" y="81"/>
                  <a:pt x="2" y="80"/>
                  <a:pt x="5" y="78"/>
                </a:cubicBezTo>
                <a:cubicBezTo>
                  <a:pt x="7" y="77"/>
                  <a:pt x="11" y="76"/>
                  <a:pt x="15" y="76"/>
                </a:cubicBezTo>
                <a:cubicBezTo>
                  <a:pt x="19" y="76"/>
                  <a:pt x="22" y="77"/>
                  <a:pt x="25" y="78"/>
                </a:cubicBezTo>
                <a:cubicBezTo>
                  <a:pt x="27" y="79"/>
                  <a:pt x="29" y="80"/>
                  <a:pt x="29" y="82"/>
                </a:cubicBezTo>
                <a:close/>
                <a:moveTo>
                  <a:pt x="27" y="82"/>
                </a:moveTo>
                <a:cubicBezTo>
                  <a:pt x="27" y="81"/>
                  <a:pt x="26" y="80"/>
                  <a:pt x="25" y="79"/>
                </a:cubicBezTo>
                <a:cubicBezTo>
                  <a:pt x="22" y="78"/>
                  <a:pt x="19" y="78"/>
                  <a:pt x="15" y="78"/>
                </a:cubicBezTo>
                <a:cubicBezTo>
                  <a:pt x="11" y="79"/>
                  <a:pt x="7" y="79"/>
                  <a:pt x="5" y="80"/>
                </a:cubicBezTo>
                <a:cubicBezTo>
                  <a:pt x="3" y="81"/>
                  <a:pt x="2" y="82"/>
                  <a:pt x="3" y="83"/>
                </a:cubicBezTo>
                <a:cubicBezTo>
                  <a:pt x="3" y="84"/>
                  <a:pt x="4" y="85"/>
                  <a:pt x="6" y="86"/>
                </a:cubicBezTo>
                <a:cubicBezTo>
                  <a:pt x="8" y="87"/>
                  <a:pt x="11" y="87"/>
                  <a:pt x="15" y="87"/>
                </a:cubicBezTo>
                <a:cubicBezTo>
                  <a:pt x="19" y="87"/>
                  <a:pt x="23" y="86"/>
                  <a:pt x="25" y="85"/>
                </a:cubicBezTo>
                <a:cubicBezTo>
                  <a:pt x="26" y="84"/>
                  <a:pt x="27" y="83"/>
                  <a:pt x="27" y="82"/>
                </a:cubicBezTo>
                <a:close/>
              </a:path>
              <a:path w="336" h="189">
                <a:moveTo>
                  <a:pt x="16" y="66"/>
                </a:moveTo>
                <a:lnTo>
                  <a:pt x="15" y="72"/>
                </a:lnTo>
                <a:lnTo>
                  <a:pt x="22" y="73"/>
                </a:lnTo>
                <a:cubicBezTo>
                  <a:pt x="24" y="73"/>
                  <a:pt x="24" y="73"/>
                  <a:pt x="25" y="73"/>
                </a:cubicBezTo>
                <a:cubicBezTo>
                  <a:pt x="25" y="73"/>
                  <a:pt x="26" y="73"/>
                  <a:pt x="26" y="73"/>
                </a:cubicBezTo>
                <a:cubicBezTo>
                  <a:pt x="26" y="73"/>
                  <a:pt x="26" y="72"/>
                  <a:pt x="26" y="72"/>
                </a:cubicBezTo>
                <a:lnTo>
                  <a:pt x="27" y="72"/>
                </a:lnTo>
                <a:lnTo>
                  <a:pt x="26" y="77"/>
                </a:lnTo>
                <a:cubicBezTo>
                  <a:pt x="26" y="76"/>
                  <a:pt x="26" y="76"/>
                  <a:pt x="25" y="76"/>
                </a:cubicBezTo>
                <a:cubicBezTo>
                  <a:pt x="25" y="76"/>
                  <a:pt x="25" y="75"/>
                  <a:pt x="25" y="75"/>
                </a:cubicBezTo>
                <a:cubicBezTo>
                  <a:pt x="24" y="75"/>
                  <a:pt x="23" y="75"/>
                  <a:pt x="22" y="75"/>
                </a:cubicBezTo>
                <a:lnTo>
                  <a:pt x="5" y="73"/>
                </a:lnTo>
                <a:cubicBezTo>
                  <a:pt x="4" y="72"/>
                  <a:pt x="3" y="72"/>
                  <a:pt x="3" y="72"/>
                </a:cubicBezTo>
                <a:cubicBezTo>
                  <a:pt x="2" y="72"/>
                  <a:pt x="2" y="72"/>
                  <a:pt x="2" y="73"/>
                </a:cubicBezTo>
                <a:cubicBezTo>
                  <a:pt x="1" y="73"/>
                  <a:pt x="1" y="73"/>
                  <a:pt x="1" y="73"/>
                </a:cubicBezTo>
                <a:lnTo>
                  <a:pt x="1" y="74"/>
                </a:lnTo>
                <a:lnTo>
                  <a:pt x="0" y="74"/>
                </a:lnTo>
                <a:lnTo>
                  <a:pt x="1" y="68"/>
                </a:lnTo>
                <a:lnTo>
                  <a:pt x="2" y="68"/>
                </a:lnTo>
                <a:lnTo>
                  <a:pt x="2" y="69"/>
                </a:lnTo>
                <a:cubicBezTo>
                  <a:pt x="2" y="69"/>
                  <a:pt x="2" y="70"/>
                  <a:pt x="2" y="70"/>
                </a:cubicBezTo>
                <a:cubicBezTo>
                  <a:pt x="3" y="70"/>
                  <a:pt x="4" y="71"/>
                  <a:pt x="5" y="71"/>
                </a:cubicBezTo>
                <a:lnTo>
                  <a:pt x="13" y="72"/>
                </a:lnTo>
                <a:lnTo>
                  <a:pt x="14" y="66"/>
                </a:lnTo>
                <a:lnTo>
                  <a:pt x="6" y="65"/>
                </a:lnTo>
                <a:cubicBezTo>
                  <a:pt x="5" y="65"/>
                  <a:pt x="4" y="65"/>
                  <a:pt x="4" y="65"/>
                </a:cubicBezTo>
                <a:cubicBezTo>
                  <a:pt x="3" y="65"/>
                  <a:pt x="3" y="65"/>
                  <a:pt x="3" y="65"/>
                </a:cubicBezTo>
                <a:cubicBezTo>
                  <a:pt x="2" y="65"/>
                  <a:pt x="2" y="65"/>
                  <a:pt x="2" y="66"/>
                </a:cubicBezTo>
                <a:lnTo>
                  <a:pt x="1" y="66"/>
                </a:lnTo>
                <a:lnTo>
                  <a:pt x="2" y="60"/>
                </a:lnTo>
                <a:lnTo>
                  <a:pt x="3" y="61"/>
                </a:lnTo>
                <a:cubicBezTo>
                  <a:pt x="3" y="62"/>
                  <a:pt x="3" y="62"/>
                  <a:pt x="3" y="62"/>
                </a:cubicBezTo>
                <a:cubicBezTo>
                  <a:pt x="4" y="63"/>
                  <a:pt x="5" y="63"/>
                  <a:pt x="6" y="63"/>
                </a:cubicBezTo>
                <a:lnTo>
                  <a:pt x="23" y="65"/>
                </a:lnTo>
                <a:cubicBezTo>
                  <a:pt x="25" y="65"/>
                  <a:pt x="25" y="65"/>
                  <a:pt x="26" y="65"/>
                </a:cubicBezTo>
                <a:cubicBezTo>
                  <a:pt x="26" y="65"/>
                  <a:pt x="27" y="65"/>
                  <a:pt x="27" y="65"/>
                </a:cubicBezTo>
                <a:cubicBezTo>
                  <a:pt x="27" y="65"/>
                  <a:pt x="27" y="65"/>
                  <a:pt x="27" y="64"/>
                </a:cubicBezTo>
                <a:lnTo>
                  <a:pt x="28" y="64"/>
                </a:lnTo>
                <a:lnTo>
                  <a:pt x="27" y="69"/>
                </a:lnTo>
                <a:cubicBezTo>
                  <a:pt x="27" y="69"/>
                  <a:pt x="27" y="68"/>
                  <a:pt x="26" y="68"/>
                </a:cubicBezTo>
                <a:cubicBezTo>
                  <a:pt x="26" y="68"/>
                  <a:pt x="26" y="67"/>
                  <a:pt x="26" y="67"/>
                </a:cubicBezTo>
                <a:cubicBezTo>
                  <a:pt x="25" y="67"/>
                  <a:pt x="24" y="67"/>
                  <a:pt x="23" y="67"/>
                </a:cubicBezTo>
                <a:lnTo>
                  <a:pt x="16" y="66"/>
                </a:lnTo>
                <a:close/>
              </a:path>
              <a:path w="336" h="189">
                <a:moveTo>
                  <a:pt x="29" y="84"/>
                </a:moveTo>
                <a:lnTo>
                  <a:pt x="30" y="88"/>
                </a:lnTo>
                <a:lnTo>
                  <a:pt x="14" y="101"/>
                </a:lnTo>
                <a:lnTo>
                  <a:pt x="28" y="97"/>
                </a:lnTo>
                <a:cubicBezTo>
                  <a:pt x="30" y="96"/>
                  <a:pt x="31" y="96"/>
                  <a:pt x="31" y="95"/>
                </a:cubicBezTo>
                <a:cubicBezTo>
                  <a:pt x="32" y="95"/>
                  <a:pt x="32" y="95"/>
                  <a:pt x="32" y="94"/>
                </a:cubicBezTo>
                <a:lnTo>
                  <a:pt x="31" y="94"/>
                </a:lnTo>
                <a:lnTo>
                  <a:pt x="32" y="93"/>
                </a:lnTo>
                <a:lnTo>
                  <a:pt x="33" y="98"/>
                </a:lnTo>
                <a:cubicBezTo>
                  <a:pt x="32" y="97"/>
                  <a:pt x="32" y="97"/>
                  <a:pt x="31" y="97"/>
                </a:cubicBezTo>
                <a:cubicBezTo>
                  <a:pt x="31" y="97"/>
                  <a:pt x="30" y="97"/>
                  <a:pt x="29" y="97"/>
                </a:cubicBezTo>
                <a:lnTo>
                  <a:pt x="7" y="104"/>
                </a:lnTo>
                <a:lnTo>
                  <a:pt x="25" y="89"/>
                </a:lnTo>
                <a:lnTo>
                  <a:pt x="9" y="94"/>
                </a:lnTo>
                <a:cubicBezTo>
                  <a:pt x="8" y="95"/>
                  <a:pt x="7" y="95"/>
                  <a:pt x="7" y="95"/>
                </a:cubicBezTo>
                <a:cubicBezTo>
                  <a:pt x="6" y="96"/>
                  <a:pt x="6" y="96"/>
                  <a:pt x="6" y="97"/>
                </a:cubicBezTo>
                <a:lnTo>
                  <a:pt x="4" y="93"/>
                </a:lnTo>
                <a:lnTo>
                  <a:pt x="5" y="93"/>
                </a:lnTo>
                <a:cubicBezTo>
                  <a:pt x="5" y="94"/>
                  <a:pt x="6" y="94"/>
                  <a:pt x="6" y="94"/>
                </a:cubicBezTo>
                <a:cubicBezTo>
                  <a:pt x="7" y="94"/>
                  <a:pt x="8" y="94"/>
                  <a:pt x="9" y="93"/>
                </a:cubicBezTo>
                <a:lnTo>
                  <a:pt x="27" y="88"/>
                </a:lnTo>
                <a:cubicBezTo>
                  <a:pt x="27" y="87"/>
                  <a:pt x="28" y="87"/>
                  <a:pt x="28" y="86"/>
                </a:cubicBezTo>
                <a:cubicBezTo>
                  <a:pt x="28" y="86"/>
                  <a:pt x="28" y="86"/>
                  <a:pt x="29" y="85"/>
                </a:cubicBezTo>
                <a:cubicBezTo>
                  <a:pt x="29" y="85"/>
                  <a:pt x="29" y="85"/>
                  <a:pt x="28" y="84"/>
                </a:cubicBezTo>
                <a:lnTo>
                  <a:pt x="29" y="84"/>
                </a:lnTo>
                <a:close/>
              </a:path>
              <a:path w="336" h="189">
                <a:moveTo>
                  <a:pt x="38" y="107"/>
                </a:moveTo>
                <a:lnTo>
                  <a:pt x="30" y="110"/>
                </a:lnTo>
                <a:cubicBezTo>
                  <a:pt x="32" y="109"/>
                  <a:pt x="33" y="108"/>
                  <a:pt x="34" y="107"/>
                </a:cubicBezTo>
                <a:cubicBezTo>
                  <a:pt x="35" y="106"/>
                  <a:pt x="36" y="105"/>
                  <a:pt x="35" y="104"/>
                </a:cubicBezTo>
                <a:cubicBezTo>
                  <a:pt x="35" y="102"/>
                  <a:pt x="33" y="101"/>
                  <a:pt x="30" y="101"/>
                </a:cubicBezTo>
                <a:cubicBezTo>
                  <a:pt x="28" y="102"/>
                  <a:pt x="25" y="102"/>
                  <a:pt x="22" y="103"/>
                </a:cubicBezTo>
                <a:cubicBezTo>
                  <a:pt x="20" y="104"/>
                  <a:pt x="18" y="105"/>
                  <a:pt x="16" y="106"/>
                </a:cubicBezTo>
                <a:cubicBezTo>
                  <a:pt x="14" y="107"/>
                  <a:pt x="13" y="108"/>
                  <a:pt x="12" y="109"/>
                </a:cubicBezTo>
                <a:cubicBezTo>
                  <a:pt x="12" y="110"/>
                  <a:pt x="11" y="111"/>
                  <a:pt x="12" y="112"/>
                </a:cubicBezTo>
                <a:cubicBezTo>
                  <a:pt x="12" y="112"/>
                  <a:pt x="12" y="113"/>
                  <a:pt x="12" y="113"/>
                </a:cubicBezTo>
                <a:cubicBezTo>
                  <a:pt x="13" y="113"/>
                  <a:pt x="13" y="114"/>
                  <a:pt x="14" y="114"/>
                </a:cubicBezTo>
                <a:lnTo>
                  <a:pt x="21" y="112"/>
                </a:lnTo>
                <a:cubicBezTo>
                  <a:pt x="22" y="111"/>
                  <a:pt x="23" y="111"/>
                  <a:pt x="24" y="111"/>
                </a:cubicBezTo>
                <a:cubicBezTo>
                  <a:pt x="24" y="110"/>
                  <a:pt x="24" y="110"/>
                  <a:pt x="24" y="110"/>
                </a:cubicBezTo>
                <a:cubicBezTo>
                  <a:pt x="24" y="110"/>
                  <a:pt x="24" y="109"/>
                  <a:pt x="24" y="109"/>
                </a:cubicBezTo>
                <a:lnTo>
                  <a:pt x="25" y="108"/>
                </a:lnTo>
                <a:lnTo>
                  <a:pt x="27" y="113"/>
                </a:lnTo>
                <a:lnTo>
                  <a:pt x="26" y="113"/>
                </a:lnTo>
                <a:cubicBezTo>
                  <a:pt x="26" y="113"/>
                  <a:pt x="25" y="113"/>
                  <a:pt x="24" y="113"/>
                </a:cubicBezTo>
                <a:cubicBezTo>
                  <a:pt x="24" y="113"/>
                  <a:pt x="23" y="113"/>
                  <a:pt x="22" y="113"/>
                </a:cubicBezTo>
                <a:lnTo>
                  <a:pt x="14" y="116"/>
                </a:lnTo>
                <a:cubicBezTo>
                  <a:pt x="13" y="115"/>
                  <a:pt x="12" y="115"/>
                  <a:pt x="12" y="114"/>
                </a:cubicBezTo>
                <a:cubicBezTo>
                  <a:pt x="11" y="114"/>
                  <a:pt x="11" y="113"/>
                  <a:pt x="10" y="112"/>
                </a:cubicBezTo>
                <a:cubicBezTo>
                  <a:pt x="10" y="110"/>
                  <a:pt x="11" y="108"/>
                  <a:pt x="13" y="105"/>
                </a:cubicBezTo>
                <a:cubicBezTo>
                  <a:pt x="15" y="104"/>
                  <a:pt x="18" y="102"/>
                  <a:pt x="21" y="101"/>
                </a:cubicBezTo>
                <a:cubicBezTo>
                  <a:pt x="23" y="100"/>
                  <a:pt x="25" y="100"/>
                  <a:pt x="27" y="100"/>
                </a:cubicBezTo>
                <a:cubicBezTo>
                  <a:pt x="30" y="100"/>
                  <a:pt x="32" y="100"/>
                  <a:pt x="34" y="101"/>
                </a:cubicBezTo>
                <a:cubicBezTo>
                  <a:pt x="35" y="101"/>
                  <a:pt x="36" y="102"/>
                  <a:pt x="36" y="103"/>
                </a:cubicBezTo>
                <a:cubicBezTo>
                  <a:pt x="37" y="104"/>
                  <a:pt x="37" y="104"/>
                  <a:pt x="37" y="104"/>
                </a:cubicBezTo>
                <a:cubicBezTo>
                  <a:pt x="37" y="105"/>
                  <a:pt x="36" y="106"/>
                  <a:pt x="36" y="106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7" y="107"/>
                  <a:pt x="37" y="107"/>
                  <a:pt x="38" y="107"/>
                </a:cubicBezTo>
                <a:close/>
              </a:path>
              <a:path w="336" h="189">
                <a:moveTo>
                  <a:pt x="47" y="119"/>
                </a:moveTo>
                <a:lnTo>
                  <a:pt x="48" y="118"/>
                </a:lnTo>
                <a:lnTo>
                  <a:pt x="51" y="122"/>
                </a:lnTo>
                <a:lnTo>
                  <a:pt x="50" y="122"/>
                </a:lnTo>
                <a:cubicBezTo>
                  <a:pt x="49" y="121"/>
                  <a:pt x="49" y="121"/>
                  <a:pt x="48" y="122"/>
                </a:cubicBezTo>
                <a:cubicBezTo>
                  <a:pt x="48" y="122"/>
                  <a:pt x="47" y="122"/>
                  <a:pt x="46" y="123"/>
                </a:cubicBezTo>
                <a:lnTo>
                  <a:pt x="38" y="130"/>
                </a:lnTo>
                <a:cubicBezTo>
                  <a:pt x="36" y="132"/>
                  <a:pt x="34" y="133"/>
                  <a:pt x="33" y="134"/>
                </a:cubicBezTo>
                <a:cubicBezTo>
                  <a:pt x="31" y="135"/>
                  <a:pt x="30" y="135"/>
                  <a:pt x="29" y="135"/>
                </a:cubicBezTo>
                <a:cubicBezTo>
                  <a:pt x="27" y="135"/>
                  <a:pt x="26" y="135"/>
                  <a:pt x="26" y="134"/>
                </a:cubicBezTo>
                <a:cubicBezTo>
                  <a:pt x="25" y="133"/>
                  <a:pt x="24" y="131"/>
                  <a:pt x="25" y="130"/>
                </a:cubicBezTo>
                <a:cubicBezTo>
                  <a:pt x="25" y="129"/>
                  <a:pt x="26" y="128"/>
                  <a:pt x="27" y="126"/>
                </a:cubicBezTo>
                <a:cubicBezTo>
                  <a:pt x="27" y="126"/>
                  <a:pt x="29" y="124"/>
                  <a:pt x="32" y="122"/>
                </a:cubicBezTo>
                <a:lnTo>
                  <a:pt x="39" y="115"/>
                </a:lnTo>
                <a:cubicBezTo>
                  <a:pt x="41" y="114"/>
                  <a:pt x="41" y="114"/>
                  <a:pt x="42" y="113"/>
                </a:cubicBezTo>
                <a:cubicBezTo>
                  <a:pt x="42" y="113"/>
                  <a:pt x="42" y="112"/>
                  <a:pt x="42" y="112"/>
                </a:cubicBezTo>
                <a:lnTo>
                  <a:pt x="41" y="111"/>
                </a:lnTo>
                <a:lnTo>
                  <a:pt x="42" y="111"/>
                </a:lnTo>
                <a:lnTo>
                  <a:pt x="45" y="115"/>
                </a:lnTo>
                <a:lnTo>
                  <a:pt x="45" y="116"/>
                </a:lnTo>
                <a:lnTo>
                  <a:pt x="45" y="115"/>
                </a:lnTo>
                <a:cubicBezTo>
                  <a:pt x="44" y="115"/>
                  <a:pt x="44" y="115"/>
                  <a:pt x="43" y="115"/>
                </a:cubicBezTo>
                <a:cubicBezTo>
                  <a:pt x="43" y="115"/>
                  <a:pt x="42" y="116"/>
                  <a:pt x="41" y="117"/>
                </a:cubicBezTo>
                <a:lnTo>
                  <a:pt x="32" y="124"/>
                </a:lnTo>
                <a:cubicBezTo>
                  <a:pt x="31" y="125"/>
                  <a:pt x="30" y="126"/>
                  <a:pt x="29" y="127"/>
                </a:cubicBezTo>
                <a:cubicBezTo>
                  <a:pt x="28" y="127"/>
                  <a:pt x="28" y="128"/>
                  <a:pt x="27" y="129"/>
                </a:cubicBezTo>
                <a:cubicBezTo>
                  <a:pt x="27" y="130"/>
                  <a:pt x="26" y="130"/>
                  <a:pt x="26" y="131"/>
                </a:cubicBezTo>
                <a:cubicBezTo>
                  <a:pt x="26" y="132"/>
                  <a:pt x="26" y="132"/>
                  <a:pt x="27" y="133"/>
                </a:cubicBezTo>
                <a:cubicBezTo>
                  <a:pt x="27" y="133"/>
                  <a:pt x="28" y="134"/>
                  <a:pt x="29" y="134"/>
                </a:cubicBezTo>
                <a:cubicBezTo>
                  <a:pt x="30" y="134"/>
                  <a:pt x="31" y="133"/>
                  <a:pt x="32" y="133"/>
                </a:cubicBezTo>
                <a:cubicBezTo>
                  <a:pt x="33" y="132"/>
                  <a:pt x="35" y="131"/>
                  <a:pt x="37" y="129"/>
                </a:cubicBezTo>
                <a:lnTo>
                  <a:pt x="45" y="123"/>
                </a:lnTo>
                <a:cubicBezTo>
                  <a:pt x="47" y="122"/>
                  <a:pt x="47" y="121"/>
                  <a:pt x="48" y="120"/>
                </a:cubicBezTo>
                <a:cubicBezTo>
                  <a:pt x="48" y="120"/>
                  <a:pt x="48" y="119"/>
                  <a:pt x="47" y="119"/>
                </a:cubicBezTo>
                <a:close/>
              </a:path>
              <a:path w="336" h="189">
                <a:moveTo>
                  <a:pt x="51" y="121"/>
                </a:moveTo>
                <a:lnTo>
                  <a:pt x="53" y="123"/>
                </a:lnTo>
                <a:lnTo>
                  <a:pt x="46" y="143"/>
                </a:lnTo>
                <a:lnTo>
                  <a:pt x="56" y="132"/>
                </a:lnTo>
                <a:cubicBezTo>
                  <a:pt x="57" y="131"/>
                  <a:pt x="58" y="130"/>
                  <a:pt x="58" y="130"/>
                </a:cubicBezTo>
                <a:cubicBezTo>
                  <a:pt x="58" y="129"/>
                  <a:pt x="58" y="128"/>
                  <a:pt x="58" y="128"/>
                </a:cubicBezTo>
                <a:lnTo>
                  <a:pt x="57" y="128"/>
                </a:lnTo>
                <a:lnTo>
                  <a:pt x="58" y="127"/>
                </a:lnTo>
                <a:lnTo>
                  <a:pt x="61" y="130"/>
                </a:lnTo>
                <a:lnTo>
                  <a:pt x="61" y="131"/>
                </a:lnTo>
                <a:lnTo>
                  <a:pt x="60" y="131"/>
                </a:lnTo>
                <a:cubicBezTo>
                  <a:pt x="60" y="130"/>
                  <a:pt x="60" y="130"/>
                  <a:pt x="59" y="131"/>
                </a:cubicBezTo>
                <a:cubicBezTo>
                  <a:pt x="59" y="131"/>
                  <a:pt x="58" y="131"/>
                  <a:pt x="57" y="133"/>
                </a:cubicBezTo>
                <a:lnTo>
                  <a:pt x="42" y="149"/>
                </a:lnTo>
                <a:lnTo>
                  <a:pt x="50" y="127"/>
                </a:lnTo>
                <a:lnTo>
                  <a:pt x="39" y="140"/>
                </a:lnTo>
                <a:cubicBezTo>
                  <a:pt x="38" y="141"/>
                  <a:pt x="37" y="142"/>
                  <a:pt x="37" y="142"/>
                </a:cubicBezTo>
                <a:cubicBezTo>
                  <a:pt x="37" y="143"/>
                  <a:pt x="37" y="143"/>
                  <a:pt x="37" y="143"/>
                </a:cubicBezTo>
                <a:lnTo>
                  <a:pt x="38" y="144"/>
                </a:lnTo>
                <a:lnTo>
                  <a:pt x="37" y="144"/>
                </a:lnTo>
                <a:lnTo>
                  <a:pt x="34" y="141"/>
                </a:lnTo>
                <a:lnTo>
                  <a:pt x="35" y="141"/>
                </a:lnTo>
                <a:cubicBezTo>
                  <a:pt x="35" y="141"/>
                  <a:pt x="36" y="141"/>
                  <a:pt x="36" y="141"/>
                </a:cubicBezTo>
                <a:cubicBezTo>
                  <a:pt x="37" y="141"/>
                  <a:pt x="37" y="140"/>
                  <a:pt x="38" y="139"/>
                </a:cubicBezTo>
                <a:lnTo>
                  <a:pt x="50" y="125"/>
                </a:lnTo>
                <a:cubicBezTo>
                  <a:pt x="51" y="124"/>
                  <a:pt x="51" y="124"/>
                  <a:pt x="51" y="123"/>
                </a:cubicBezTo>
                <a:cubicBezTo>
                  <a:pt x="51" y="123"/>
                  <a:pt x="51" y="123"/>
                  <a:pt x="51" y="122"/>
                </a:cubicBezTo>
                <a:cubicBezTo>
                  <a:pt x="51" y="122"/>
                  <a:pt x="50" y="122"/>
                  <a:pt x="50" y="121"/>
                </a:cubicBezTo>
                <a:lnTo>
                  <a:pt x="51" y="121"/>
                </a:lnTo>
                <a:close/>
              </a:path>
              <a:path w="336" h="189">
                <a:moveTo>
                  <a:pt x="51" y="155"/>
                </a:moveTo>
                <a:lnTo>
                  <a:pt x="50" y="156"/>
                </a:lnTo>
                <a:lnTo>
                  <a:pt x="46" y="152"/>
                </a:lnTo>
                <a:lnTo>
                  <a:pt x="47" y="151"/>
                </a:lnTo>
                <a:lnTo>
                  <a:pt x="47" y="152"/>
                </a:lnTo>
                <a:cubicBezTo>
                  <a:pt x="47" y="152"/>
                  <a:pt x="48" y="152"/>
                  <a:pt x="49" y="152"/>
                </a:cubicBezTo>
                <a:cubicBezTo>
                  <a:pt x="49" y="152"/>
                  <a:pt x="50" y="151"/>
                  <a:pt x="51" y="150"/>
                </a:cubicBezTo>
                <a:lnTo>
                  <a:pt x="62" y="137"/>
                </a:lnTo>
                <a:cubicBezTo>
                  <a:pt x="63" y="136"/>
                  <a:pt x="63" y="135"/>
                  <a:pt x="63" y="135"/>
                </a:cubicBezTo>
                <a:cubicBezTo>
                  <a:pt x="64" y="134"/>
                  <a:pt x="64" y="134"/>
                  <a:pt x="64" y="134"/>
                </a:cubicBezTo>
                <a:cubicBezTo>
                  <a:pt x="64" y="133"/>
                  <a:pt x="64" y="133"/>
                  <a:pt x="63" y="133"/>
                </a:cubicBezTo>
                <a:lnTo>
                  <a:pt x="63" y="132"/>
                </a:lnTo>
                <a:lnTo>
                  <a:pt x="68" y="136"/>
                </a:lnTo>
                <a:lnTo>
                  <a:pt x="67" y="136"/>
                </a:lnTo>
                <a:cubicBezTo>
                  <a:pt x="66" y="136"/>
                  <a:pt x="66" y="136"/>
                  <a:pt x="65" y="136"/>
                </a:cubicBezTo>
                <a:cubicBezTo>
                  <a:pt x="65" y="136"/>
                  <a:pt x="64" y="137"/>
                  <a:pt x="63" y="138"/>
                </a:cubicBezTo>
                <a:lnTo>
                  <a:pt x="52" y="151"/>
                </a:lnTo>
                <a:cubicBezTo>
                  <a:pt x="51" y="152"/>
                  <a:pt x="51" y="153"/>
                  <a:pt x="50" y="153"/>
                </a:cubicBezTo>
                <a:cubicBezTo>
                  <a:pt x="50" y="153"/>
                  <a:pt x="50" y="153"/>
                  <a:pt x="50" y="154"/>
                </a:cubicBezTo>
                <a:cubicBezTo>
                  <a:pt x="50" y="154"/>
                  <a:pt x="50" y="155"/>
                  <a:pt x="51" y="155"/>
                </a:cubicBezTo>
                <a:close/>
              </a:path>
              <a:path w="336" h="189">
                <a:moveTo>
                  <a:pt x="81" y="143"/>
                </a:moveTo>
                <a:lnTo>
                  <a:pt x="80" y="143"/>
                </a:lnTo>
                <a:cubicBezTo>
                  <a:pt x="80" y="143"/>
                  <a:pt x="79" y="143"/>
                  <a:pt x="79" y="144"/>
                </a:cubicBezTo>
                <a:cubicBezTo>
                  <a:pt x="78" y="144"/>
                  <a:pt x="78" y="145"/>
                  <a:pt x="77" y="146"/>
                </a:cubicBezTo>
                <a:lnTo>
                  <a:pt x="61" y="163"/>
                </a:lnTo>
                <a:lnTo>
                  <a:pt x="61" y="162"/>
                </a:lnTo>
                <a:lnTo>
                  <a:pt x="68" y="140"/>
                </a:lnTo>
                <a:cubicBezTo>
                  <a:pt x="69" y="139"/>
                  <a:pt x="69" y="139"/>
                  <a:pt x="69" y="138"/>
                </a:cubicBezTo>
                <a:cubicBezTo>
                  <a:pt x="69" y="138"/>
                  <a:pt x="69" y="137"/>
                  <a:pt x="69" y="137"/>
                </a:cubicBezTo>
                <a:cubicBezTo>
                  <a:pt x="69" y="137"/>
                  <a:pt x="69" y="137"/>
                  <a:pt x="68" y="136"/>
                </a:cubicBezTo>
                <a:lnTo>
                  <a:pt x="69" y="136"/>
                </a:lnTo>
                <a:lnTo>
                  <a:pt x="73" y="138"/>
                </a:lnTo>
                <a:lnTo>
                  <a:pt x="73" y="139"/>
                </a:lnTo>
                <a:cubicBezTo>
                  <a:pt x="72" y="139"/>
                  <a:pt x="72" y="139"/>
                  <a:pt x="72" y="139"/>
                </a:cubicBezTo>
                <a:cubicBezTo>
                  <a:pt x="71" y="139"/>
                  <a:pt x="71" y="139"/>
                  <a:pt x="71" y="140"/>
                </a:cubicBezTo>
                <a:cubicBezTo>
                  <a:pt x="71" y="140"/>
                  <a:pt x="70" y="141"/>
                  <a:pt x="70" y="143"/>
                </a:cubicBezTo>
                <a:lnTo>
                  <a:pt x="65" y="158"/>
                </a:lnTo>
                <a:lnTo>
                  <a:pt x="75" y="146"/>
                </a:lnTo>
                <a:cubicBezTo>
                  <a:pt x="76" y="145"/>
                  <a:pt x="77" y="144"/>
                  <a:pt x="77" y="144"/>
                </a:cubicBezTo>
                <a:cubicBezTo>
                  <a:pt x="77" y="143"/>
                  <a:pt x="77" y="143"/>
                  <a:pt x="77" y="143"/>
                </a:cubicBezTo>
                <a:cubicBezTo>
                  <a:pt x="77" y="142"/>
                  <a:pt x="77" y="142"/>
                  <a:pt x="77" y="141"/>
                </a:cubicBezTo>
                <a:cubicBezTo>
                  <a:pt x="77" y="141"/>
                  <a:pt x="77" y="141"/>
                  <a:pt x="77" y="141"/>
                </a:cubicBezTo>
                <a:lnTo>
                  <a:pt x="81" y="143"/>
                </a:lnTo>
                <a:close/>
              </a:path>
              <a:path w="336" h="189">
                <a:moveTo>
                  <a:pt x="153" y="160"/>
                </a:moveTo>
                <a:cubicBezTo>
                  <a:pt x="155" y="160"/>
                  <a:pt x="156" y="161"/>
                  <a:pt x="157" y="164"/>
                </a:cubicBezTo>
                <a:cubicBezTo>
                  <a:pt x="159" y="166"/>
                  <a:pt x="159" y="170"/>
                  <a:pt x="159" y="174"/>
                </a:cubicBezTo>
                <a:cubicBezTo>
                  <a:pt x="159" y="178"/>
                  <a:pt x="159" y="181"/>
                  <a:pt x="157" y="184"/>
                </a:cubicBezTo>
                <a:cubicBezTo>
                  <a:pt x="156" y="186"/>
                  <a:pt x="155" y="187"/>
                  <a:pt x="153" y="187"/>
                </a:cubicBezTo>
                <a:cubicBezTo>
                  <a:pt x="151" y="187"/>
                  <a:pt x="150" y="186"/>
                  <a:pt x="148" y="184"/>
                </a:cubicBezTo>
                <a:cubicBezTo>
                  <a:pt x="147" y="181"/>
                  <a:pt x="147" y="178"/>
                  <a:pt x="147" y="174"/>
                </a:cubicBezTo>
                <a:cubicBezTo>
                  <a:pt x="147" y="169"/>
                  <a:pt x="147" y="166"/>
                  <a:pt x="149" y="163"/>
                </a:cubicBezTo>
                <a:cubicBezTo>
                  <a:pt x="150" y="161"/>
                  <a:pt x="151" y="160"/>
                  <a:pt x="153" y="160"/>
                </a:cubicBezTo>
                <a:close/>
                <a:moveTo>
                  <a:pt x="153" y="161"/>
                </a:moveTo>
                <a:cubicBezTo>
                  <a:pt x="152" y="161"/>
                  <a:pt x="151" y="162"/>
                  <a:pt x="150" y="164"/>
                </a:cubicBezTo>
                <a:cubicBezTo>
                  <a:pt x="149" y="166"/>
                  <a:pt x="149" y="169"/>
                  <a:pt x="149" y="174"/>
                </a:cubicBezTo>
                <a:cubicBezTo>
                  <a:pt x="149" y="178"/>
                  <a:pt x="149" y="181"/>
                  <a:pt x="150" y="183"/>
                </a:cubicBezTo>
                <a:cubicBezTo>
                  <a:pt x="151" y="185"/>
                  <a:pt x="152" y="186"/>
                  <a:pt x="153" y="186"/>
                </a:cubicBezTo>
                <a:cubicBezTo>
                  <a:pt x="154" y="186"/>
                  <a:pt x="155" y="185"/>
                  <a:pt x="156" y="183"/>
                </a:cubicBezTo>
                <a:cubicBezTo>
                  <a:pt x="157" y="181"/>
                  <a:pt x="157" y="178"/>
                  <a:pt x="157" y="174"/>
                </a:cubicBezTo>
                <a:cubicBezTo>
                  <a:pt x="157" y="170"/>
                  <a:pt x="157" y="166"/>
                  <a:pt x="156" y="164"/>
                </a:cubicBezTo>
                <a:cubicBezTo>
                  <a:pt x="155" y="162"/>
                  <a:pt x="154" y="161"/>
                  <a:pt x="153" y="161"/>
                </a:cubicBezTo>
                <a:close/>
              </a:path>
              <a:path w="336" h="189">
                <a:moveTo>
                  <a:pt x="165" y="162"/>
                </a:moveTo>
                <a:lnTo>
                  <a:pt x="165" y="172"/>
                </a:lnTo>
                <a:lnTo>
                  <a:pt x="167" y="172"/>
                </a:lnTo>
                <a:cubicBezTo>
                  <a:pt x="168" y="172"/>
                  <a:pt x="168" y="172"/>
                  <a:pt x="168" y="172"/>
                </a:cubicBezTo>
                <a:cubicBezTo>
                  <a:pt x="168" y="171"/>
                  <a:pt x="169" y="170"/>
                  <a:pt x="169" y="169"/>
                </a:cubicBezTo>
                <a:lnTo>
                  <a:pt x="169" y="178"/>
                </a:lnTo>
                <a:cubicBezTo>
                  <a:pt x="169" y="177"/>
                  <a:pt x="169" y="176"/>
                  <a:pt x="169" y="175"/>
                </a:cubicBezTo>
                <a:cubicBezTo>
                  <a:pt x="168" y="175"/>
                  <a:pt x="168" y="175"/>
                  <a:pt x="168" y="174"/>
                </a:cubicBezTo>
                <a:cubicBezTo>
                  <a:pt x="168" y="174"/>
                  <a:pt x="167" y="174"/>
                  <a:pt x="167" y="174"/>
                </a:cubicBezTo>
                <a:lnTo>
                  <a:pt x="165" y="174"/>
                </a:lnTo>
                <a:lnTo>
                  <a:pt x="165" y="182"/>
                </a:lnTo>
                <a:cubicBezTo>
                  <a:pt x="165" y="184"/>
                  <a:pt x="165" y="184"/>
                  <a:pt x="165" y="185"/>
                </a:cubicBezTo>
                <a:cubicBezTo>
                  <a:pt x="165" y="185"/>
                  <a:pt x="165" y="185"/>
                  <a:pt x="165" y="186"/>
                </a:cubicBezTo>
                <a:cubicBezTo>
                  <a:pt x="165" y="186"/>
                  <a:pt x="166" y="186"/>
                  <a:pt x="166" y="186"/>
                </a:cubicBezTo>
                <a:lnTo>
                  <a:pt x="167" y="186"/>
                </a:lnTo>
                <a:lnTo>
                  <a:pt x="167" y="187"/>
                </a:lnTo>
                <a:lnTo>
                  <a:pt x="161" y="187"/>
                </a:lnTo>
                <a:lnTo>
                  <a:pt x="161" y="186"/>
                </a:lnTo>
                <a:cubicBezTo>
                  <a:pt x="162" y="186"/>
                  <a:pt x="162" y="186"/>
                  <a:pt x="163" y="185"/>
                </a:cubicBezTo>
                <a:cubicBezTo>
                  <a:pt x="163" y="185"/>
                  <a:pt x="163" y="184"/>
                  <a:pt x="163" y="182"/>
                </a:cubicBezTo>
                <a:lnTo>
                  <a:pt x="163" y="165"/>
                </a:lnTo>
                <a:cubicBezTo>
                  <a:pt x="163" y="164"/>
                  <a:pt x="163" y="163"/>
                  <a:pt x="163" y="163"/>
                </a:cubicBezTo>
                <a:cubicBezTo>
                  <a:pt x="163" y="162"/>
                  <a:pt x="162" y="162"/>
                  <a:pt x="162" y="162"/>
                </a:cubicBezTo>
                <a:cubicBezTo>
                  <a:pt x="162" y="161"/>
                  <a:pt x="162" y="161"/>
                  <a:pt x="161" y="161"/>
                </a:cubicBezTo>
                <a:lnTo>
                  <a:pt x="171" y="161"/>
                </a:lnTo>
                <a:lnTo>
                  <a:pt x="171" y="166"/>
                </a:lnTo>
                <a:lnTo>
                  <a:pt x="170" y="166"/>
                </a:lnTo>
                <a:cubicBezTo>
                  <a:pt x="170" y="165"/>
                  <a:pt x="170" y="164"/>
                  <a:pt x="170" y="164"/>
                </a:cubicBezTo>
                <a:cubicBezTo>
                  <a:pt x="170" y="163"/>
                  <a:pt x="169" y="163"/>
                  <a:pt x="169" y="162"/>
                </a:cubicBezTo>
                <a:cubicBezTo>
                  <a:pt x="169" y="162"/>
                  <a:pt x="168" y="162"/>
                  <a:pt x="168" y="162"/>
                </a:cubicBezTo>
                <a:lnTo>
                  <a:pt x="165" y="162"/>
                </a:lnTo>
                <a:close/>
              </a:path>
              <a:path w="336" h="189">
                <a:moveTo>
                  <a:pt x="92" y="176"/>
                </a:moveTo>
                <a:lnTo>
                  <a:pt x="89" y="175"/>
                </a:lnTo>
                <a:lnTo>
                  <a:pt x="91" y="162"/>
                </a:lnTo>
                <a:cubicBezTo>
                  <a:pt x="90" y="162"/>
                  <a:pt x="90" y="161"/>
                  <a:pt x="90" y="161"/>
                </a:cubicBezTo>
                <a:cubicBezTo>
                  <a:pt x="90" y="161"/>
                  <a:pt x="90" y="161"/>
                  <a:pt x="90" y="161"/>
                </a:cubicBezTo>
                <a:cubicBezTo>
                  <a:pt x="90" y="161"/>
                  <a:pt x="90" y="161"/>
                  <a:pt x="89" y="161"/>
                </a:cubicBezTo>
                <a:lnTo>
                  <a:pt x="86" y="168"/>
                </a:lnTo>
                <a:cubicBezTo>
                  <a:pt x="85" y="169"/>
                  <a:pt x="85" y="170"/>
                  <a:pt x="84" y="171"/>
                </a:cubicBezTo>
                <a:cubicBezTo>
                  <a:pt x="84" y="171"/>
                  <a:pt x="85" y="172"/>
                  <a:pt x="85" y="172"/>
                </a:cubicBezTo>
                <a:lnTo>
                  <a:pt x="85" y="173"/>
                </a:lnTo>
                <a:lnTo>
                  <a:pt x="80" y="170"/>
                </a:lnTo>
                <a:lnTo>
                  <a:pt x="81" y="169"/>
                </a:lnTo>
                <a:lnTo>
                  <a:pt x="81" y="170"/>
                </a:lnTo>
                <a:cubicBezTo>
                  <a:pt x="81" y="170"/>
                  <a:pt x="82" y="170"/>
                  <a:pt x="83" y="169"/>
                </a:cubicBezTo>
                <a:cubicBezTo>
                  <a:pt x="83" y="169"/>
                  <a:pt x="83" y="168"/>
                  <a:pt x="84" y="167"/>
                </a:cubicBezTo>
                <a:lnTo>
                  <a:pt x="92" y="152"/>
                </a:lnTo>
                <a:cubicBezTo>
                  <a:pt x="93" y="151"/>
                  <a:pt x="94" y="150"/>
                  <a:pt x="94" y="149"/>
                </a:cubicBezTo>
                <a:cubicBezTo>
                  <a:pt x="94" y="149"/>
                  <a:pt x="94" y="148"/>
                  <a:pt x="93" y="148"/>
                </a:cubicBezTo>
                <a:lnTo>
                  <a:pt x="93" y="147"/>
                </a:lnTo>
                <a:lnTo>
                  <a:pt x="97" y="149"/>
                </a:lnTo>
                <a:cubicBezTo>
                  <a:pt x="98" y="150"/>
                  <a:pt x="99" y="151"/>
                  <a:pt x="100" y="151"/>
                </a:cubicBezTo>
                <a:cubicBezTo>
                  <a:pt x="100" y="152"/>
                  <a:pt x="100" y="153"/>
                  <a:pt x="100" y="154"/>
                </a:cubicBezTo>
                <a:cubicBezTo>
                  <a:pt x="100" y="155"/>
                  <a:pt x="99" y="157"/>
                  <a:pt x="99" y="158"/>
                </a:cubicBezTo>
                <a:cubicBezTo>
                  <a:pt x="98" y="159"/>
                  <a:pt x="97" y="160"/>
                  <a:pt x="96" y="161"/>
                </a:cubicBezTo>
                <a:cubicBezTo>
                  <a:pt x="95" y="162"/>
                  <a:pt x="94" y="162"/>
                  <a:pt x="93" y="162"/>
                </a:cubicBezTo>
                <a:lnTo>
                  <a:pt x="91" y="170"/>
                </a:lnTo>
                <a:cubicBezTo>
                  <a:pt x="91" y="172"/>
                  <a:pt x="91" y="173"/>
                  <a:pt x="91" y="174"/>
                </a:cubicBezTo>
                <a:cubicBezTo>
                  <a:pt x="91" y="175"/>
                  <a:pt x="91" y="175"/>
                  <a:pt x="92" y="176"/>
                </a:cubicBezTo>
                <a:close/>
                <a:moveTo>
                  <a:pt x="90" y="160"/>
                </a:moveTo>
                <a:cubicBezTo>
                  <a:pt x="90" y="160"/>
                  <a:pt x="90" y="160"/>
                  <a:pt x="90" y="160"/>
                </a:cubicBezTo>
                <a:cubicBezTo>
                  <a:pt x="90" y="160"/>
                  <a:pt x="90" y="160"/>
                  <a:pt x="91" y="160"/>
                </a:cubicBezTo>
                <a:cubicBezTo>
                  <a:pt x="92" y="161"/>
                  <a:pt x="93" y="161"/>
                  <a:pt x="94" y="160"/>
                </a:cubicBezTo>
                <a:cubicBezTo>
                  <a:pt x="95" y="160"/>
                  <a:pt x="96" y="158"/>
                  <a:pt x="97" y="157"/>
                </a:cubicBezTo>
                <a:cubicBezTo>
                  <a:pt x="97" y="156"/>
                  <a:pt x="98" y="154"/>
                  <a:pt x="98" y="153"/>
                </a:cubicBezTo>
                <a:cubicBezTo>
                  <a:pt x="98" y="152"/>
                  <a:pt x="98" y="151"/>
                  <a:pt x="97" y="151"/>
                </a:cubicBezTo>
                <a:cubicBezTo>
                  <a:pt x="97" y="151"/>
                  <a:pt x="96" y="150"/>
                  <a:pt x="95" y="150"/>
                </a:cubicBezTo>
                <a:lnTo>
                  <a:pt x="90" y="160"/>
                </a:lnTo>
                <a:close/>
              </a:path>
              <a:path w="336" h="189">
                <a:moveTo>
                  <a:pt x="110" y="153"/>
                </a:moveTo>
                <a:lnTo>
                  <a:pt x="107" y="161"/>
                </a:lnTo>
                <a:cubicBezTo>
                  <a:pt x="107" y="160"/>
                  <a:pt x="108" y="158"/>
                  <a:pt x="108" y="157"/>
                </a:cubicBezTo>
                <a:cubicBezTo>
                  <a:pt x="108" y="156"/>
                  <a:pt x="108" y="155"/>
                  <a:pt x="107" y="154"/>
                </a:cubicBezTo>
                <a:cubicBezTo>
                  <a:pt x="107" y="154"/>
                  <a:pt x="107" y="153"/>
                  <a:pt x="106" y="153"/>
                </a:cubicBezTo>
                <a:cubicBezTo>
                  <a:pt x="105" y="153"/>
                  <a:pt x="105" y="153"/>
                  <a:pt x="104" y="154"/>
                </a:cubicBezTo>
                <a:cubicBezTo>
                  <a:pt x="103" y="154"/>
                  <a:pt x="103" y="155"/>
                  <a:pt x="103" y="156"/>
                </a:cubicBezTo>
                <a:cubicBezTo>
                  <a:pt x="102" y="157"/>
                  <a:pt x="102" y="157"/>
                  <a:pt x="102" y="158"/>
                </a:cubicBezTo>
                <a:cubicBezTo>
                  <a:pt x="102" y="159"/>
                  <a:pt x="103" y="161"/>
                  <a:pt x="104" y="163"/>
                </a:cubicBezTo>
                <a:cubicBezTo>
                  <a:pt x="104" y="164"/>
                  <a:pt x="105" y="166"/>
                  <a:pt x="105" y="166"/>
                </a:cubicBezTo>
                <a:cubicBezTo>
                  <a:pt x="105" y="167"/>
                  <a:pt x="105" y="168"/>
                  <a:pt x="105" y="169"/>
                </a:cubicBezTo>
                <a:cubicBezTo>
                  <a:pt x="105" y="170"/>
                  <a:pt x="105" y="171"/>
                  <a:pt x="104" y="172"/>
                </a:cubicBezTo>
                <a:cubicBezTo>
                  <a:pt x="104" y="174"/>
                  <a:pt x="103" y="175"/>
                  <a:pt x="101" y="177"/>
                </a:cubicBezTo>
                <a:cubicBezTo>
                  <a:pt x="100" y="178"/>
                  <a:pt x="99" y="178"/>
                  <a:pt x="98" y="178"/>
                </a:cubicBezTo>
                <a:cubicBezTo>
                  <a:pt x="97" y="177"/>
                  <a:pt x="97" y="177"/>
                  <a:pt x="97" y="177"/>
                </a:cubicBezTo>
                <a:cubicBezTo>
                  <a:pt x="97" y="177"/>
                  <a:pt x="96" y="177"/>
                  <a:pt x="96" y="176"/>
                </a:cubicBezTo>
                <a:cubicBezTo>
                  <a:pt x="96" y="175"/>
                  <a:pt x="95" y="175"/>
                  <a:pt x="95" y="175"/>
                </a:cubicBezTo>
                <a:cubicBezTo>
                  <a:pt x="95" y="175"/>
                  <a:pt x="95" y="175"/>
                  <a:pt x="95" y="175"/>
                </a:cubicBezTo>
                <a:cubicBezTo>
                  <a:pt x="94" y="175"/>
                  <a:pt x="94" y="176"/>
                  <a:pt x="94" y="176"/>
                </a:cubicBezTo>
                <a:lnTo>
                  <a:pt x="97" y="168"/>
                </a:lnTo>
                <a:cubicBezTo>
                  <a:pt x="97" y="170"/>
                  <a:pt x="96" y="171"/>
                  <a:pt x="96" y="172"/>
                </a:cubicBezTo>
                <a:cubicBezTo>
                  <a:pt x="96" y="173"/>
                  <a:pt x="96" y="174"/>
                  <a:pt x="97" y="175"/>
                </a:cubicBezTo>
                <a:cubicBezTo>
                  <a:pt x="97" y="175"/>
                  <a:pt x="98" y="176"/>
                  <a:pt x="98" y="176"/>
                </a:cubicBezTo>
                <a:cubicBezTo>
                  <a:pt x="99" y="176"/>
                  <a:pt x="100" y="176"/>
                  <a:pt x="100" y="176"/>
                </a:cubicBezTo>
                <a:cubicBezTo>
                  <a:pt x="101" y="175"/>
                  <a:pt x="102" y="174"/>
                  <a:pt x="102" y="173"/>
                </a:cubicBezTo>
                <a:cubicBezTo>
                  <a:pt x="102" y="172"/>
                  <a:pt x="102" y="172"/>
                  <a:pt x="103" y="171"/>
                </a:cubicBezTo>
                <a:cubicBezTo>
                  <a:pt x="103" y="170"/>
                  <a:pt x="103" y="170"/>
                  <a:pt x="102" y="169"/>
                </a:cubicBezTo>
                <a:cubicBezTo>
                  <a:pt x="102" y="169"/>
                  <a:pt x="102" y="168"/>
                  <a:pt x="101" y="166"/>
                </a:cubicBezTo>
                <a:cubicBezTo>
                  <a:pt x="101" y="164"/>
                  <a:pt x="100" y="163"/>
                  <a:pt x="100" y="162"/>
                </a:cubicBezTo>
                <a:cubicBezTo>
                  <a:pt x="100" y="161"/>
                  <a:pt x="100" y="161"/>
                  <a:pt x="100" y="160"/>
                </a:cubicBezTo>
                <a:cubicBezTo>
                  <a:pt x="100" y="159"/>
                  <a:pt x="100" y="158"/>
                  <a:pt x="101" y="157"/>
                </a:cubicBezTo>
                <a:cubicBezTo>
                  <a:pt x="101" y="155"/>
                  <a:pt x="102" y="153"/>
                  <a:pt x="103" y="152"/>
                </a:cubicBezTo>
                <a:cubicBezTo>
                  <a:pt x="105" y="151"/>
                  <a:pt x="106" y="151"/>
                  <a:pt x="107" y="151"/>
                </a:cubicBezTo>
                <a:cubicBezTo>
                  <a:pt x="107" y="152"/>
                  <a:pt x="108" y="152"/>
                  <a:pt x="108" y="153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10" y="154"/>
                  <a:pt x="110" y="153"/>
                  <a:pt x="110" y="153"/>
                </a:cubicBezTo>
                <a:close/>
              </a:path>
              <a:path w="336" h="189">
                <a:moveTo>
                  <a:pt x="138" y="160"/>
                </a:moveTo>
                <a:lnTo>
                  <a:pt x="143" y="160"/>
                </a:lnTo>
                <a:lnTo>
                  <a:pt x="143" y="161"/>
                </a:lnTo>
                <a:lnTo>
                  <a:pt x="142" y="161"/>
                </a:lnTo>
                <a:cubicBezTo>
                  <a:pt x="142" y="161"/>
                  <a:pt x="142" y="161"/>
                  <a:pt x="142" y="161"/>
                </a:cubicBezTo>
                <a:cubicBezTo>
                  <a:pt x="141" y="162"/>
                  <a:pt x="141" y="162"/>
                  <a:pt x="141" y="163"/>
                </a:cubicBezTo>
                <a:cubicBezTo>
                  <a:pt x="140" y="163"/>
                  <a:pt x="140" y="164"/>
                  <a:pt x="139" y="165"/>
                </a:cubicBezTo>
                <a:lnTo>
                  <a:pt x="135" y="175"/>
                </a:lnTo>
                <a:lnTo>
                  <a:pt x="134" y="181"/>
                </a:lnTo>
                <a:cubicBezTo>
                  <a:pt x="134" y="183"/>
                  <a:pt x="134" y="184"/>
                  <a:pt x="134" y="184"/>
                </a:cubicBezTo>
                <a:cubicBezTo>
                  <a:pt x="135" y="185"/>
                  <a:pt x="135" y="185"/>
                  <a:pt x="135" y="185"/>
                </a:cubicBezTo>
                <a:lnTo>
                  <a:pt x="136" y="185"/>
                </a:lnTo>
                <a:lnTo>
                  <a:pt x="136" y="186"/>
                </a:lnTo>
                <a:lnTo>
                  <a:pt x="130" y="185"/>
                </a:lnTo>
                <a:lnTo>
                  <a:pt x="131" y="185"/>
                </a:lnTo>
                <a:cubicBezTo>
                  <a:pt x="131" y="185"/>
                  <a:pt x="132" y="184"/>
                  <a:pt x="132" y="184"/>
                </a:cubicBezTo>
                <a:cubicBezTo>
                  <a:pt x="132" y="183"/>
                  <a:pt x="132" y="183"/>
                  <a:pt x="133" y="181"/>
                </a:cubicBezTo>
                <a:lnTo>
                  <a:pt x="133" y="175"/>
                </a:lnTo>
                <a:lnTo>
                  <a:pt x="131" y="164"/>
                </a:lnTo>
                <a:cubicBezTo>
                  <a:pt x="131" y="162"/>
                  <a:pt x="130" y="161"/>
                  <a:pt x="130" y="161"/>
                </a:cubicBezTo>
                <a:cubicBezTo>
                  <a:pt x="130" y="161"/>
                  <a:pt x="130" y="160"/>
                  <a:pt x="130" y="160"/>
                </a:cubicBezTo>
                <a:cubicBezTo>
                  <a:pt x="129" y="160"/>
                  <a:pt x="129" y="160"/>
                  <a:pt x="129" y="159"/>
                </a:cubicBezTo>
                <a:lnTo>
                  <a:pt x="135" y="159"/>
                </a:lnTo>
                <a:lnTo>
                  <a:pt x="135" y="160"/>
                </a:lnTo>
                <a:lnTo>
                  <a:pt x="134" y="160"/>
                </a:lnTo>
                <a:cubicBezTo>
                  <a:pt x="134" y="160"/>
                  <a:pt x="134" y="160"/>
                  <a:pt x="133" y="160"/>
                </a:cubicBezTo>
                <a:cubicBezTo>
                  <a:pt x="133" y="161"/>
                  <a:pt x="133" y="161"/>
                  <a:pt x="133" y="162"/>
                </a:cubicBezTo>
                <a:cubicBezTo>
                  <a:pt x="133" y="162"/>
                  <a:pt x="133" y="163"/>
                  <a:pt x="133" y="164"/>
                </a:cubicBezTo>
                <a:lnTo>
                  <a:pt x="135" y="173"/>
                </a:lnTo>
                <a:lnTo>
                  <a:pt x="138" y="165"/>
                </a:lnTo>
                <a:cubicBezTo>
                  <a:pt x="139" y="164"/>
                  <a:pt x="139" y="163"/>
                  <a:pt x="139" y="163"/>
                </a:cubicBezTo>
                <a:cubicBezTo>
                  <a:pt x="139" y="162"/>
                  <a:pt x="139" y="162"/>
                  <a:pt x="139" y="162"/>
                </a:cubicBezTo>
                <a:cubicBezTo>
                  <a:pt x="139" y="161"/>
                  <a:pt x="139" y="161"/>
                  <a:pt x="139" y="161"/>
                </a:cubicBezTo>
                <a:cubicBezTo>
                  <a:pt x="139" y="161"/>
                  <a:pt x="139" y="161"/>
                  <a:pt x="138" y="161"/>
                </a:cubicBezTo>
                <a:lnTo>
                  <a:pt x="138" y="160"/>
                </a:lnTo>
                <a:close/>
              </a:path>
              <a:path w="336" h="189">
                <a:moveTo>
                  <a:pt x="84" y="146"/>
                </a:moveTo>
                <a:lnTo>
                  <a:pt x="79" y="155"/>
                </a:lnTo>
                <a:lnTo>
                  <a:pt x="82" y="156"/>
                </a:lnTo>
                <a:cubicBezTo>
                  <a:pt x="83" y="157"/>
                  <a:pt x="83" y="157"/>
                  <a:pt x="84" y="156"/>
                </a:cubicBezTo>
                <a:cubicBezTo>
                  <a:pt x="84" y="156"/>
                  <a:pt x="85" y="155"/>
                  <a:pt x="86" y="154"/>
                </a:cubicBezTo>
                <a:lnTo>
                  <a:pt x="82" y="162"/>
                </a:lnTo>
                <a:lnTo>
                  <a:pt x="81" y="162"/>
                </a:lnTo>
                <a:cubicBezTo>
                  <a:pt x="82" y="161"/>
                  <a:pt x="82" y="160"/>
                  <a:pt x="82" y="160"/>
                </a:cubicBezTo>
                <a:cubicBezTo>
                  <a:pt x="82" y="159"/>
                  <a:pt x="82" y="159"/>
                  <a:pt x="82" y="158"/>
                </a:cubicBezTo>
                <a:cubicBezTo>
                  <a:pt x="82" y="158"/>
                  <a:pt x="82" y="158"/>
                  <a:pt x="81" y="157"/>
                </a:cubicBezTo>
                <a:lnTo>
                  <a:pt x="79" y="156"/>
                </a:lnTo>
                <a:lnTo>
                  <a:pt x="75" y="164"/>
                </a:lnTo>
                <a:cubicBezTo>
                  <a:pt x="74" y="165"/>
                  <a:pt x="74" y="165"/>
                  <a:pt x="74" y="166"/>
                </a:cubicBezTo>
                <a:cubicBezTo>
                  <a:pt x="74" y="166"/>
                  <a:pt x="74" y="166"/>
                  <a:pt x="74" y="166"/>
                </a:cubicBezTo>
                <a:cubicBezTo>
                  <a:pt x="74" y="166"/>
                  <a:pt x="74" y="167"/>
                  <a:pt x="74" y="167"/>
                </a:cubicBezTo>
                <a:lnTo>
                  <a:pt x="76" y="168"/>
                </a:lnTo>
                <a:cubicBezTo>
                  <a:pt x="77" y="168"/>
                  <a:pt x="77" y="168"/>
                  <a:pt x="78" y="168"/>
                </a:cubicBezTo>
                <a:cubicBezTo>
                  <a:pt x="78" y="168"/>
                  <a:pt x="79" y="168"/>
                  <a:pt x="79" y="168"/>
                </a:cubicBezTo>
                <a:cubicBezTo>
                  <a:pt x="80" y="167"/>
                  <a:pt x="81" y="166"/>
                  <a:pt x="82" y="165"/>
                </a:cubicBezTo>
                <a:lnTo>
                  <a:pt x="78" y="171"/>
                </a:lnTo>
                <a:lnTo>
                  <a:pt x="69" y="166"/>
                </a:lnTo>
                <a:lnTo>
                  <a:pt x="70" y="165"/>
                </a:lnTo>
                <a:cubicBezTo>
                  <a:pt x="70" y="166"/>
                  <a:pt x="71" y="166"/>
                  <a:pt x="71" y="165"/>
                </a:cubicBezTo>
                <a:cubicBezTo>
                  <a:pt x="71" y="165"/>
                  <a:pt x="72" y="165"/>
                  <a:pt x="72" y="165"/>
                </a:cubicBezTo>
                <a:cubicBezTo>
                  <a:pt x="72" y="164"/>
                  <a:pt x="73" y="164"/>
                  <a:pt x="73" y="163"/>
                </a:cubicBezTo>
                <a:lnTo>
                  <a:pt x="81" y="148"/>
                </a:lnTo>
                <a:cubicBezTo>
                  <a:pt x="82" y="146"/>
                  <a:pt x="82" y="145"/>
                  <a:pt x="82" y="145"/>
                </a:cubicBezTo>
                <a:cubicBezTo>
                  <a:pt x="82" y="144"/>
                  <a:pt x="82" y="144"/>
                  <a:pt x="82" y="144"/>
                </a:cubicBezTo>
                <a:lnTo>
                  <a:pt x="81" y="143"/>
                </a:lnTo>
                <a:lnTo>
                  <a:pt x="82" y="143"/>
                </a:lnTo>
                <a:lnTo>
                  <a:pt x="91" y="147"/>
                </a:lnTo>
                <a:lnTo>
                  <a:pt x="88" y="153"/>
                </a:lnTo>
                <a:lnTo>
                  <a:pt x="88" y="152"/>
                </a:lnTo>
                <a:cubicBezTo>
                  <a:pt x="88" y="151"/>
                  <a:pt x="89" y="150"/>
                  <a:pt x="89" y="150"/>
                </a:cubicBezTo>
                <a:cubicBezTo>
                  <a:pt x="89" y="149"/>
                  <a:pt x="89" y="149"/>
                  <a:pt x="89" y="148"/>
                </a:cubicBezTo>
                <a:cubicBezTo>
                  <a:pt x="88" y="148"/>
                  <a:pt x="88" y="148"/>
                  <a:pt x="87" y="147"/>
                </a:cubicBezTo>
                <a:lnTo>
                  <a:pt x="84" y="146"/>
                </a:lnTo>
                <a:close/>
              </a:path>
              <a:path w="336" h="189">
                <a:moveTo>
                  <a:pt x="108" y="180"/>
                </a:moveTo>
                <a:lnTo>
                  <a:pt x="108" y="180"/>
                </a:lnTo>
                <a:lnTo>
                  <a:pt x="103" y="178"/>
                </a:lnTo>
                <a:lnTo>
                  <a:pt x="103" y="177"/>
                </a:lnTo>
                <a:lnTo>
                  <a:pt x="104" y="178"/>
                </a:lnTo>
                <a:cubicBezTo>
                  <a:pt x="104" y="178"/>
                  <a:pt x="105" y="178"/>
                  <a:pt x="105" y="177"/>
                </a:cubicBezTo>
                <a:cubicBezTo>
                  <a:pt x="105" y="177"/>
                  <a:pt x="106" y="176"/>
                  <a:pt x="106" y="174"/>
                </a:cubicBezTo>
                <a:lnTo>
                  <a:pt x="113" y="159"/>
                </a:lnTo>
                <a:cubicBezTo>
                  <a:pt x="113" y="157"/>
                  <a:pt x="113" y="157"/>
                  <a:pt x="113" y="156"/>
                </a:cubicBezTo>
                <a:cubicBezTo>
                  <a:pt x="113" y="156"/>
                  <a:pt x="113" y="156"/>
                  <a:pt x="113" y="155"/>
                </a:cubicBezTo>
                <a:cubicBezTo>
                  <a:pt x="113" y="155"/>
                  <a:pt x="113" y="155"/>
                  <a:pt x="113" y="154"/>
                </a:cubicBezTo>
                <a:lnTo>
                  <a:pt x="112" y="154"/>
                </a:lnTo>
                <a:lnTo>
                  <a:pt x="113" y="154"/>
                </a:lnTo>
                <a:lnTo>
                  <a:pt x="118" y="156"/>
                </a:lnTo>
                <a:lnTo>
                  <a:pt x="117" y="156"/>
                </a:lnTo>
                <a:cubicBezTo>
                  <a:pt x="117" y="156"/>
                  <a:pt x="116" y="156"/>
                  <a:pt x="116" y="157"/>
                </a:cubicBezTo>
                <a:cubicBezTo>
                  <a:pt x="115" y="157"/>
                  <a:pt x="115" y="158"/>
                  <a:pt x="114" y="159"/>
                </a:cubicBezTo>
                <a:lnTo>
                  <a:pt x="108" y="175"/>
                </a:lnTo>
                <a:cubicBezTo>
                  <a:pt x="108" y="176"/>
                  <a:pt x="107" y="177"/>
                  <a:pt x="107" y="178"/>
                </a:cubicBezTo>
                <a:cubicBezTo>
                  <a:pt x="107" y="178"/>
                  <a:pt x="107" y="178"/>
                  <a:pt x="107" y="179"/>
                </a:cubicBezTo>
                <a:cubicBezTo>
                  <a:pt x="107" y="179"/>
                  <a:pt x="108" y="179"/>
                  <a:pt x="108" y="179"/>
                </a:cubicBezTo>
                <a:lnTo>
                  <a:pt x="108" y="180"/>
                </a:lnTo>
                <a:close/>
              </a:path>
              <a:path w="336" h="189">
                <a:moveTo>
                  <a:pt x="129" y="158"/>
                </a:moveTo>
                <a:lnTo>
                  <a:pt x="128" y="164"/>
                </a:lnTo>
                <a:cubicBezTo>
                  <a:pt x="128" y="163"/>
                  <a:pt x="128" y="162"/>
                  <a:pt x="128" y="162"/>
                </a:cubicBezTo>
                <a:cubicBezTo>
                  <a:pt x="128" y="161"/>
                  <a:pt x="128" y="161"/>
                  <a:pt x="128" y="160"/>
                </a:cubicBezTo>
                <a:cubicBezTo>
                  <a:pt x="127" y="160"/>
                  <a:pt x="127" y="159"/>
                  <a:pt x="126" y="159"/>
                </a:cubicBezTo>
                <a:lnTo>
                  <a:pt x="125" y="159"/>
                </a:lnTo>
                <a:lnTo>
                  <a:pt x="120" y="178"/>
                </a:lnTo>
                <a:cubicBezTo>
                  <a:pt x="119" y="180"/>
                  <a:pt x="119" y="181"/>
                  <a:pt x="119" y="181"/>
                </a:cubicBezTo>
                <a:cubicBezTo>
                  <a:pt x="119" y="182"/>
                  <a:pt x="119" y="182"/>
                  <a:pt x="120" y="182"/>
                </a:cubicBezTo>
                <a:lnTo>
                  <a:pt x="120" y="183"/>
                </a:lnTo>
                <a:lnTo>
                  <a:pt x="115" y="182"/>
                </a:lnTo>
                <a:lnTo>
                  <a:pt x="115" y="181"/>
                </a:lnTo>
                <a:cubicBezTo>
                  <a:pt x="116" y="181"/>
                  <a:pt x="116" y="181"/>
                  <a:pt x="117" y="180"/>
                </a:cubicBezTo>
                <a:cubicBezTo>
                  <a:pt x="117" y="180"/>
                  <a:pt x="117" y="179"/>
                  <a:pt x="118" y="178"/>
                </a:cubicBezTo>
                <a:lnTo>
                  <a:pt x="123" y="158"/>
                </a:lnTo>
                <a:lnTo>
                  <a:pt x="121" y="158"/>
                </a:lnTo>
                <a:cubicBezTo>
                  <a:pt x="121" y="158"/>
                  <a:pt x="120" y="158"/>
                  <a:pt x="120" y="158"/>
                </a:cubicBezTo>
                <a:cubicBezTo>
                  <a:pt x="120" y="158"/>
                  <a:pt x="119" y="158"/>
                  <a:pt x="119" y="159"/>
                </a:cubicBezTo>
                <a:cubicBezTo>
                  <a:pt x="119" y="160"/>
                  <a:pt x="118" y="160"/>
                  <a:pt x="118" y="162"/>
                </a:cubicBezTo>
                <a:lnTo>
                  <a:pt x="117" y="161"/>
                </a:lnTo>
                <a:lnTo>
                  <a:pt x="119" y="156"/>
                </a:lnTo>
                <a:lnTo>
                  <a:pt x="129" y="158"/>
                </a:lnTo>
                <a:close/>
              </a:path>
              <a:path w="336" h="189">
                <a:moveTo>
                  <a:pt x="209" y="181"/>
                </a:moveTo>
                <a:lnTo>
                  <a:pt x="210" y="181"/>
                </a:lnTo>
                <a:lnTo>
                  <a:pt x="204" y="183"/>
                </a:lnTo>
                <a:lnTo>
                  <a:pt x="204" y="182"/>
                </a:lnTo>
                <a:lnTo>
                  <a:pt x="205" y="182"/>
                </a:lnTo>
                <a:cubicBezTo>
                  <a:pt x="205" y="182"/>
                  <a:pt x="205" y="181"/>
                  <a:pt x="206" y="181"/>
                </a:cubicBezTo>
                <a:cubicBezTo>
                  <a:pt x="206" y="180"/>
                  <a:pt x="205" y="179"/>
                  <a:pt x="205" y="178"/>
                </a:cubicBezTo>
                <a:lnTo>
                  <a:pt x="202" y="161"/>
                </a:lnTo>
                <a:cubicBezTo>
                  <a:pt x="201" y="160"/>
                  <a:pt x="201" y="159"/>
                  <a:pt x="201" y="159"/>
                </a:cubicBezTo>
                <a:cubicBezTo>
                  <a:pt x="201" y="158"/>
                  <a:pt x="201" y="158"/>
                  <a:pt x="200" y="158"/>
                </a:cubicBezTo>
                <a:cubicBezTo>
                  <a:pt x="200" y="158"/>
                  <a:pt x="200" y="158"/>
                  <a:pt x="199" y="158"/>
                </a:cubicBezTo>
                <a:lnTo>
                  <a:pt x="199" y="157"/>
                </a:lnTo>
                <a:lnTo>
                  <a:pt x="204" y="156"/>
                </a:lnTo>
                <a:lnTo>
                  <a:pt x="204" y="157"/>
                </a:lnTo>
                <a:cubicBezTo>
                  <a:pt x="203" y="157"/>
                  <a:pt x="203" y="157"/>
                  <a:pt x="203" y="158"/>
                </a:cubicBezTo>
                <a:cubicBezTo>
                  <a:pt x="203" y="158"/>
                  <a:pt x="203" y="159"/>
                  <a:pt x="203" y="161"/>
                </a:cubicBezTo>
                <a:lnTo>
                  <a:pt x="207" y="177"/>
                </a:lnTo>
                <a:cubicBezTo>
                  <a:pt x="207" y="179"/>
                  <a:pt x="207" y="179"/>
                  <a:pt x="208" y="180"/>
                </a:cubicBezTo>
                <a:cubicBezTo>
                  <a:pt x="208" y="180"/>
                  <a:pt x="208" y="180"/>
                  <a:pt x="208" y="181"/>
                </a:cubicBezTo>
                <a:cubicBezTo>
                  <a:pt x="208" y="181"/>
                  <a:pt x="209" y="181"/>
                  <a:pt x="209" y="181"/>
                </a:cubicBezTo>
                <a:close/>
              </a:path>
              <a:path w="336" h="189">
                <a:moveTo>
                  <a:pt x="197" y="157"/>
                </a:moveTo>
                <a:lnTo>
                  <a:pt x="199" y="166"/>
                </a:lnTo>
                <a:cubicBezTo>
                  <a:pt x="198" y="163"/>
                  <a:pt x="197" y="162"/>
                  <a:pt x="196" y="161"/>
                </a:cubicBezTo>
                <a:cubicBezTo>
                  <a:pt x="195" y="160"/>
                  <a:pt x="194" y="159"/>
                  <a:pt x="193" y="160"/>
                </a:cubicBezTo>
                <a:cubicBezTo>
                  <a:pt x="193" y="160"/>
                  <a:pt x="192" y="160"/>
                  <a:pt x="192" y="161"/>
                </a:cubicBezTo>
                <a:cubicBezTo>
                  <a:pt x="191" y="162"/>
                  <a:pt x="191" y="164"/>
                  <a:pt x="191" y="166"/>
                </a:cubicBezTo>
                <a:cubicBezTo>
                  <a:pt x="191" y="168"/>
                  <a:pt x="191" y="170"/>
                  <a:pt x="192" y="173"/>
                </a:cubicBezTo>
                <a:cubicBezTo>
                  <a:pt x="192" y="175"/>
                  <a:pt x="193" y="177"/>
                  <a:pt x="194" y="179"/>
                </a:cubicBezTo>
                <a:cubicBezTo>
                  <a:pt x="194" y="181"/>
                  <a:pt x="195" y="182"/>
                  <a:pt x="196" y="183"/>
                </a:cubicBezTo>
                <a:cubicBezTo>
                  <a:pt x="197" y="183"/>
                  <a:pt x="198" y="184"/>
                  <a:pt x="199" y="183"/>
                </a:cubicBezTo>
                <a:cubicBezTo>
                  <a:pt x="200" y="183"/>
                  <a:pt x="200" y="183"/>
                  <a:pt x="201" y="182"/>
                </a:cubicBezTo>
                <a:cubicBezTo>
                  <a:pt x="201" y="181"/>
                  <a:pt x="202" y="179"/>
                  <a:pt x="202" y="177"/>
                </a:cubicBezTo>
                <a:cubicBezTo>
                  <a:pt x="202" y="180"/>
                  <a:pt x="202" y="182"/>
                  <a:pt x="201" y="183"/>
                </a:cubicBezTo>
                <a:cubicBezTo>
                  <a:pt x="201" y="184"/>
                  <a:pt x="200" y="185"/>
                  <a:pt x="199" y="185"/>
                </a:cubicBezTo>
                <a:cubicBezTo>
                  <a:pt x="197" y="186"/>
                  <a:pt x="195" y="184"/>
                  <a:pt x="193" y="182"/>
                </a:cubicBezTo>
                <a:cubicBezTo>
                  <a:pt x="191" y="179"/>
                  <a:pt x="190" y="177"/>
                  <a:pt x="190" y="174"/>
                </a:cubicBezTo>
                <a:cubicBezTo>
                  <a:pt x="189" y="171"/>
                  <a:pt x="189" y="169"/>
                  <a:pt x="189" y="166"/>
                </a:cubicBezTo>
                <a:cubicBezTo>
                  <a:pt x="189" y="164"/>
                  <a:pt x="190" y="162"/>
                  <a:pt x="190" y="161"/>
                </a:cubicBezTo>
                <a:cubicBezTo>
                  <a:pt x="191" y="159"/>
                  <a:pt x="192" y="159"/>
                  <a:pt x="193" y="158"/>
                </a:cubicBezTo>
                <a:cubicBezTo>
                  <a:pt x="194" y="158"/>
                  <a:pt x="195" y="158"/>
                  <a:pt x="196" y="159"/>
                </a:cubicBezTo>
                <a:cubicBezTo>
                  <a:pt x="196" y="159"/>
                  <a:pt x="196" y="159"/>
                  <a:pt x="197" y="159"/>
                </a:cubicBezTo>
                <a:cubicBezTo>
                  <a:pt x="197" y="159"/>
                  <a:pt x="197" y="159"/>
                  <a:pt x="197" y="159"/>
                </a:cubicBezTo>
                <a:cubicBezTo>
                  <a:pt x="197" y="158"/>
                  <a:pt x="197" y="158"/>
                  <a:pt x="197" y="157"/>
                </a:cubicBezTo>
                <a:close/>
              </a:path>
              <a:path w="336" h="189">
                <a:moveTo>
                  <a:pt x="183" y="160"/>
                </a:moveTo>
                <a:lnTo>
                  <a:pt x="185" y="169"/>
                </a:lnTo>
                <a:cubicBezTo>
                  <a:pt x="184" y="167"/>
                  <a:pt x="184" y="166"/>
                  <a:pt x="183" y="165"/>
                </a:cubicBezTo>
                <a:cubicBezTo>
                  <a:pt x="183" y="164"/>
                  <a:pt x="182" y="163"/>
                  <a:pt x="182" y="163"/>
                </a:cubicBezTo>
                <a:cubicBezTo>
                  <a:pt x="181" y="162"/>
                  <a:pt x="180" y="162"/>
                  <a:pt x="180" y="162"/>
                </a:cubicBezTo>
                <a:cubicBezTo>
                  <a:pt x="179" y="163"/>
                  <a:pt x="179" y="163"/>
                  <a:pt x="178" y="164"/>
                </a:cubicBezTo>
                <a:cubicBezTo>
                  <a:pt x="178" y="165"/>
                  <a:pt x="178" y="166"/>
                  <a:pt x="178" y="167"/>
                </a:cubicBezTo>
                <a:cubicBezTo>
                  <a:pt x="179" y="168"/>
                  <a:pt x="179" y="168"/>
                  <a:pt x="179" y="169"/>
                </a:cubicBezTo>
                <a:cubicBezTo>
                  <a:pt x="180" y="170"/>
                  <a:pt x="181" y="171"/>
                  <a:pt x="183" y="172"/>
                </a:cubicBezTo>
                <a:cubicBezTo>
                  <a:pt x="184" y="173"/>
                  <a:pt x="185" y="174"/>
                  <a:pt x="186" y="175"/>
                </a:cubicBezTo>
                <a:cubicBezTo>
                  <a:pt x="186" y="175"/>
                  <a:pt x="187" y="176"/>
                  <a:pt x="187" y="177"/>
                </a:cubicBezTo>
                <a:cubicBezTo>
                  <a:pt x="188" y="178"/>
                  <a:pt x="188" y="179"/>
                  <a:pt x="188" y="180"/>
                </a:cubicBezTo>
                <a:cubicBezTo>
                  <a:pt x="189" y="182"/>
                  <a:pt x="189" y="183"/>
                  <a:pt x="188" y="185"/>
                </a:cubicBezTo>
                <a:cubicBezTo>
                  <a:pt x="188" y="186"/>
                  <a:pt x="187" y="187"/>
                  <a:pt x="186" y="188"/>
                </a:cubicBezTo>
                <a:cubicBezTo>
                  <a:pt x="185" y="188"/>
                  <a:pt x="185" y="188"/>
                  <a:pt x="185" y="188"/>
                </a:cubicBezTo>
                <a:cubicBezTo>
                  <a:pt x="185" y="188"/>
                  <a:pt x="184" y="188"/>
                  <a:pt x="184" y="187"/>
                </a:cubicBezTo>
                <a:cubicBezTo>
                  <a:pt x="183" y="187"/>
                  <a:pt x="182" y="187"/>
                  <a:pt x="182" y="187"/>
                </a:cubicBezTo>
                <a:cubicBezTo>
                  <a:pt x="182" y="187"/>
                  <a:pt x="182" y="187"/>
                  <a:pt x="182" y="187"/>
                </a:cubicBezTo>
                <a:cubicBezTo>
                  <a:pt x="182" y="188"/>
                  <a:pt x="182" y="188"/>
                  <a:pt x="182" y="189"/>
                </a:cubicBezTo>
                <a:lnTo>
                  <a:pt x="180" y="180"/>
                </a:lnTo>
                <a:cubicBezTo>
                  <a:pt x="181" y="182"/>
                  <a:pt x="181" y="183"/>
                  <a:pt x="182" y="184"/>
                </a:cubicBezTo>
                <a:cubicBezTo>
                  <a:pt x="182" y="185"/>
                  <a:pt x="183" y="185"/>
                  <a:pt x="183" y="186"/>
                </a:cubicBezTo>
                <a:cubicBezTo>
                  <a:pt x="184" y="186"/>
                  <a:pt x="185" y="186"/>
                  <a:pt x="185" y="186"/>
                </a:cubicBezTo>
                <a:cubicBezTo>
                  <a:pt x="186" y="186"/>
                  <a:pt x="187" y="185"/>
                  <a:pt x="187" y="185"/>
                </a:cubicBezTo>
                <a:cubicBezTo>
                  <a:pt x="187" y="184"/>
                  <a:pt x="187" y="183"/>
                  <a:pt x="187" y="181"/>
                </a:cubicBezTo>
                <a:cubicBezTo>
                  <a:pt x="187" y="181"/>
                  <a:pt x="187" y="180"/>
                  <a:pt x="186" y="180"/>
                </a:cubicBezTo>
                <a:cubicBezTo>
                  <a:pt x="186" y="179"/>
                  <a:pt x="186" y="178"/>
                  <a:pt x="185" y="178"/>
                </a:cubicBezTo>
                <a:cubicBezTo>
                  <a:pt x="185" y="178"/>
                  <a:pt x="184" y="177"/>
                  <a:pt x="183" y="176"/>
                </a:cubicBezTo>
                <a:cubicBezTo>
                  <a:pt x="181" y="175"/>
                  <a:pt x="180" y="174"/>
                  <a:pt x="180" y="174"/>
                </a:cubicBezTo>
                <a:cubicBezTo>
                  <a:pt x="179" y="173"/>
                  <a:pt x="179" y="172"/>
                  <a:pt x="178" y="171"/>
                </a:cubicBezTo>
                <a:cubicBezTo>
                  <a:pt x="178" y="171"/>
                  <a:pt x="177" y="170"/>
                  <a:pt x="177" y="169"/>
                </a:cubicBezTo>
                <a:cubicBezTo>
                  <a:pt x="177" y="167"/>
                  <a:pt x="177" y="165"/>
                  <a:pt x="177" y="164"/>
                </a:cubicBezTo>
                <a:cubicBezTo>
                  <a:pt x="178" y="162"/>
                  <a:pt x="178" y="161"/>
                  <a:pt x="179" y="161"/>
                </a:cubicBezTo>
                <a:cubicBezTo>
                  <a:pt x="180" y="161"/>
                  <a:pt x="181" y="161"/>
                  <a:pt x="182" y="161"/>
                </a:cubicBezTo>
                <a:cubicBezTo>
                  <a:pt x="182" y="162"/>
                  <a:pt x="182" y="162"/>
                  <a:pt x="182" y="162"/>
                </a:cubicBezTo>
                <a:cubicBezTo>
                  <a:pt x="183" y="162"/>
                  <a:pt x="183" y="162"/>
                  <a:pt x="183" y="161"/>
                </a:cubicBezTo>
                <a:cubicBezTo>
                  <a:pt x="183" y="161"/>
                  <a:pt x="183" y="161"/>
                  <a:pt x="183" y="160"/>
                </a:cubicBezTo>
                <a:close/>
              </a:path>
              <a:path w="336" h="189">
                <a:moveTo>
                  <a:pt x="209" y="157"/>
                </a:moveTo>
                <a:lnTo>
                  <a:pt x="212" y="167"/>
                </a:lnTo>
                <a:lnTo>
                  <a:pt x="214" y="166"/>
                </a:lnTo>
                <a:cubicBezTo>
                  <a:pt x="215" y="166"/>
                  <a:pt x="215" y="166"/>
                  <a:pt x="216" y="165"/>
                </a:cubicBezTo>
                <a:cubicBezTo>
                  <a:pt x="216" y="165"/>
                  <a:pt x="216" y="164"/>
                  <a:pt x="215" y="162"/>
                </a:cubicBezTo>
                <a:lnTo>
                  <a:pt x="216" y="162"/>
                </a:lnTo>
                <a:lnTo>
                  <a:pt x="218" y="171"/>
                </a:lnTo>
                <a:lnTo>
                  <a:pt x="217" y="171"/>
                </a:lnTo>
                <a:cubicBezTo>
                  <a:pt x="217" y="170"/>
                  <a:pt x="217" y="169"/>
                  <a:pt x="217" y="169"/>
                </a:cubicBezTo>
                <a:cubicBezTo>
                  <a:pt x="216" y="168"/>
                  <a:pt x="216" y="168"/>
                  <a:pt x="216" y="168"/>
                </a:cubicBezTo>
                <a:cubicBezTo>
                  <a:pt x="216" y="168"/>
                  <a:pt x="215" y="167"/>
                  <a:pt x="215" y="168"/>
                </a:cubicBezTo>
                <a:lnTo>
                  <a:pt x="212" y="168"/>
                </a:lnTo>
                <a:lnTo>
                  <a:pt x="214" y="177"/>
                </a:lnTo>
                <a:cubicBezTo>
                  <a:pt x="214" y="178"/>
                  <a:pt x="214" y="179"/>
                  <a:pt x="214" y="179"/>
                </a:cubicBezTo>
                <a:cubicBezTo>
                  <a:pt x="215" y="179"/>
                  <a:pt x="215" y="179"/>
                  <a:pt x="215" y="179"/>
                </a:cubicBezTo>
                <a:cubicBezTo>
                  <a:pt x="215" y="179"/>
                  <a:pt x="215" y="179"/>
                  <a:pt x="216" y="179"/>
                </a:cubicBezTo>
                <a:lnTo>
                  <a:pt x="218" y="179"/>
                </a:lnTo>
                <a:cubicBezTo>
                  <a:pt x="218" y="179"/>
                  <a:pt x="219" y="178"/>
                  <a:pt x="219" y="178"/>
                </a:cubicBezTo>
                <a:cubicBezTo>
                  <a:pt x="219" y="178"/>
                  <a:pt x="219" y="177"/>
                  <a:pt x="220" y="177"/>
                </a:cubicBezTo>
                <a:cubicBezTo>
                  <a:pt x="220" y="176"/>
                  <a:pt x="220" y="175"/>
                  <a:pt x="220" y="173"/>
                </a:cubicBezTo>
                <a:lnTo>
                  <a:pt x="221" y="180"/>
                </a:lnTo>
                <a:lnTo>
                  <a:pt x="212" y="182"/>
                </a:lnTo>
                <a:lnTo>
                  <a:pt x="211" y="181"/>
                </a:lnTo>
                <a:lnTo>
                  <a:pt x="212" y="181"/>
                </a:lnTo>
                <a:cubicBezTo>
                  <a:pt x="212" y="181"/>
                  <a:pt x="212" y="181"/>
                  <a:pt x="213" y="180"/>
                </a:cubicBezTo>
                <a:cubicBezTo>
                  <a:pt x="213" y="180"/>
                  <a:pt x="213" y="180"/>
                  <a:pt x="213" y="179"/>
                </a:cubicBezTo>
                <a:cubicBezTo>
                  <a:pt x="213" y="179"/>
                  <a:pt x="213" y="178"/>
                  <a:pt x="212" y="177"/>
                </a:cubicBezTo>
                <a:lnTo>
                  <a:pt x="208" y="160"/>
                </a:lnTo>
                <a:cubicBezTo>
                  <a:pt x="208" y="159"/>
                  <a:pt x="208" y="158"/>
                  <a:pt x="208" y="157"/>
                </a:cubicBezTo>
                <a:cubicBezTo>
                  <a:pt x="207" y="157"/>
                  <a:pt x="207" y="157"/>
                  <a:pt x="206" y="157"/>
                </a:cubicBezTo>
                <a:lnTo>
                  <a:pt x="206" y="156"/>
                </a:lnTo>
                <a:lnTo>
                  <a:pt x="215" y="154"/>
                </a:lnTo>
                <a:lnTo>
                  <a:pt x="216" y="159"/>
                </a:lnTo>
                <a:lnTo>
                  <a:pt x="216" y="160"/>
                </a:lnTo>
                <a:cubicBezTo>
                  <a:pt x="215" y="158"/>
                  <a:pt x="215" y="157"/>
                  <a:pt x="215" y="157"/>
                </a:cubicBezTo>
                <a:cubicBezTo>
                  <a:pt x="215" y="156"/>
                  <a:pt x="214" y="156"/>
                  <a:pt x="214" y="156"/>
                </a:cubicBezTo>
                <a:cubicBezTo>
                  <a:pt x="214" y="156"/>
                  <a:pt x="213" y="156"/>
                  <a:pt x="213" y="156"/>
                </a:cubicBezTo>
                <a:lnTo>
                  <a:pt x="209" y="157"/>
                </a:lnTo>
                <a:close/>
              </a:path>
              <a:path w="336" h="189">
                <a:moveTo>
                  <a:pt x="217" y="153"/>
                </a:moveTo>
                <a:lnTo>
                  <a:pt x="220" y="153"/>
                </a:lnTo>
                <a:lnTo>
                  <a:pt x="231" y="170"/>
                </a:lnTo>
                <a:lnTo>
                  <a:pt x="228" y="155"/>
                </a:lnTo>
                <a:cubicBezTo>
                  <a:pt x="228" y="154"/>
                  <a:pt x="227" y="153"/>
                  <a:pt x="227" y="152"/>
                </a:cubicBezTo>
                <a:cubicBezTo>
                  <a:pt x="227" y="152"/>
                  <a:pt x="226" y="152"/>
                  <a:pt x="226" y="152"/>
                </a:cubicBezTo>
                <a:lnTo>
                  <a:pt x="225" y="152"/>
                </a:lnTo>
                <a:lnTo>
                  <a:pt x="225" y="151"/>
                </a:lnTo>
                <a:lnTo>
                  <a:pt x="229" y="150"/>
                </a:lnTo>
                <a:lnTo>
                  <a:pt x="230" y="151"/>
                </a:lnTo>
                <a:lnTo>
                  <a:pt x="229" y="151"/>
                </a:lnTo>
                <a:cubicBezTo>
                  <a:pt x="229" y="151"/>
                  <a:pt x="228" y="151"/>
                  <a:pt x="228" y="152"/>
                </a:cubicBezTo>
                <a:cubicBezTo>
                  <a:pt x="228" y="153"/>
                  <a:pt x="228" y="154"/>
                  <a:pt x="229" y="155"/>
                </a:cubicBezTo>
                <a:lnTo>
                  <a:pt x="234" y="177"/>
                </a:lnTo>
                <a:lnTo>
                  <a:pt x="233" y="177"/>
                </a:lnTo>
                <a:lnTo>
                  <a:pt x="221" y="158"/>
                </a:lnTo>
                <a:lnTo>
                  <a:pt x="224" y="174"/>
                </a:lnTo>
                <a:cubicBezTo>
                  <a:pt x="225" y="175"/>
                  <a:pt x="225" y="176"/>
                  <a:pt x="225" y="177"/>
                </a:cubicBezTo>
                <a:cubicBezTo>
                  <a:pt x="226" y="177"/>
                  <a:pt x="226" y="177"/>
                  <a:pt x="226" y="177"/>
                </a:cubicBezTo>
                <a:lnTo>
                  <a:pt x="227" y="177"/>
                </a:lnTo>
                <a:lnTo>
                  <a:pt x="227" y="178"/>
                </a:lnTo>
                <a:lnTo>
                  <a:pt x="223" y="179"/>
                </a:lnTo>
                <a:lnTo>
                  <a:pt x="223" y="178"/>
                </a:lnTo>
                <a:cubicBezTo>
                  <a:pt x="224" y="178"/>
                  <a:pt x="224" y="178"/>
                  <a:pt x="224" y="177"/>
                </a:cubicBezTo>
                <a:cubicBezTo>
                  <a:pt x="224" y="176"/>
                  <a:pt x="224" y="175"/>
                  <a:pt x="224" y="174"/>
                </a:cubicBezTo>
                <a:lnTo>
                  <a:pt x="220" y="156"/>
                </a:lnTo>
                <a:cubicBezTo>
                  <a:pt x="219" y="155"/>
                  <a:pt x="219" y="155"/>
                  <a:pt x="218" y="155"/>
                </a:cubicBezTo>
                <a:cubicBezTo>
                  <a:pt x="218" y="154"/>
                  <a:pt x="218" y="154"/>
                  <a:pt x="217" y="154"/>
                </a:cubicBezTo>
                <a:cubicBezTo>
                  <a:pt x="217" y="154"/>
                  <a:pt x="217" y="154"/>
                  <a:pt x="217" y="154"/>
                </a:cubicBezTo>
                <a:lnTo>
                  <a:pt x="217" y="153"/>
                </a:lnTo>
                <a:close/>
              </a:path>
              <a:path w="336" h="189">
                <a:moveTo>
                  <a:pt x="238" y="146"/>
                </a:moveTo>
                <a:lnTo>
                  <a:pt x="242" y="155"/>
                </a:lnTo>
                <a:cubicBezTo>
                  <a:pt x="240" y="152"/>
                  <a:pt x="239" y="151"/>
                  <a:pt x="238" y="150"/>
                </a:cubicBezTo>
                <a:cubicBezTo>
                  <a:pt x="237" y="149"/>
                  <a:pt x="236" y="149"/>
                  <a:pt x="235" y="149"/>
                </a:cubicBezTo>
                <a:cubicBezTo>
                  <a:pt x="234" y="149"/>
                  <a:pt x="233" y="150"/>
                  <a:pt x="233" y="151"/>
                </a:cubicBezTo>
                <a:cubicBezTo>
                  <a:pt x="233" y="152"/>
                  <a:pt x="233" y="154"/>
                  <a:pt x="233" y="156"/>
                </a:cubicBezTo>
                <a:cubicBezTo>
                  <a:pt x="233" y="158"/>
                  <a:pt x="234" y="160"/>
                  <a:pt x="235" y="163"/>
                </a:cubicBezTo>
                <a:cubicBezTo>
                  <a:pt x="236" y="165"/>
                  <a:pt x="237" y="167"/>
                  <a:pt x="237" y="168"/>
                </a:cubicBezTo>
                <a:cubicBezTo>
                  <a:pt x="238" y="170"/>
                  <a:pt x="239" y="171"/>
                  <a:pt x="240" y="172"/>
                </a:cubicBezTo>
                <a:cubicBezTo>
                  <a:pt x="241" y="172"/>
                  <a:pt x="242" y="172"/>
                  <a:pt x="243" y="172"/>
                </a:cubicBezTo>
                <a:cubicBezTo>
                  <a:pt x="244" y="172"/>
                  <a:pt x="245" y="171"/>
                  <a:pt x="245" y="170"/>
                </a:cubicBezTo>
                <a:cubicBezTo>
                  <a:pt x="245" y="169"/>
                  <a:pt x="246" y="168"/>
                  <a:pt x="246" y="165"/>
                </a:cubicBezTo>
                <a:lnTo>
                  <a:pt x="246" y="166"/>
                </a:lnTo>
                <a:cubicBezTo>
                  <a:pt x="246" y="168"/>
                  <a:pt x="246" y="170"/>
                  <a:pt x="246" y="171"/>
                </a:cubicBezTo>
                <a:cubicBezTo>
                  <a:pt x="245" y="173"/>
                  <a:pt x="244" y="174"/>
                  <a:pt x="243" y="174"/>
                </a:cubicBezTo>
                <a:cubicBezTo>
                  <a:pt x="241" y="175"/>
                  <a:pt x="239" y="174"/>
                  <a:pt x="237" y="171"/>
                </a:cubicBezTo>
                <a:cubicBezTo>
                  <a:pt x="235" y="169"/>
                  <a:pt x="234" y="167"/>
                  <a:pt x="233" y="164"/>
                </a:cubicBezTo>
                <a:cubicBezTo>
                  <a:pt x="232" y="161"/>
                  <a:pt x="231" y="159"/>
                  <a:pt x="231" y="156"/>
                </a:cubicBezTo>
                <a:cubicBezTo>
                  <a:pt x="231" y="154"/>
                  <a:pt x="231" y="152"/>
                  <a:pt x="232" y="151"/>
                </a:cubicBezTo>
                <a:cubicBezTo>
                  <a:pt x="232" y="149"/>
                  <a:pt x="233" y="148"/>
                  <a:pt x="234" y="148"/>
                </a:cubicBezTo>
                <a:cubicBezTo>
                  <a:pt x="235" y="148"/>
                  <a:pt x="236" y="148"/>
                  <a:pt x="237" y="148"/>
                </a:cubicBezTo>
                <a:cubicBezTo>
                  <a:pt x="238" y="148"/>
                  <a:pt x="238" y="149"/>
                  <a:pt x="238" y="149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8"/>
                  <a:pt x="238" y="147"/>
                  <a:pt x="238" y="147"/>
                </a:cubicBezTo>
                <a:lnTo>
                  <a:pt x="238" y="146"/>
                </a:lnTo>
                <a:close/>
              </a:path>
              <a:path w="336" h="189">
                <a:moveTo>
                  <a:pt x="245" y="146"/>
                </a:moveTo>
                <a:lnTo>
                  <a:pt x="248" y="156"/>
                </a:lnTo>
                <a:lnTo>
                  <a:pt x="251" y="155"/>
                </a:lnTo>
                <a:cubicBezTo>
                  <a:pt x="252" y="155"/>
                  <a:pt x="252" y="155"/>
                  <a:pt x="252" y="154"/>
                </a:cubicBezTo>
                <a:cubicBezTo>
                  <a:pt x="252" y="153"/>
                  <a:pt x="252" y="152"/>
                  <a:pt x="252" y="151"/>
                </a:cubicBezTo>
                <a:lnTo>
                  <a:pt x="255" y="159"/>
                </a:lnTo>
                <a:cubicBezTo>
                  <a:pt x="254" y="158"/>
                  <a:pt x="254" y="158"/>
                  <a:pt x="254" y="157"/>
                </a:cubicBezTo>
                <a:cubicBezTo>
                  <a:pt x="253" y="157"/>
                  <a:pt x="253" y="157"/>
                  <a:pt x="253" y="156"/>
                </a:cubicBezTo>
                <a:cubicBezTo>
                  <a:pt x="252" y="156"/>
                  <a:pt x="252" y="156"/>
                  <a:pt x="251" y="156"/>
                </a:cubicBezTo>
                <a:lnTo>
                  <a:pt x="249" y="157"/>
                </a:lnTo>
                <a:lnTo>
                  <a:pt x="252" y="166"/>
                </a:lnTo>
                <a:cubicBezTo>
                  <a:pt x="252" y="167"/>
                  <a:pt x="252" y="167"/>
                  <a:pt x="252" y="168"/>
                </a:cubicBezTo>
                <a:cubicBezTo>
                  <a:pt x="253" y="168"/>
                  <a:pt x="253" y="168"/>
                  <a:pt x="253" y="168"/>
                </a:cubicBezTo>
                <a:cubicBezTo>
                  <a:pt x="253" y="168"/>
                  <a:pt x="253" y="168"/>
                  <a:pt x="254" y="168"/>
                </a:cubicBezTo>
                <a:lnTo>
                  <a:pt x="256" y="167"/>
                </a:lnTo>
                <a:cubicBezTo>
                  <a:pt x="256" y="167"/>
                  <a:pt x="257" y="167"/>
                  <a:pt x="257" y="166"/>
                </a:cubicBezTo>
                <a:cubicBezTo>
                  <a:pt x="257" y="166"/>
                  <a:pt x="258" y="166"/>
                  <a:pt x="258" y="165"/>
                </a:cubicBezTo>
                <a:cubicBezTo>
                  <a:pt x="258" y="164"/>
                  <a:pt x="258" y="163"/>
                  <a:pt x="258" y="161"/>
                </a:cubicBezTo>
                <a:lnTo>
                  <a:pt x="259" y="168"/>
                </a:lnTo>
                <a:lnTo>
                  <a:pt x="250" y="171"/>
                </a:lnTo>
                <a:lnTo>
                  <a:pt x="249" y="170"/>
                </a:lnTo>
                <a:lnTo>
                  <a:pt x="250" y="170"/>
                </a:lnTo>
                <a:cubicBezTo>
                  <a:pt x="250" y="170"/>
                  <a:pt x="250" y="170"/>
                  <a:pt x="251" y="169"/>
                </a:cubicBezTo>
                <a:cubicBezTo>
                  <a:pt x="251" y="169"/>
                  <a:pt x="251" y="169"/>
                  <a:pt x="251" y="168"/>
                </a:cubicBezTo>
                <a:cubicBezTo>
                  <a:pt x="251" y="168"/>
                  <a:pt x="250" y="167"/>
                  <a:pt x="250" y="166"/>
                </a:cubicBezTo>
                <a:lnTo>
                  <a:pt x="244" y="150"/>
                </a:lnTo>
                <a:cubicBezTo>
                  <a:pt x="244" y="148"/>
                  <a:pt x="243" y="147"/>
                  <a:pt x="243" y="147"/>
                </a:cubicBezTo>
                <a:cubicBezTo>
                  <a:pt x="242" y="147"/>
                  <a:pt x="242" y="147"/>
                  <a:pt x="241" y="147"/>
                </a:cubicBezTo>
                <a:lnTo>
                  <a:pt x="241" y="146"/>
                </a:lnTo>
                <a:lnTo>
                  <a:pt x="250" y="143"/>
                </a:lnTo>
                <a:lnTo>
                  <a:pt x="252" y="148"/>
                </a:lnTo>
                <a:cubicBezTo>
                  <a:pt x="251" y="147"/>
                  <a:pt x="251" y="146"/>
                  <a:pt x="251" y="146"/>
                </a:cubicBezTo>
                <a:cubicBezTo>
                  <a:pt x="250" y="145"/>
                  <a:pt x="250" y="145"/>
                  <a:pt x="249" y="145"/>
                </a:cubicBezTo>
                <a:cubicBezTo>
                  <a:pt x="249" y="145"/>
                  <a:pt x="249" y="145"/>
                  <a:pt x="248" y="145"/>
                </a:cubicBezTo>
                <a:lnTo>
                  <a:pt x="245" y="146"/>
                </a:lnTo>
                <a:close/>
              </a:path>
            </a:pathLst>
          </a:custGeom>
          <a:solidFill>
            <a:srgbClr val="24211D"/>
          </a:solidFill>
          <a:ln>
            <a:noFill/>
          </a:ln>
        </p:spPr>
      </p:sp>
      <p:sp>
        <p:nvSpPr>
          <p:cNvPr id="21" name="Freeform 16"/>
          <p:cNvSpPr>
            <a:spLocks noGrp="1"/>
          </p:cNvSpPr>
          <p:nvPr/>
        </p:nvSpPr>
        <p:spPr>
          <a:xfrm>
            <a:off x="9944100" y="267970"/>
            <a:ext cx="220980" cy="125730"/>
          </a:xfrm>
          <a:custGeom>
            <a:avLst/>
            <a:gdLst/>
            <a:ahLst/>
            <a:cxnLst/>
            <a:rect l="l" t="t" r="r" b="b"/>
            <a:pathLst>
              <a:path w="143" h="81">
                <a:moveTo>
                  <a:pt x="102" y="38"/>
                </a:moveTo>
                <a:lnTo>
                  <a:pt x="129" y="38"/>
                </a:lnTo>
                <a:cubicBezTo>
                  <a:pt x="135" y="33"/>
                  <a:pt x="68" y="12"/>
                  <a:pt x="53" y="18"/>
                </a:cubicBezTo>
                <a:cubicBezTo>
                  <a:pt x="44" y="22"/>
                  <a:pt x="65" y="31"/>
                  <a:pt x="77" y="41"/>
                </a:cubicBezTo>
                <a:cubicBezTo>
                  <a:pt x="84" y="46"/>
                  <a:pt x="94" y="54"/>
                  <a:pt x="96" y="58"/>
                </a:cubicBezTo>
                <a:cubicBezTo>
                  <a:pt x="101" y="65"/>
                  <a:pt x="97" y="72"/>
                  <a:pt x="88" y="81"/>
                </a:cubicBezTo>
                <a:lnTo>
                  <a:pt x="0" y="81"/>
                </a:lnTo>
                <a:cubicBezTo>
                  <a:pt x="3" y="78"/>
                  <a:pt x="7" y="76"/>
                  <a:pt x="10" y="76"/>
                </a:cubicBezTo>
                <a:lnTo>
                  <a:pt x="57" y="76"/>
                </a:lnTo>
                <a:cubicBezTo>
                  <a:pt x="65" y="75"/>
                  <a:pt x="82" y="73"/>
                  <a:pt x="82" y="53"/>
                </a:cubicBezTo>
                <a:cubicBezTo>
                  <a:pt x="79" y="40"/>
                  <a:pt x="48" y="37"/>
                  <a:pt x="39" y="27"/>
                </a:cubicBezTo>
                <a:cubicBezTo>
                  <a:pt x="35" y="23"/>
                  <a:pt x="41" y="17"/>
                  <a:pt x="53" y="17"/>
                </a:cubicBezTo>
                <a:cubicBezTo>
                  <a:pt x="75" y="0"/>
                  <a:pt x="143" y="8"/>
                  <a:pt x="141" y="24"/>
                </a:cubicBezTo>
                <a:cubicBezTo>
                  <a:pt x="140" y="33"/>
                  <a:pt x="134" y="39"/>
                  <a:pt x="127" y="45"/>
                </a:cubicBezTo>
                <a:lnTo>
                  <a:pt x="118" y="45"/>
                </a:lnTo>
                <a:lnTo>
                  <a:pt x="108" y="81"/>
                </a:lnTo>
                <a:lnTo>
                  <a:pt x="96" y="81"/>
                </a:lnTo>
                <a:lnTo>
                  <a:pt x="106" y="45"/>
                </a:lnTo>
                <a:lnTo>
                  <a:pt x="95" y="45"/>
                </a:lnTo>
                <a:lnTo>
                  <a:pt x="102" y="38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2" name="Freeform 17"/>
          <p:cNvSpPr>
            <a:spLocks noGrp="1"/>
          </p:cNvSpPr>
          <p:nvPr/>
        </p:nvSpPr>
        <p:spPr>
          <a:xfrm>
            <a:off x="9963150" y="339090"/>
            <a:ext cx="50800" cy="41910"/>
          </a:xfrm>
          <a:custGeom>
            <a:avLst/>
            <a:gdLst/>
            <a:ahLst/>
            <a:cxnLst/>
            <a:rect l="l" t="t" r="r" b="b"/>
            <a:pathLst>
              <a:path w="33" h="27">
                <a:moveTo>
                  <a:pt x="7" y="0"/>
                </a:moveTo>
                <a:lnTo>
                  <a:pt x="18" y="0"/>
                </a:lnTo>
                <a:lnTo>
                  <a:pt x="13" y="17"/>
                </a:lnTo>
                <a:lnTo>
                  <a:pt x="18" y="17"/>
                </a:lnTo>
                <a:lnTo>
                  <a:pt x="22" y="0"/>
                </a:lnTo>
                <a:lnTo>
                  <a:pt x="33" y="0"/>
                </a:lnTo>
                <a:lnTo>
                  <a:pt x="25" y="27"/>
                </a:lnTo>
                <a:lnTo>
                  <a:pt x="15" y="27"/>
                </a:lnTo>
                <a:lnTo>
                  <a:pt x="17" y="20"/>
                </a:lnTo>
                <a:lnTo>
                  <a:pt x="13" y="20"/>
                </a:lnTo>
                <a:lnTo>
                  <a:pt x="11" y="27"/>
                </a:lnTo>
                <a:lnTo>
                  <a:pt x="0" y="27"/>
                </a:lnTo>
                <a:lnTo>
                  <a:pt x="7" y="0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3" name="Freeform 18"/>
          <p:cNvSpPr>
            <a:spLocks noGrp="1"/>
          </p:cNvSpPr>
          <p:nvPr/>
        </p:nvSpPr>
        <p:spPr>
          <a:xfrm>
            <a:off x="10007600" y="339090"/>
            <a:ext cx="50800" cy="41910"/>
          </a:xfrm>
          <a:custGeom>
            <a:avLst/>
            <a:gdLst/>
            <a:ahLst/>
            <a:cxnLst/>
            <a:rect l="l" t="t" r="r" b="b"/>
            <a:pathLst>
              <a:path w="33" h="27">
                <a:moveTo>
                  <a:pt x="8" y="0"/>
                </a:moveTo>
                <a:lnTo>
                  <a:pt x="0" y="27"/>
                </a:lnTo>
                <a:lnTo>
                  <a:pt x="25" y="27"/>
                </a:lnTo>
                <a:lnTo>
                  <a:pt x="33" y="0"/>
                </a:lnTo>
                <a:lnTo>
                  <a:pt x="22" y="0"/>
                </a:lnTo>
                <a:lnTo>
                  <a:pt x="15" y="24"/>
                </a:lnTo>
                <a:lnTo>
                  <a:pt x="11" y="24"/>
                </a:lnTo>
                <a:lnTo>
                  <a:pt x="18" y="0"/>
                </a:lnTo>
                <a:lnTo>
                  <a:pt x="8" y="0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4" name="Freeform 5"/>
          <p:cNvSpPr>
            <a:spLocks noGrp="1"/>
          </p:cNvSpPr>
          <p:nvPr/>
        </p:nvSpPr>
        <p:spPr>
          <a:xfrm>
            <a:off x="10436860" y="152400"/>
            <a:ext cx="1607820" cy="325120"/>
          </a:xfrm>
          <a:custGeom>
            <a:avLst/>
            <a:gdLst/>
            <a:ahLst/>
            <a:cxnLst/>
            <a:rect l="l" t="t" r="r" b="b"/>
            <a:pathLst>
              <a:path w="489" h="98">
                <a:moveTo>
                  <a:pt x="98" y="37"/>
                </a:moveTo>
                <a:cubicBezTo>
                  <a:pt x="98" y="37"/>
                  <a:pt x="101" y="31"/>
                  <a:pt x="102" y="39"/>
                </a:cubicBezTo>
                <a:lnTo>
                  <a:pt x="104" y="45"/>
                </a:lnTo>
                <a:cubicBezTo>
                  <a:pt x="104" y="45"/>
                  <a:pt x="106" y="49"/>
                  <a:pt x="109" y="43"/>
                </a:cubicBezTo>
                <a:lnTo>
                  <a:pt x="112" y="40"/>
                </a:lnTo>
                <a:cubicBezTo>
                  <a:pt x="112" y="40"/>
                  <a:pt x="114" y="40"/>
                  <a:pt x="114" y="37"/>
                </a:cubicBezTo>
                <a:lnTo>
                  <a:pt x="113" y="28"/>
                </a:lnTo>
                <a:cubicBezTo>
                  <a:pt x="113" y="28"/>
                  <a:pt x="113" y="22"/>
                  <a:pt x="111" y="22"/>
                </a:cubicBezTo>
                <a:cubicBezTo>
                  <a:pt x="111" y="22"/>
                  <a:pt x="108" y="16"/>
                  <a:pt x="112" y="15"/>
                </a:cubicBezTo>
                <a:cubicBezTo>
                  <a:pt x="112" y="15"/>
                  <a:pt x="113" y="11"/>
                  <a:pt x="119" y="14"/>
                </a:cubicBezTo>
                <a:cubicBezTo>
                  <a:pt x="119" y="14"/>
                  <a:pt x="125" y="16"/>
                  <a:pt x="123" y="21"/>
                </a:cubicBezTo>
                <a:lnTo>
                  <a:pt x="122" y="29"/>
                </a:lnTo>
                <a:cubicBezTo>
                  <a:pt x="122" y="29"/>
                  <a:pt x="121" y="33"/>
                  <a:pt x="127" y="28"/>
                </a:cubicBezTo>
                <a:lnTo>
                  <a:pt x="135" y="23"/>
                </a:lnTo>
                <a:cubicBezTo>
                  <a:pt x="135" y="23"/>
                  <a:pt x="143" y="20"/>
                  <a:pt x="145" y="24"/>
                </a:cubicBezTo>
                <a:cubicBezTo>
                  <a:pt x="145" y="24"/>
                  <a:pt x="147" y="27"/>
                  <a:pt x="143" y="30"/>
                </a:cubicBezTo>
                <a:cubicBezTo>
                  <a:pt x="143" y="30"/>
                  <a:pt x="131" y="33"/>
                  <a:pt x="133" y="42"/>
                </a:cubicBezTo>
                <a:cubicBezTo>
                  <a:pt x="133" y="42"/>
                  <a:pt x="139" y="43"/>
                  <a:pt x="134" y="48"/>
                </a:cubicBezTo>
                <a:cubicBezTo>
                  <a:pt x="134" y="48"/>
                  <a:pt x="128" y="49"/>
                  <a:pt x="125" y="52"/>
                </a:cubicBezTo>
                <a:lnTo>
                  <a:pt x="121" y="53"/>
                </a:lnTo>
                <a:lnTo>
                  <a:pt x="121" y="86"/>
                </a:lnTo>
                <a:cubicBezTo>
                  <a:pt x="121" y="86"/>
                  <a:pt x="121" y="96"/>
                  <a:pt x="115" y="92"/>
                </a:cubicBezTo>
                <a:cubicBezTo>
                  <a:pt x="115" y="92"/>
                  <a:pt x="109" y="84"/>
                  <a:pt x="113" y="74"/>
                </a:cubicBezTo>
                <a:lnTo>
                  <a:pt x="114" y="49"/>
                </a:lnTo>
                <a:cubicBezTo>
                  <a:pt x="114" y="49"/>
                  <a:pt x="115" y="41"/>
                  <a:pt x="109" y="50"/>
                </a:cubicBezTo>
                <a:lnTo>
                  <a:pt x="104" y="57"/>
                </a:lnTo>
                <a:cubicBezTo>
                  <a:pt x="104" y="57"/>
                  <a:pt x="102" y="60"/>
                  <a:pt x="98" y="58"/>
                </a:cubicBezTo>
                <a:cubicBezTo>
                  <a:pt x="98" y="58"/>
                  <a:pt x="90" y="54"/>
                  <a:pt x="94" y="47"/>
                </a:cubicBezTo>
                <a:cubicBezTo>
                  <a:pt x="96" y="45"/>
                  <a:pt x="97" y="40"/>
                  <a:pt x="98" y="37"/>
                </a:cubicBezTo>
                <a:close/>
                <a:moveTo>
                  <a:pt x="121" y="39"/>
                </a:moveTo>
                <a:lnTo>
                  <a:pt x="121" y="45"/>
                </a:lnTo>
                <a:cubicBezTo>
                  <a:pt x="121" y="45"/>
                  <a:pt x="120" y="48"/>
                  <a:pt x="125" y="45"/>
                </a:cubicBezTo>
                <a:cubicBezTo>
                  <a:pt x="125" y="45"/>
                  <a:pt x="128" y="42"/>
                  <a:pt x="128" y="40"/>
                </a:cubicBezTo>
                <a:cubicBezTo>
                  <a:pt x="128" y="40"/>
                  <a:pt x="128" y="35"/>
                  <a:pt x="130" y="35"/>
                </a:cubicBezTo>
                <a:cubicBezTo>
                  <a:pt x="130" y="35"/>
                  <a:pt x="131" y="31"/>
                  <a:pt x="126" y="33"/>
                </a:cubicBezTo>
                <a:lnTo>
                  <a:pt x="123" y="37"/>
                </a:lnTo>
                <a:lnTo>
                  <a:pt x="122" y="37"/>
                </a:lnTo>
                <a:cubicBezTo>
                  <a:pt x="122" y="37"/>
                  <a:pt x="121" y="38"/>
                  <a:pt x="121" y="39"/>
                </a:cubicBezTo>
                <a:close/>
              </a:path>
              <a:path w="489" h="98">
                <a:moveTo>
                  <a:pt x="29" y="76"/>
                </a:moveTo>
                <a:cubicBezTo>
                  <a:pt x="34" y="73"/>
                  <a:pt x="37" y="72"/>
                  <a:pt x="38" y="73"/>
                </a:cubicBezTo>
                <a:cubicBezTo>
                  <a:pt x="39" y="73"/>
                  <a:pt x="39" y="80"/>
                  <a:pt x="39" y="92"/>
                </a:cubicBezTo>
                <a:cubicBezTo>
                  <a:pt x="39" y="98"/>
                  <a:pt x="43" y="98"/>
                  <a:pt x="45" y="95"/>
                </a:cubicBezTo>
                <a:cubicBezTo>
                  <a:pt x="47" y="92"/>
                  <a:pt x="48" y="86"/>
                  <a:pt x="48" y="78"/>
                </a:cubicBezTo>
                <a:lnTo>
                  <a:pt x="48" y="71"/>
                </a:lnTo>
                <a:lnTo>
                  <a:pt x="50" y="68"/>
                </a:lnTo>
                <a:lnTo>
                  <a:pt x="59" y="64"/>
                </a:lnTo>
                <a:cubicBezTo>
                  <a:pt x="62" y="63"/>
                  <a:pt x="62" y="61"/>
                  <a:pt x="59" y="60"/>
                </a:cubicBezTo>
                <a:lnTo>
                  <a:pt x="54" y="56"/>
                </a:lnTo>
                <a:cubicBezTo>
                  <a:pt x="53" y="54"/>
                  <a:pt x="53" y="53"/>
                  <a:pt x="56" y="52"/>
                </a:cubicBezTo>
                <a:lnTo>
                  <a:pt x="71" y="44"/>
                </a:lnTo>
                <a:cubicBezTo>
                  <a:pt x="73" y="44"/>
                  <a:pt x="74" y="42"/>
                  <a:pt x="71" y="39"/>
                </a:cubicBezTo>
                <a:cubicBezTo>
                  <a:pt x="69" y="37"/>
                  <a:pt x="67" y="37"/>
                  <a:pt x="64" y="39"/>
                </a:cubicBezTo>
                <a:lnTo>
                  <a:pt x="59" y="41"/>
                </a:lnTo>
                <a:cubicBezTo>
                  <a:pt x="56" y="44"/>
                  <a:pt x="55" y="42"/>
                  <a:pt x="59" y="37"/>
                </a:cubicBezTo>
                <a:lnTo>
                  <a:pt x="64" y="34"/>
                </a:lnTo>
                <a:cubicBezTo>
                  <a:pt x="68" y="32"/>
                  <a:pt x="66" y="30"/>
                  <a:pt x="63" y="29"/>
                </a:cubicBezTo>
                <a:lnTo>
                  <a:pt x="59" y="26"/>
                </a:lnTo>
                <a:cubicBezTo>
                  <a:pt x="57" y="25"/>
                  <a:pt x="56" y="25"/>
                  <a:pt x="55" y="28"/>
                </a:cubicBezTo>
                <a:cubicBezTo>
                  <a:pt x="55" y="32"/>
                  <a:pt x="54" y="34"/>
                  <a:pt x="52" y="35"/>
                </a:cubicBezTo>
                <a:cubicBezTo>
                  <a:pt x="50" y="36"/>
                  <a:pt x="48" y="36"/>
                  <a:pt x="47" y="35"/>
                </a:cubicBezTo>
                <a:cubicBezTo>
                  <a:pt x="45" y="33"/>
                  <a:pt x="45" y="32"/>
                  <a:pt x="47" y="30"/>
                </a:cubicBezTo>
                <a:cubicBezTo>
                  <a:pt x="49" y="27"/>
                  <a:pt x="52" y="25"/>
                  <a:pt x="56" y="25"/>
                </a:cubicBezTo>
                <a:cubicBezTo>
                  <a:pt x="60" y="23"/>
                  <a:pt x="64" y="21"/>
                  <a:pt x="65" y="18"/>
                </a:cubicBezTo>
                <a:cubicBezTo>
                  <a:pt x="66" y="17"/>
                  <a:pt x="65" y="14"/>
                  <a:pt x="62" y="11"/>
                </a:cubicBezTo>
                <a:cubicBezTo>
                  <a:pt x="59" y="6"/>
                  <a:pt x="55" y="5"/>
                  <a:pt x="52" y="10"/>
                </a:cubicBezTo>
                <a:lnTo>
                  <a:pt x="47" y="22"/>
                </a:lnTo>
                <a:lnTo>
                  <a:pt x="43" y="22"/>
                </a:lnTo>
                <a:lnTo>
                  <a:pt x="44" y="14"/>
                </a:lnTo>
                <a:cubicBezTo>
                  <a:pt x="45" y="12"/>
                  <a:pt x="43" y="10"/>
                  <a:pt x="40" y="7"/>
                </a:cubicBezTo>
                <a:cubicBezTo>
                  <a:pt x="36" y="5"/>
                  <a:pt x="34" y="4"/>
                  <a:pt x="33" y="7"/>
                </a:cubicBezTo>
                <a:cubicBezTo>
                  <a:pt x="32" y="7"/>
                  <a:pt x="33" y="9"/>
                  <a:pt x="36" y="13"/>
                </a:cubicBezTo>
                <a:cubicBezTo>
                  <a:pt x="38" y="15"/>
                  <a:pt x="39" y="18"/>
                  <a:pt x="41" y="23"/>
                </a:cubicBezTo>
                <a:cubicBezTo>
                  <a:pt x="36" y="23"/>
                  <a:pt x="31" y="24"/>
                  <a:pt x="26" y="23"/>
                </a:cubicBezTo>
                <a:cubicBezTo>
                  <a:pt x="20" y="23"/>
                  <a:pt x="17" y="24"/>
                  <a:pt x="20" y="27"/>
                </a:cubicBezTo>
                <a:cubicBezTo>
                  <a:pt x="21" y="29"/>
                  <a:pt x="23" y="30"/>
                  <a:pt x="24" y="32"/>
                </a:cubicBezTo>
                <a:lnTo>
                  <a:pt x="38" y="28"/>
                </a:lnTo>
                <a:cubicBezTo>
                  <a:pt x="45" y="27"/>
                  <a:pt x="45" y="27"/>
                  <a:pt x="43" y="30"/>
                </a:cubicBezTo>
                <a:cubicBezTo>
                  <a:pt x="43" y="31"/>
                  <a:pt x="41" y="31"/>
                  <a:pt x="39" y="30"/>
                </a:cubicBezTo>
                <a:cubicBezTo>
                  <a:pt x="36" y="31"/>
                  <a:pt x="36" y="33"/>
                  <a:pt x="37" y="35"/>
                </a:cubicBezTo>
                <a:cubicBezTo>
                  <a:pt x="38" y="39"/>
                  <a:pt x="38" y="40"/>
                  <a:pt x="35" y="38"/>
                </a:cubicBezTo>
                <a:cubicBezTo>
                  <a:pt x="34" y="38"/>
                  <a:pt x="33" y="38"/>
                  <a:pt x="33" y="39"/>
                </a:cubicBezTo>
                <a:cubicBezTo>
                  <a:pt x="32" y="40"/>
                  <a:pt x="30" y="40"/>
                  <a:pt x="28" y="37"/>
                </a:cubicBezTo>
                <a:cubicBezTo>
                  <a:pt x="24" y="33"/>
                  <a:pt x="21" y="32"/>
                  <a:pt x="20" y="35"/>
                </a:cubicBezTo>
                <a:lnTo>
                  <a:pt x="21" y="38"/>
                </a:lnTo>
                <a:cubicBezTo>
                  <a:pt x="23" y="42"/>
                  <a:pt x="23" y="44"/>
                  <a:pt x="20" y="44"/>
                </a:cubicBezTo>
                <a:cubicBezTo>
                  <a:pt x="19" y="45"/>
                  <a:pt x="20" y="46"/>
                  <a:pt x="21" y="47"/>
                </a:cubicBezTo>
                <a:lnTo>
                  <a:pt x="24" y="50"/>
                </a:lnTo>
                <a:cubicBezTo>
                  <a:pt x="26" y="53"/>
                  <a:pt x="28" y="53"/>
                  <a:pt x="32" y="49"/>
                </a:cubicBezTo>
                <a:cubicBezTo>
                  <a:pt x="36" y="44"/>
                  <a:pt x="38" y="43"/>
                  <a:pt x="38" y="47"/>
                </a:cubicBezTo>
                <a:cubicBezTo>
                  <a:pt x="38" y="50"/>
                  <a:pt x="37" y="51"/>
                  <a:pt x="34" y="51"/>
                </a:cubicBezTo>
                <a:lnTo>
                  <a:pt x="1" y="61"/>
                </a:lnTo>
                <a:cubicBezTo>
                  <a:pt x="0" y="61"/>
                  <a:pt x="0" y="61"/>
                  <a:pt x="0" y="61"/>
                </a:cubicBezTo>
                <a:lnTo>
                  <a:pt x="7" y="66"/>
                </a:lnTo>
                <a:cubicBezTo>
                  <a:pt x="8" y="66"/>
                  <a:pt x="10" y="66"/>
                  <a:pt x="11" y="66"/>
                </a:cubicBezTo>
                <a:lnTo>
                  <a:pt x="20" y="63"/>
                </a:lnTo>
                <a:lnTo>
                  <a:pt x="33" y="56"/>
                </a:lnTo>
                <a:cubicBezTo>
                  <a:pt x="37" y="55"/>
                  <a:pt x="39" y="55"/>
                  <a:pt x="38" y="58"/>
                </a:cubicBezTo>
                <a:cubicBezTo>
                  <a:pt x="38" y="59"/>
                  <a:pt x="37" y="60"/>
                  <a:pt x="35" y="61"/>
                </a:cubicBezTo>
                <a:cubicBezTo>
                  <a:pt x="29" y="64"/>
                  <a:pt x="23" y="69"/>
                  <a:pt x="17" y="74"/>
                </a:cubicBezTo>
                <a:cubicBezTo>
                  <a:pt x="14" y="77"/>
                  <a:pt x="13" y="78"/>
                  <a:pt x="17" y="78"/>
                </a:cubicBezTo>
                <a:cubicBezTo>
                  <a:pt x="19" y="79"/>
                  <a:pt x="21" y="79"/>
                  <a:pt x="25" y="77"/>
                </a:cubicBezTo>
                <a:lnTo>
                  <a:pt x="29" y="76"/>
                </a:lnTo>
                <a:close/>
                <a:moveTo>
                  <a:pt x="38" y="65"/>
                </a:moveTo>
                <a:cubicBezTo>
                  <a:pt x="38" y="67"/>
                  <a:pt x="37" y="68"/>
                  <a:pt x="34" y="69"/>
                </a:cubicBezTo>
                <a:lnTo>
                  <a:pt x="30" y="70"/>
                </a:lnTo>
                <a:cubicBezTo>
                  <a:pt x="26" y="71"/>
                  <a:pt x="25" y="71"/>
                  <a:pt x="28" y="69"/>
                </a:cubicBezTo>
                <a:lnTo>
                  <a:pt x="35" y="64"/>
                </a:lnTo>
                <a:cubicBezTo>
                  <a:pt x="37" y="63"/>
                  <a:pt x="38" y="63"/>
                  <a:pt x="38" y="65"/>
                </a:cubicBezTo>
                <a:close/>
                <a:moveTo>
                  <a:pt x="48" y="57"/>
                </a:moveTo>
                <a:lnTo>
                  <a:pt x="48" y="61"/>
                </a:lnTo>
                <a:cubicBezTo>
                  <a:pt x="48" y="63"/>
                  <a:pt x="50" y="63"/>
                  <a:pt x="51" y="62"/>
                </a:cubicBezTo>
                <a:cubicBezTo>
                  <a:pt x="51" y="62"/>
                  <a:pt x="51" y="61"/>
                  <a:pt x="51" y="59"/>
                </a:cubicBezTo>
                <a:cubicBezTo>
                  <a:pt x="50" y="58"/>
                  <a:pt x="49" y="57"/>
                  <a:pt x="48" y="57"/>
                </a:cubicBezTo>
                <a:close/>
                <a:moveTo>
                  <a:pt x="50" y="50"/>
                </a:moveTo>
                <a:cubicBezTo>
                  <a:pt x="48" y="50"/>
                  <a:pt x="48" y="51"/>
                  <a:pt x="48" y="52"/>
                </a:cubicBezTo>
                <a:cubicBezTo>
                  <a:pt x="49" y="53"/>
                  <a:pt x="51" y="53"/>
                  <a:pt x="53" y="51"/>
                </a:cubicBezTo>
                <a:lnTo>
                  <a:pt x="58" y="48"/>
                </a:lnTo>
                <a:cubicBezTo>
                  <a:pt x="59" y="47"/>
                  <a:pt x="59" y="47"/>
                  <a:pt x="56" y="47"/>
                </a:cubicBezTo>
                <a:lnTo>
                  <a:pt x="51" y="49"/>
                </a:lnTo>
                <a:lnTo>
                  <a:pt x="50" y="50"/>
                </a:lnTo>
                <a:close/>
                <a:moveTo>
                  <a:pt x="48" y="39"/>
                </a:moveTo>
                <a:lnTo>
                  <a:pt x="47" y="44"/>
                </a:lnTo>
                <a:cubicBezTo>
                  <a:pt x="48" y="47"/>
                  <a:pt x="49" y="47"/>
                  <a:pt x="51" y="45"/>
                </a:cubicBezTo>
                <a:cubicBezTo>
                  <a:pt x="51" y="44"/>
                  <a:pt x="52" y="43"/>
                  <a:pt x="53" y="41"/>
                </a:cubicBezTo>
                <a:cubicBezTo>
                  <a:pt x="53" y="39"/>
                  <a:pt x="52" y="39"/>
                  <a:pt x="51" y="38"/>
                </a:cubicBezTo>
                <a:cubicBezTo>
                  <a:pt x="50" y="38"/>
                  <a:pt x="49" y="38"/>
                  <a:pt x="48" y="39"/>
                </a:cubicBezTo>
                <a:close/>
                <a:moveTo>
                  <a:pt x="60" y="14"/>
                </a:moveTo>
                <a:cubicBezTo>
                  <a:pt x="60" y="15"/>
                  <a:pt x="59" y="16"/>
                  <a:pt x="58" y="17"/>
                </a:cubicBezTo>
                <a:lnTo>
                  <a:pt x="57" y="17"/>
                </a:lnTo>
                <a:cubicBezTo>
                  <a:pt x="56" y="17"/>
                  <a:pt x="55" y="18"/>
                  <a:pt x="54" y="17"/>
                </a:cubicBezTo>
                <a:lnTo>
                  <a:pt x="57" y="14"/>
                </a:lnTo>
                <a:cubicBezTo>
                  <a:pt x="58" y="14"/>
                  <a:pt x="60" y="13"/>
                  <a:pt x="60" y="14"/>
                </a:cubicBezTo>
                <a:close/>
              </a:path>
              <a:path w="489" h="98">
                <a:moveTo>
                  <a:pt x="186" y="22"/>
                </a:moveTo>
                <a:lnTo>
                  <a:pt x="193" y="17"/>
                </a:lnTo>
                <a:cubicBezTo>
                  <a:pt x="193" y="17"/>
                  <a:pt x="195" y="13"/>
                  <a:pt x="198" y="18"/>
                </a:cubicBezTo>
                <a:cubicBezTo>
                  <a:pt x="198" y="18"/>
                  <a:pt x="202" y="23"/>
                  <a:pt x="196" y="24"/>
                </a:cubicBezTo>
                <a:cubicBezTo>
                  <a:pt x="196" y="24"/>
                  <a:pt x="193" y="26"/>
                  <a:pt x="191" y="25"/>
                </a:cubicBezTo>
                <a:cubicBezTo>
                  <a:pt x="191" y="25"/>
                  <a:pt x="180" y="30"/>
                  <a:pt x="177" y="31"/>
                </a:cubicBezTo>
                <a:cubicBezTo>
                  <a:pt x="177" y="31"/>
                  <a:pt x="171" y="33"/>
                  <a:pt x="172" y="30"/>
                </a:cubicBezTo>
                <a:lnTo>
                  <a:pt x="183" y="24"/>
                </a:lnTo>
                <a:lnTo>
                  <a:pt x="186" y="22"/>
                </a:lnTo>
                <a:close/>
              </a:path>
              <a:path w="489" h="98">
                <a:moveTo>
                  <a:pt x="217" y="29"/>
                </a:moveTo>
                <a:lnTo>
                  <a:pt x="216" y="50"/>
                </a:lnTo>
                <a:lnTo>
                  <a:pt x="220" y="47"/>
                </a:lnTo>
                <a:lnTo>
                  <a:pt x="221" y="42"/>
                </a:lnTo>
                <a:cubicBezTo>
                  <a:pt x="221" y="42"/>
                  <a:pt x="221" y="39"/>
                  <a:pt x="225" y="43"/>
                </a:cubicBezTo>
                <a:cubicBezTo>
                  <a:pt x="225" y="43"/>
                  <a:pt x="229" y="46"/>
                  <a:pt x="228" y="50"/>
                </a:cubicBezTo>
                <a:cubicBezTo>
                  <a:pt x="228" y="50"/>
                  <a:pt x="220" y="52"/>
                  <a:pt x="216" y="59"/>
                </a:cubicBezTo>
                <a:lnTo>
                  <a:pt x="216" y="83"/>
                </a:lnTo>
                <a:cubicBezTo>
                  <a:pt x="216" y="83"/>
                  <a:pt x="216" y="87"/>
                  <a:pt x="215" y="89"/>
                </a:cubicBezTo>
                <a:cubicBezTo>
                  <a:pt x="215" y="89"/>
                  <a:pt x="212" y="95"/>
                  <a:pt x="211" y="94"/>
                </a:cubicBezTo>
                <a:cubicBezTo>
                  <a:pt x="211" y="94"/>
                  <a:pt x="207" y="92"/>
                  <a:pt x="209" y="86"/>
                </a:cubicBezTo>
                <a:lnTo>
                  <a:pt x="209" y="69"/>
                </a:lnTo>
                <a:cubicBezTo>
                  <a:pt x="209" y="69"/>
                  <a:pt x="210" y="63"/>
                  <a:pt x="206" y="68"/>
                </a:cubicBezTo>
                <a:cubicBezTo>
                  <a:pt x="206" y="68"/>
                  <a:pt x="202" y="74"/>
                  <a:pt x="197" y="69"/>
                </a:cubicBezTo>
                <a:cubicBezTo>
                  <a:pt x="197" y="69"/>
                  <a:pt x="192" y="67"/>
                  <a:pt x="197" y="64"/>
                </a:cubicBezTo>
                <a:cubicBezTo>
                  <a:pt x="197" y="64"/>
                  <a:pt x="198" y="64"/>
                  <a:pt x="199" y="59"/>
                </a:cubicBezTo>
                <a:lnTo>
                  <a:pt x="200" y="55"/>
                </a:lnTo>
                <a:cubicBezTo>
                  <a:pt x="200" y="55"/>
                  <a:pt x="201" y="50"/>
                  <a:pt x="198" y="50"/>
                </a:cubicBezTo>
                <a:cubicBezTo>
                  <a:pt x="198" y="50"/>
                  <a:pt x="195" y="47"/>
                  <a:pt x="197" y="45"/>
                </a:cubicBezTo>
                <a:cubicBezTo>
                  <a:pt x="197" y="45"/>
                  <a:pt x="203" y="38"/>
                  <a:pt x="196" y="32"/>
                </a:cubicBezTo>
                <a:cubicBezTo>
                  <a:pt x="196" y="32"/>
                  <a:pt x="190" y="29"/>
                  <a:pt x="195" y="28"/>
                </a:cubicBezTo>
                <a:cubicBezTo>
                  <a:pt x="195" y="28"/>
                  <a:pt x="199" y="28"/>
                  <a:pt x="199" y="29"/>
                </a:cubicBezTo>
                <a:cubicBezTo>
                  <a:pt x="199" y="29"/>
                  <a:pt x="207" y="28"/>
                  <a:pt x="207" y="34"/>
                </a:cubicBezTo>
                <a:cubicBezTo>
                  <a:pt x="207" y="34"/>
                  <a:pt x="207" y="37"/>
                  <a:pt x="205" y="37"/>
                </a:cubicBezTo>
                <a:cubicBezTo>
                  <a:pt x="205" y="37"/>
                  <a:pt x="197" y="44"/>
                  <a:pt x="203" y="44"/>
                </a:cubicBezTo>
                <a:cubicBezTo>
                  <a:pt x="203" y="44"/>
                  <a:pt x="211" y="46"/>
                  <a:pt x="205" y="52"/>
                </a:cubicBezTo>
                <a:cubicBezTo>
                  <a:pt x="205" y="52"/>
                  <a:pt x="203" y="51"/>
                  <a:pt x="202" y="57"/>
                </a:cubicBezTo>
                <a:cubicBezTo>
                  <a:pt x="202" y="57"/>
                  <a:pt x="199" y="64"/>
                  <a:pt x="204" y="61"/>
                </a:cubicBezTo>
                <a:cubicBezTo>
                  <a:pt x="204" y="61"/>
                  <a:pt x="206" y="60"/>
                  <a:pt x="209" y="57"/>
                </a:cubicBezTo>
                <a:cubicBezTo>
                  <a:pt x="209" y="57"/>
                  <a:pt x="210" y="54"/>
                  <a:pt x="210" y="51"/>
                </a:cubicBezTo>
                <a:cubicBezTo>
                  <a:pt x="210" y="51"/>
                  <a:pt x="210" y="26"/>
                  <a:pt x="209" y="20"/>
                </a:cubicBezTo>
                <a:cubicBezTo>
                  <a:pt x="209" y="20"/>
                  <a:pt x="207" y="16"/>
                  <a:pt x="211" y="14"/>
                </a:cubicBezTo>
                <a:cubicBezTo>
                  <a:pt x="211" y="14"/>
                  <a:pt x="214" y="12"/>
                  <a:pt x="218" y="16"/>
                </a:cubicBezTo>
                <a:cubicBezTo>
                  <a:pt x="218" y="16"/>
                  <a:pt x="221" y="17"/>
                  <a:pt x="218" y="21"/>
                </a:cubicBezTo>
                <a:lnTo>
                  <a:pt x="217" y="26"/>
                </a:lnTo>
                <a:lnTo>
                  <a:pt x="217" y="29"/>
                </a:lnTo>
                <a:close/>
              </a:path>
              <a:path w="489" h="98">
                <a:moveTo>
                  <a:pt x="170" y="48"/>
                </a:moveTo>
                <a:cubicBezTo>
                  <a:pt x="170" y="48"/>
                  <a:pt x="165" y="51"/>
                  <a:pt x="163" y="49"/>
                </a:cubicBezTo>
                <a:cubicBezTo>
                  <a:pt x="163" y="49"/>
                  <a:pt x="160" y="49"/>
                  <a:pt x="162" y="52"/>
                </a:cubicBezTo>
                <a:cubicBezTo>
                  <a:pt x="162" y="52"/>
                  <a:pt x="165" y="59"/>
                  <a:pt x="171" y="55"/>
                </a:cubicBezTo>
                <a:lnTo>
                  <a:pt x="179" y="49"/>
                </a:lnTo>
                <a:cubicBezTo>
                  <a:pt x="179" y="49"/>
                  <a:pt x="182" y="45"/>
                  <a:pt x="181" y="51"/>
                </a:cubicBezTo>
                <a:cubicBezTo>
                  <a:pt x="181" y="51"/>
                  <a:pt x="181" y="55"/>
                  <a:pt x="179" y="55"/>
                </a:cubicBezTo>
                <a:lnTo>
                  <a:pt x="167" y="68"/>
                </a:lnTo>
                <a:cubicBezTo>
                  <a:pt x="167" y="68"/>
                  <a:pt x="162" y="73"/>
                  <a:pt x="168" y="74"/>
                </a:cubicBezTo>
                <a:cubicBezTo>
                  <a:pt x="168" y="74"/>
                  <a:pt x="172" y="75"/>
                  <a:pt x="175" y="72"/>
                </a:cubicBezTo>
                <a:cubicBezTo>
                  <a:pt x="175" y="72"/>
                  <a:pt x="180" y="66"/>
                  <a:pt x="179" y="70"/>
                </a:cubicBezTo>
                <a:lnTo>
                  <a:pt x="179" y="79"/>
                </a:lnTo>
                <a:cubicBezTo>
                  <a:pt x="179" y="79"/>
                  <a:pt x="178" y="82"/>
                  <a:pt x="181" y="83"/>
                </a:cubicBezTo>
                <a:cubicBezTo>
                  <a:pt x="181" y="83"/>
                  <a:pt x="183" y="85"/>
                  <a:pt x="185" y="82"/>
                </a:cubicBezTo>
                <a:cubicBezTo>
                  <a:pt x="185" y="82"/>
                  <a:pt x="187" y="80"/>
                  <a:pt x="186" y="75"/>
                </a:cubicBezTo>
                <a:lnTo>
                  <a:pt x="186" y="63"/>
                </a:lnTo>
                <a:cubicBezTo>
                  <a:pt x="186" y="63"/>
                  <a:pt x="192" y="59"/>
                  <a:pt x="193" y="57"/>
                </a:cubicBezTo>
                <a:cubicBezTo>
                  <a:pt x="193" y="57"/>
                  <a:pt x="194" y="53"/>
                  <a:pt x="190" y="57"/>
                </a:cubicBezTo>
                <a:cubicBezTo>
                  <a:pt x="190" y="57"/>
                  <a:pt x="185" y="62"/>
                  <a:pt x="186" y="58"/>
                </a:cubicBezTo>
                <a:lnTo>
                  <a:pt x="186" y="52"/>
                </a:lnTo>
                <a:cubicBezTo>
                  <a:pt x="186" y="52"/>
                  <a:pt x="197" y="43"/>
                  <a:pt x="196" y="42"/>
                </a:cubicBezTo>
                <a:cubicBezTo>
                  <a:pt x="196" y="41"/>
                  <a:pt x="198" y="40"/>
                  <a:pt x="194" y="36"/>
                </a:cubicBezTo>
                <a:cubicBezTo>
                  <a:pt x="194" y="36"/>
                  <a:pt x="191" y="34"/>
                  <a:pt x="190" y="37"/>
                </a:cubicBezTo>
                <a:cubicBezTo>
                  <a:pt x="190" y="37"/>
                  <a:pt x="186" y="41"/>
                  <a:pt x="186" y="37"/>
                </a:cubicBezTo>
                <a:cubicBezTo>
                  <a:pt x="186" y="37"/>
                  <a:pt x="189" y="34"/>
                  <a:pt x="186" y="32"/>
                </a:cubicBezTo>
                <a:cubicBezTo>
                  <a:pt x="186" y="32"/>
                  <a:pt x="182" y="28"/>
                  <a:pt x="180" y="33"/>
                </a:cubicBezTo>
                <a:cubicBezTo>
                  <a:pt x="180" y="33"/>
                  <a:pt x="178" y="33"/>
                  <a:pt x="181" y="42"/>
                </a:cubicBezTo>
                <a:lnTo>
                  <a:pt x="176" y="44"/>
                </a:lnTo>
                <a:lnTo>
                  <a:pt x="173" y="46"/>
                </a:lnTo>
                <a:lnTo>
                  <a:pt x="170" y="48"/>
                </a:lnTo>
                <a:close/>
                <a:moveTo>
                  <a:pt x="186" y="43"/>
                </a:moveTo>
                <a:cubicBezTo>
                  <a:pt x="186" y="43"/>
                  <a:pt x="187" y="41"/>
                  <a:pt x="189" y="42"/>
                </a:cubicBezTo>
                <a:cubicBezTo>
                  <a:pt x="189" y="42"/>
                  <a:pt x="189" y="44"/>
                  <a:pt x="188" y="45"/>
                </a:cubicBezTo>
                <a:cubicBezTo>
                  <a:pt x="188" y="45"/>
                  <a:pt x="186" y="46"/>
                  <a:pt x="187" y="44"/>
                </a:cubicBezTo>
                <a:cubicBezTo>
                  <a:pt x="186" y="46"/>
                  <a:pt x="186" y="43"/>
                  <a:pt x="186" y="43"/>
                </a:cubicBezTo>
                <a:close/>
                <a:moveTo>
                  <a:pt x="175" y="64"/>
                </a:moveTo>
                <a:lnTo>
                  <a:pt x="178" y="61"/>
                </a:lnTo>
                <a:cubicBezTo>
                  <a:pt x="178" y="61"/>
                  <a:pt x="180" y="57"/>
                  <a:pt x="180" y="60"/>
                </a:cubicBezTo>
                <a:cubicBezTo>
                  <a:pt x="180" y="60"/>
                  <a:pt x="180" y="65"/>
                  <a:pt x="177" y="65"/>
                </a:cubicBezTo>
                <a:cubicBezTo>
                  <a:pt x="177" y="65"/>
                  <a:pt x="174" y="67"/>
                  <a:pt x="174" y="65"/>
                </a:cubicBezTo>
                <a:lnTo>
                  <a:pt x="175" y="65"/>
                </a:lnTo>
                <a:lnTo>
                  <a:pt x="175" y="64"/>
                </a:lnTo>
                <a:close/>
              </a:path>
              <a:path w="489" h="98">
                <a:moveTo>
                  <a:pt x="255" y="43"/>
                </a:moveTo>
                <a:cubicBezTo>
                  <a:pt x="255" y="43"/>
                  <a:pt x="252" y="46"/>
                  <a:pt x="249" y="46"/>
                </a:cubicBezTo>
                <a:cubicBezTo>
                  <a:pt x="249" y="46"/>
                  <a:pt x="247" y="45"/>
                  <a:pt x="248" y="48"/>
                </a:cubicBezTo>
                <a:cubicBezTo>
                  <a:pt x="248" y="48"/>
                  <a:pt x="248" y="51"/>
                  <a:pt x="253" y="52"/>
                </a:cubicBezTo>
                <a:cubicBezTo>
                  <a:pt x="253" y="52"/>
                  <a:pt x="257" y="52"/>
                  <a:pt x="257" y="51"/>
                </a:cubicBezTo>
                <a:cubicBezTo>
                  <a:pt x="257" y="51"/>
                  <a:pt x="257" y="49"/>
                  <a:pt x="260" y="48"/>
                </a:cubicBezTo>
                <a:cubicBezTo>
                  <a:pt x="260" y="48"/>
                  <a:pt x="263" y="46"/>
                  <a:pt x="264" y="45"/>
                </a:cubicBezTo>
                <a:cubicBezTo>
                  <a:pt x="264" y="45"/>
                  <a:pt x="267" y="42"/>
                  <a:pt x="266" y="46"/>
                </a:cubicBezTo>
                <a:lnTo>
                  <a:pt x="265" y="55"/>
                </a:lnTo>
                <a:cubicBezTo>
                  <a:pt x="265" y="59"/>
                  <a:pt x="258" y="64"/>
                  <a:pt x="256" y="66"/>
                </a:cubicBezTo>
                <a:cubicBezTo>
                  <a:pt x="256" y="66"/>
                  <a:pt x="253" y="69"/>
                  <a:pt x="251" y="69"/>
                </a:cubicBezTo>
                <a:cubicBezTo>
                  <a:pt x="251" y="69"/>
                  <a:pt x="249" y="68"/>
                  <a:pt x="251" y="72"/>
                </a:cubicBezTo>
                <a:cubicBezTo>
                  <a:pt x="251" y="72"/>
                  <a:pt x="255" y="76"/>
                  <a:pt x="257" y="75"/>
                </a:cubicBezTo>
                <a:lnTo>
                  <a:pt x="261" y="71"/>
                </a:lnTo>
                <a:lnTo>
                  <a:pt x="263" y="67"/>
                </a:lnTo>
                <a:cubicBezTo>
                  <a:pt x="263" y="67"/>
                  <a:pt x="266" y="63"/>
                  <a:pt x="265" y="69"/>
                </a:cubicBezTo>
                <a:cubicBezTo>
                  <a:pt x="265" y="69"/>
                  <a:pt x="265" y="77"/>
                  <a:pt x="263" y="79"/>
                </a:cubicBezTo>
                <a:cubicBezTo>
                  <a:pt x="263" y="79"/>
                  <a:pt x="262" y="79"/>
                  <a:pt x="264" y="82"/>
                </a:cubicBezTo>
                <a:cubicBezTo>
                  <a:pt x="264" y="82"/>
                  <a:pt x="266" y="87"/>
                  <a:pt x="268" y="85"/>
                </a:cubicBezTo>
                <a:lnTo>
                  <a:pt x="270" y="81"/>
                </a:lnTo>
                <a:cubicBezTo>
                  <a:pt x="270" y="81"/>
                  <a:pt x="272" y="78"/>
                  <a:pt x="271" y="76"/>
                </a:cubicBezTo>
                <a:cubicBezTo>
                  <a:pt x="270" y="75"/>
                  <a:pt x="271" y="57"/>
                  <a:pt x="271" y="57"/>
                </a:cubicBezTo>
                <a:lnTo>
                  <a:pt x="277" y="48"/>
                </a:lnTo>
                <a:cubicBezTo>
                  <a:pt x="277" y="48"/>
                  <a:pt x="281" y="44"/>
                  <a:pt x="277" y="44"/>
                </a:cubicBezTo>
                <a:cubicBezTo>
                  <a:pt x="277" y="44"/>
                  <a:pt x="275" y="46"/>
                  <a:pt x="273" y="49"/>
                </a:cubicBezTo>
                <a:cubicBezTo>
                  <a:pt x="273" y="49"/>
                  <a:pt x="271" y="51"/>
                  <a:pt x="272" y="46"/>
                </a:cubicBezTo>
                <a:lnTo>
                  <a:pt x="272" y="40"/>
                </a:lnTo>
                <a:cubicBezTo>
                  <a:pt x="272" y="40"/>
                  <a:pt x="271" y="37"/>
                  <a:pt x="275" y="36"/>
                </a:cubicBezTo>
                <a:lnTo>
                  <a:pt x="279" y="33"/>
                </a:lnTo>
                <a:cubicBezTo>
                  <a:pt x="279" y="33"/>
                  <a:pt x="282" y="31"/>
                  <a:pt x="280" y="30"/>
                </a:cubicBezTo>
                <a:cubicBezTo>
                  <a:pt x="280" y="30"/>
                  <a:pt x="276" y="26"/>
                  <a:pt x="276" y="30"/>
                </a:cubicBezTo>
                <a:lnTo>
                  <a:pt x="274" y="32"/>
                </a:lnTo>
                <a:cubicBezTo>
                  <a:pt x="274" y="32"/>
                  <a:pt x="272" y="34"/>
                  <a:pt x="273" y="30"/>
                </a:cubicBezTo>
                <a:lnTo>
                  <a:pt x="274" y="23"/>
                </a:lnTo>
                <a:cubicBezTo>
                  <a:pt x="274" y="23"/>
                  <a:pt x="274" y="18"/>
                  <a:pt x="276" y="17"/>
                </a:cubicBezTo>
                <a:cubicBezTo>
                  <a:pt x="276" y="17"/>
                  <a:pt x="273" y="11"/>
                  <a:pt x="269" y="14"/>
                </a:cubicBezTo>
                <a:cubicBezTo>
                  <a:pt x="269" y="14"/>
                  <a:pt x="263" y="17"/>
                  <a:pt x="267" y="21"/>
                </a:cubicBezTo>
                <a:lnTo>
                  <a:pt x="266" y="35"/>
                </a:lnTo>
                <a:cubicBezTo>
                  <a:pt x="266" y="35"/>
                  <a:pt x="266" y="38"/>
                  <a:pt x="264" y="38"/>
                </a:cubicBezTo>
                <a:lnTo>
                  <a:pt x="258" y="42"/>
                </a:lnTo>
                <a:lnTo>
                  <a:pt x="256" y="43"/>
                </a:lnTo>
                <a:lnTo>
                  <a:pt x="255" y="43"/>
                </a:lnTo>
                <a:close/>
              </a:path>
              <a:path w="489" h="98">
                <a:moveTo>
                  <a:pt x="303" y="56"/>
                </a:moveTo>
                <a:cubicBezTo>
                  <a:pt x="303" y="56"/>
                  <a:pt x="300" y="63"/>
                  <a:pt x="298" y="65"/>
                </a:cubicBezTo>
                <a:lnTo>
                  <a:pt x="304" y="70"/>
                </a:lnTo>
                <a:cubicBezTo>
                  <a:pt x="304" y="70"/>
                  <a:pt x="306" y="73"/>
                  <a:pt x="317" y="73"/>
                </a:cubicBezTo>
                <a:cubicBezTo>
                  <a:pt x="317" y="73"/>
                  <a:pt x="323" y="73"/>
                  <a:pt x="316" y="76"/>
                </a:cubicBezTo>
                <a:lnTo>
                  <a:pt x="307" y="81"/>
                </a:lnTo>
                <a:cubicBezTo>
                  <a:pt x="307" y="81"/>
                  <a:pt x="300" y="84"/>
                  <a:pt x="299" y="80"/>
                </a:cubicBezTo>
                <a:lnTo>
                  <a:pt x="295" y="73"/>
                </a:lnTo>
                <a:cubicBezTo>
                  <a:pt x="295" y="73"/>
                  <a:pt x="294" y="68"/>
                  <a:pt x="293" y="72"/>
                </a:cubicBezTo>
                <a:cubicBezTo>
                  <a:pt x="293" y="72"/>
                  <a:pt x="288" y="78"/>
                  <a:pt x="285" y="78"/>
                </a:cubicBezTo>
                <a:cubicBezTo>
                  <a:pt x="285" y="78"/>
                  <a:pt x="280" y="79"/>
                  <a:pt x="276" y="77"/>
                </a:cubicBezTo>
                <a:cubicBezTo>
                  <a:pt x="276" y="77"/>
                  <a:pt x="269" y="77"/>
                  <a:pt x="279" y="75"/>
                </a:cubicBezTo>
                <a:cubicBezTo>
                  <a:pt x="279" y="75"/>
                  <a:pt x="286" y="73"/>
                  <a:pt x="290" y="66"/>
                </a:cubicBezTo>
                <a:lnTo>
                  <a:pt x="283" y="58"/>
                </a:lnTo>
                <a:cubicBezTo>
                  <a:pt x="283" y="58"/>
                  <a:pt x="280" y="55"/>
                  <a:pt x="284" y="55"/>
                </a:cubicBezTo>
                <a:cubicBezTo>
                  <a:pt x="284" y="55"/>
                  <a:pt x="285" y="54"/>
                  <a:pt x="289" y="57"/>
                </a:cubicBezTo>
                <a:cubicBezTo>
                  <a:pt x="289" y="57"/>
                  <a:pt x="291" y="59"/>
                  <a:pt x="292" y="60"/>
                </a:cubicBezTo>
                <a:cubicBezTo>
                  <a:pt x="293" y="60"/>
                  <a:pt x="293" y="61"/>
                  <a:pt x="295" y="59"/>
                </a:cubicBezTo>
                <a:cubicBezTo>
                  <a:pt x="295" y="58"/>
                  <a:pt x="296" y="56"/>
                  <a:pt x="298" y="52"/>
                </a:cubicBezTo>
                <a:cubicBezTo>
                  <a:pt x="298" y="52"/>
                  <a:pt x="300" y="49"/>
                  <a:pt x="296" y="50"/>
                </a:cubicBezTo>
                <a:cubicBezTo>
                  <a:pt x="296" y="50"/>
                  <a:pt x="293" y="52"/>
                  <a:pt x="292" y="54"/>
                </a:cubicBezTo>
                <a:cubicBezTo>
                  <a:pt x="292" y="54"/>
                  <a:pt x="290" y="56"/>
                  <a:pt x="287" y="54"/>
                </a:cubicBezTo>
                <a:cubicBezTo>
                  <a:pt x="287" y="54"/>
                  <a:pt x="282" y="51"/>
                  <a:pt x="285" y="49"/>
                </a:cubicBezTo>
                <a:lnTo>
                  <a:pt x="286" y="45"/>
                </a:lnTo>
                <a:cubicBezTo>
                  <a:pt x="286" y="45"/>
                  <a:pt x="288" y="40"/>
                  <a:pt x="284" y="44"/>
                </a:cubicBezTo>
                <a:cubicBezTo>
                  <a:pt x="284" y="44"/>
                  <a:pt x="282" y="47"/>
                  <a:pt x="281" y="45"/>
                </a:cubicBezTo>
                <a:lnTo>
                  <a:pt x="276" y="41"/>
                </a:lnTo>
                <a:cubicBezTo>
                  <a:pt x="276" y="41"/>
                  <a:pt x="273" y="38"/>
                  <a:pt x="278" y="39"/>
                </a:cubicBezTo>
                <a:lnTo>
                  <a:pt x="290" y="34"/>
                </a:lnTo>
                <a:cubicBezTo>
                  <a:pt x="290" y="34"/>
                  <a:pt x="291" y="25"/>
                  <a:pt x="292" y="23"/>
                </a:cubicBezTo>
                <a:cubicBezTo>
                  <a:pt x="292" y="23"/>
                  <a:pt x="293" y="14"/>
                  <a:pt x="298" y="15"/>
                </a:cubicBezTo>
                <a:cubicBezTo>
                  <a:pt x="298" y="15"/>
                  <a:pt x="302" y="15"/>
                  <a:pt x="305" y="23"/>
                </a:cubicBezTo>
                <a:cubicBezTo>
                  <a:pt x="305" y="23"/>
                  <a:pt x="308" y="26"/>
                  <a:pt x="304" y="29"/>
                </a:cubicBezTo>
                <a:cubicBezTo>
                  <a:pt x="304" y="29"/>
                  <a:pt x="296" y="34"/>
                  <a:pt x="295" y="35"/>
                </a:cubicBezTo>
                <a:cubicBezTo>
                  <a:pt x="295" y="35"/>
                  <a:pt x="292" y="37"/>
                  <a:pt x="291" y="41"/>
                </a:cubicBezTo>
                <a:cubicBezTo>
                  <a:pt x="291" y="41"/>
                  <a:pt x="287" y="50"/>
                  <a:pt x="291" y="47"/>
                </a:cubicBezTo>
                <a:lnTo>
                  <a:pt x="301" y="40"/>
                </a:lnTo>
                <a:cubicBezTo>
                  <a:pt x="301" y="40"/>
                  <a:pt x="302" y="37"/>
                  <a:pt x="307" y="41"/>
                </a:cubicBezTo>
                <a:cubicBezTo>
                  <a:pt x="307" y="41"/>
                  <a:pt x="312" y="44"/>
                  <a:pt x="309" y="47"/>
                </a:cubicBezTo>
                <a:lnTo>
                  <a:pt x="305" y="52"/>
                </a:lnTo>
                <a:lnTo>
                  <a:pt x="303" y="54"/>
                </a:lnTo>
                <a:lnTo>
                  <a:pt x="303" y="56"/>
                </a:lnTo>
                <a:close/>
                <a:moveTo>
                  <a:pt x="295" y="27"/>
                </a:moveTo>
                <a:cubicBezTo>
                  <a:pt x="295" y="27"/>
                  <a:pt x="297" y="22"/>
                  <a:pt x="299" y="24"/>
                </a:cubicBezTo>
                <a:cubicBezTo>
                  <a:pt x="299" y="24"/>
                  <a:pt x="302" y="24"/>
                  <a:pt x="299" y="27"/>
                </a:cubicBezTo>
                <a:lnTo>
                  <a:pt x="297" y="30"/>
                </a:lnTo>
                <a:cubicBezTo>
                  <a:pt x="297" y="30"/>
                  <a:pt x="294" y="33"/>
                  <a:pt x="295" y="28"/>
                </a:cubicBezTo>
                <a:cubicBezTo>
                  <a:pt x="294" y="33"/>
                  <a:pt x="295" y="27"/>
                  <a:pt x="295" y="27"/>
                </a:cubicBezTo>
                <a:close/>
              </a:path>
              <a:path w="489" h="98">
                <a:moveTo>
                  <a:pt x="354" y="54"/>
                </a:moveTo>
                <a:cubicBezTo>
                  <a:pt x="354" y="54"/>
                  <a:pt x="348" y="58"/>
                  <a:pt x="341" y="59"/>
                </a:cubicBezTo>
                <a:cubicBezTo>
                  <a:pt x="341" y="59"/>
                  <a:pt x="336" y="59"/>
                  <a:pt x="342" y="62"/>
                </a:cubicBezTo>
                <a:lnTo>
                  <a:pt x="347" y="66"/>
                </a:lnTo>
                <a:cubicBezTo>
                  <a:pt x="347" y="66"/>
                  <a:pt x="352" y="67"/>
                  <a:pt x="354" y="64"/>
                </a:cubicBezTo>
                <a:lnTo>
                  <a:pt x="358" y="61"/>
                </a:lnTo>
                <a:cubicBezTo>
                  <a:pt x="358" y="61"/>
                  <a:pt x="364" y="56"/>
                  <a:pt x="361" y="63"/>
                </a:cubicBezTo>
                <a:cubicBezTo>
                  <a:pt x="361" y="63"/>
                  <a:pt x="357" y="73"/>
                  <a:pt x="342" y="79"/>
                </a:cubicBezTo>
                <a:cubicBezTo>
                  <a:pt x="342" y="79"/>
                  <a:pt x="335" y="81"/>
                  <a:pt x="346" y="80"/>
                </a:cubicBezTo>
                <a:cubicBezTo>
                  <a:pt x="346" y="80"/>
                  <a:pt x="365" y="83"/>
                  <a:pt x="372" y="50"/>
                </a:cubicBezTo>
                <a:cubicBezTo>
                  <a:pt x="372" y="50"/>
                  <a:pt x="385" y="41"/>
                  <a:pt x="388" y="40"/>
                </a:cubicBezTo>
                <a:cubicBezTo>
                  <a:pt x="388" y="40"/>
                  <a:pt x="393" y="37"/>
                  <a:pt x="387" y="36"/>
                </a:cubicBezTo>
                <a:cubicBezTo>
                  <a:pt x="387" y="36"/>
                  <a:pt x="383" y="33"/>
                  <a:pt x="380" y="38"/>
                </a:cubicBezTo>
                <a:lnTo>
                  <a:pt x="377" y="40"/>
                </a:lnTo>
                <a:cubicBezTo>
                  <a:pt x="377" y="40"/>
                  <a:pt x="373" y="43"/>
                  <a:pt x="374" y="37"/>
                </a:cubicBezTo>
                <a:lnTo>
                  <a:pt x="376" y="26"/>
                </a:lnTo>
                <a:cubicBezTo>
                  <a:pt x="376" y="26"/>
                  <a:pt x="377" y="22"/>
                  <a:pt x="374" y="21"/>
                </a:cubicBezTo>
                <a:cubicBezTo>
                  <a:pt x="371" y="19"/>
                  <a:pt x="368" y="15"/>
                  <a:pt x="368" y="15"/>
                </a:cubicBezTo>
                <a:cubicBezTo>
                  <a:pt x="368" y="15"/>
                  <a:pt x="365" y="12"/>
                  <a:pt x="365" y="18"/>
                </a:cubicBezTo>
                <a:cubicBezTo>
                  <a:pt x="365" y="18"/>
                  <a:pt x="368" y="35"/>
                  <a:pt x="365" y="47"/>
                </a:cubicBezTo>
                <a:lnTo>
                  <a:pt x="359" y="51"/>
                </a:lnTo>
                <a:lnTo>
                  <a:pt x="357" y="53"/>
                </a:lnTo>
                <a:lnTo>
                  <a:pt x="354" y="54"/>
                </a:lnTo>
                <a:close/>
              </a:path>
              <a:path w="489" h="98">
                <a:moveTo>
                  <a:pt x="378" y="66"/>
                </a:moveTo>
                <a:lnTo>
                  <a:pt x="383" y="76"/>
                </a:lnTo>
                <a:cubicBezTo>
                  <a:pt x="383" y="76"/>
                  <a:pt x="386" y="79"/>
                  <a:pt x="391" y="76"/>
                </a:cubicBezTo>
                <a:lnTo>
                  <a:pt x="401" y="72"/>
                </a:lnTo>
                <a:cubicBezTo>
                  <a:pt x="401" y="72"/>
                  <a:pt x="405" y="70"/>
                  <a:pt x="400" y="70"/>
                </a:cubicBezTo>
                <a:cubicBezTo>
                  <a:pt x="400" y="70"/>
                  <a:pt x="384" y="70"/>
                  <a:pt x="377" y="55"/>
                </a:cubicBezTo>
                <a:cubicBezTo>
                  <a:pt x="377" y="55"/>
                  <a:pt x="374" y="51"/>
                  <a:pt x="374" y="55"/>
                </a:cubicBezTo>
                <a:cubicBezTo>
                  <a:pt x="374" y="55"/>
                  <a:pt x="373" y="56"/>
                  <a:pt x="376" y="60"/>
                </a:cubicBezTo>
                <a:lnTo>
                  <a:pt x="377" y="63"/>
                </a:lnTo>
                <a:lnTo>
                  <a:pt x="378" y="66"/>
                </a:lnTo>
                <a:close/>
              </a:path>
              <a:path w="489" h="98">
                <a:moveTo>
                  <a:pt x="437" y="62"/>
                </a:moveTo>
                <a:cubicBezTo>
                  <a:pt x="437" y="62"/>
                  <a:pt x="428" y="68"/>
                  <a:pt x="424" y="68"/>
                </a:cubicBezTo>
                <a:cubicBezTo>
                  <a:pt x="424" y="68"/>
                  <a:pt x="420" y="68"/>
                  <a:pt x="424" y="71"/>
                </a:cubicBezTo>
                <a:lnTo>
                  <a:pt x="432" y="74"/>
                </a:lnTo>
                <a:cubicBezTo>
                  <a:pt x="432" y="74"/>
                  <a:pt x="436" y="78"/>
                  <a:pt x="438" y="73"/>
                </a:cubicBezTo>
                <a:cubicBezTo>
                  <a:pt x="438" y="73"/>
                  <a:pt x="449" y="59"/>
                  <a:pt x="452" y="59"/>
                </a:cubicBezTo>
                <a:cubicBezTo>
                  <a:pt x="452" y="59"/>
                  <a:pt x="456" y="55"/>
                  <a:pt x="456" y="60"/>
                </a:cubicBezTo>
                <a:cubicBezTo>
                  <a:pt x="456" y="60"/>
                  <a:pt x="456" y="68"/>
                  <a:pt x="456" y="77"/>
                </a:cubicBezTo>
                <a:cubicBezTo>
                  <a:pt x="456" y="77"/>
                  <a:pt x="458" y="86"/>
                  <a:pt x="450" y="85"/>
                </a:cubicBezTo>
                <a:lnTo>
                  <a:pt x="444" y="86"/>
                </a:lnTo>
                <a:lnTo>
                  <a:pt x="451" y="89"/>
                </a:lnTo>
                <a:lnTo>
                  <a:pt x="457" y="91"/>
                </a:lnTo>
                <a:cubicBezTo>
                  <a:pt x="457" y="91"/>
                  <a:pt x="462" y="94"/>
                  <a:pt x="464" y="88"/>
                </a:cubicBezTo>
                <a:cubicBezTo>
                  <a:pt x="464" y="88"/>
                  <a:pt x="465" y="86"/>
                  <a:pt x="463" y="75"/>
                </a:cubicBezTo>
                <a:lnTo>
                  <a:pt x="461" y="54"/>
                </a:lnTo>
                <a:cubicBezTo>
                  <a:pt x="461" y="54"/>
                  <a:pt x="463" y="49"/>
                  <a:pt x="467" y="53"/>
                </a:cubicBezTo>
                <a:lnTo>
                  <a:pt x="467" y="56"/>
                </a:lnTo>
                <a:cubicBezTo>
                  <a:pt x="467" y="56"/>
                  <a:pt x="466" y="60"/>
                  <a:pt x="471" y="56"/>
                </a:cubicBezTo>
                <a:cubicBezTo>
                  <a:pt x="471" y="56"/>
                  <a:pt x="474" y="53"/>
                  <a:pt x="477" y="53"/>
                </a:cubicBezTo>
                <a:cubicBezTo>
                  <a:pt x="477" y="53"/>
                  <a:pt x="480" y="50"/>
                  <a:pt x="476" y="49"/>
                </a:cubicBezTo>
                <a:cubicBezTo>
                  <a:pt x="476" y="49"/>
                  <a:pt x="473" y="45"/>
                  <a:pt x="468" y="46"/>
                </a:cubicBezTo>
                <a:cubicBezTo>
                  <a:pt x="468" y="46"/>
                  <a:pt x="463" y="46"/>
                  <a:pt x="469" y="41"/>
                </a:cubicBezTo>
                <a:lnTo>
                  <a:pt x="473" y="38"/>
                </a:lnTo>
                <a:cubicBezTo>
                  <a:pt x="473" y="38"/>
                  <a:pt x="477" y="35"/>
                  <a:pt x="472" y="33"/>
                </a:cubicBezTo>
                <a:lnTo>
                  <a:pt x="470" y="31"/>
                </a:lnTo>
                <a:cubicBezTo>
                  <a:pt x="470" y="31"/>
                  <a:pt x="467" y="30"/>
                  <a:pt x="473" y="25"/>
                </a:cubicBezTo>
                <a:cubicBezTo>
                  <a:pt x="473" y="25"/>
                  <a:pt x="478" y="20"/>
                  <a:pt x="483" y="19"/>
                </a:cubicBezTo>
                <a:cubicBezTo>
                  <a:pt x="483" y="19"/>
                  <a:pt x="489" y="15"/>
                  <a:pt x="483" y="9"/>
                </a:cubicBezTo>
                <a:cubicBezTo>
                  <a:pt x="483" y="9"/>
                  <a:pt x="478" y="2"/>
                  <a:pt x="472" y="6"/>
                </a:cubicBezTo>
                <a:lnTo>
                  <a:pt x="462" y="11"/>
                </a:lnTo>
                <a:cubicBezTo>
                  <a:pt x="462" y="11"/>
                  <a:pt x="458" y="14"/>
                  <a:pt x="461" y="10"/>
                </a:cubicBezTo>
                <a:cubicBezTo>
                  <a:pt x="461" y="10"/>
                  <a:pt x="463" y="6"/>
                  <a:pt x="460" y="5"/>
                </a:cubicBezTo>
                <a:lnTo>
                  <a:pt x="457" y="3"/>
                </a:lnTo>
                <a:cubicBezTo>
                  <a:pt x="457" y="3"/>
                  <a:pt x="453" y="0"/>
                  <a:pt x="453" y="4"/>
                </a:cubicBezTo>
                <a:cubicBezTo>
                  <a:pt x="453" y="4"/>
                  <a:pt x="451" y="12"/>
                  <a:pt x="447" y="10"/>
                </a:cubicBezTo>
                <a:cubicBezTo>
                  <a:pt x="447" y="10"/>
                  <a:pt x="442" y="8"/>
                  <a:pt x="442" y="11"/>
                </a:cubicBezTo>
                <a:cubicBezTo>
                  <a:pt x="442" y="11"/>
                  <a:pt x="449" y="15"/>
                  <a:pt x="446" y="18"/>
                </a:cubicBezTo>
                <a:cubicBezTo>
                  <a:pt x="446" y="18"/>
                  <a:pt x="441" y="24"/>
                  <a:pt x="439" y="18"/>
                </a:cubicBezTo>
                <a:cubicBezTo>
                  <a:pt x="439" y="18"/>
                  <a:pt x="436" y="11"/>
                  <a:pt x="430" y="9"/>
                </a:cubicBezTo>
                <a:cubicBezTo>
                  <a:pt x="430" y="9"/>
                  <a:pt x="425" y="7"/>
                  <a:pt x="428" y="11"/>
                </a:cubicBezTo>
                <a:cubicBezTo>
                  <a:pt x="428" y="11"/>
                  <a:pt x="434" y="16"/>
                  <a:pt x="435" y="21"/>
                </a:cubicBezTo>
                <a:cubicBezTo>
                  <a:pt x="435" y="21"/>
                  <a:pt x="438" y="27"/>
                  <a:pt x="433" y="23"/>
                </a:cubicBezTo>
                <a:cubicBezTo>
                  <a:pt x="433" y="23"/>
                  <a:pt x="426" y="17"/>
                  <a:pt x="427" y="21"/>
                </a:cubicBezTo>
                <a:cubicBezTo>
                  <a:pt x="427" y="21"/>
                  <a:pt x="433" y="32"/>
                  <a:pt x="436" y="37"/>
                </a:cubicBezTo>
                <a:cubicBezTo>
                  <a:pt x="436" y="37"/>
                  <a:pt x="439" y="42"/>
                  <a:pt x="439" y="36"/>
                </a:cubicBezTo>
                <a:cubicBezTo>
                  <a:pt x="439" y="36"/>
                  <a:pt x="438" y="30"/>
                  <a:pt x="442" y="34"/>
                </a:cubicBezTo>
                <a:cubicBezTo>
                  <a:pt x="442" y="34"/>
                  <a:pt x="445" y="37"/>
                  <a:pt x="447" y="35"/>
                </a:cubicBezTo>
                <a:cubicBezTo>
                  <a:pt x="447" y="35"/>
                  <a:pt x="449" y="31"/>
                  <a:pt x="447" y="31"/>
                </a:cubicBezTo>
                <a:cubicBezTo>
                  <a:pt x="444" y="30"/>
                  <a:pt x="445" y="26"/>
                  <a:pt x="445" y="26"/>
                </a:cubicBezTo>
                <a:cubicBezTo>
                  <a:pt x="445" y="26"/>
                  <a:pt x="443" y="22"/>
                  <a:pt x="445" y="22"/>
                </a:cubicBezTo>
                <a:cubicBezTo>
                  <a:pt x="445" y="22"/>
                  <a:pt x="453" y="17"/>
                  <a:pt x="450" y="22"/>
                </a:cubicBezTo>
                <a:cubicBezTo>
                  <a:pt x="450" y="22"/>
                  <a:pt x="444" y="27"/>
                  <a:pt x="452" y="32"/>
                </a:cubicBezTo>
                <a:cubicBezTo>
                  <a:pt x="452" y="32"/>
                  <a:pt x="460" y="35"/>
                  <a:pt x="463" y="28"/>
                </a:cubicBezTo>
                <a:cubicBezTo>
                  <a:pt x="463" y="28"/>
                  <a:pt x="464" y="23"/>
                  <a:pt x="462" y="21"/>
                </a:cubicBezTo>
                <a:cubicBezTo>
                  <a:pt x="462" y="21"/>
                  <a:pt x="458" y="16"/>
                  <a:pt x="463" y="16"/>
                </a:cubicBezTo>
                <a:lnTo>
                  <a:pt x="468" y="14"/>
                </a:lnTo>
                <a:cubicBezTo>
                  <a:pt x="468" y="14"/>
                  <a:pt x="473" y="12"/>
                  <a:pt x="472" y="16"/>
                </a:cubicBezTo>
                <a:lnTo>
                  <a:pt x="466" y="28"/>
                </a:lnTo>
                <a:cubicBezTo>
                  <a:pt x="466" y="28"/>
                  <a:pt x="463" y="34"/>
                  <a:pt x="460" y="34"/>
                </a:cubicBezTo>
                <a:lnTo>
                  <a:pt x="444" y="43"/>
                </a:lnTo>
                <a:cubicBezTo>
                  <a:pt x="444" y="43"/>
                  <a:pt x="437" y="45"/>
                  <a:pt x="442" y="46"/>
                </a:cubicBezTo>
                <a:cubicBezTo>
                  <a:pt x="442" y="46"/>
                  <a:pt x="447" y="48"/>
                  <a:pt x="450" y="44"/>
                </a:cubicBezTo>
                <a:lnTo>
                  <a:pt x="458" y="40"/>
                </a:lnTo>
                <a:cubicBezTo>
                  <a:pt x="458" y="40"/>
                  <a:pt x="463" y="36"/>
                  <a:pt x="460" y="42"/>
                </a:cubicBezTo>
                <a:cubicBezTo>
                  <a:pt x="460" y="42"/>
                  <a:pt x="460" y="47"/>
                  <a:pt x="453" y="52"/>
                </a:cubicBezTo>
                <a:lnTo>
                  <a:pt x="443" y="59"/>
                </a:lnTo>
                <a:lnTo>
                  <a:pt x="440" y="60"/>
                </a:lnTo>
                <a:lnTo>
                  <a:pt x="437" y="62"/>
                </a:lnTo>
                <a:close/>
                <a:moveTo>
                  <a:pt x="456" y="23"/>
                </a:moveTo>
                <a:cubicBezTo>
                  <a:pt x="457" y="23"/>
                  <a:pt x="458" y="24"/>
                  <a:pt x="458" y="25"/>
                </a:cubicBezTo>
                <a:cubicBezTo>
                  <a:pt x="458" y="27"/>
                  <a:pt x="457" y="28"/>
                  <a:pt x="456" y="28"/>
                </a:cubicBezTo>
                <a:cubicBezTo>
                  <a:pt x="455" y="28"/>
                  <a:pt x="454" y="27"/>
                  <a:pt x="454" y="25"/>
                </a:cubicBezTo>
                <a:cubicBezTo>
                  <a:pt x="454" y="24"/>
                  <a:pt x="455" y="23"/>
                  <a:pt x="456" y="2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5" name="Freeform 6"/>
          <p:cNvSpPr>
            <a:spLocks noGrp="1"/>
          </p:cNvSpPr>
          <p:nvPr/>
        </p:nvSpPr>
        <p:spPr>
          <a:xfrm>
            <a:off x="10466070" y="520700"/>
            <a:ext cx="1549400" cy="49530"/>
          </a:xfrm>
          <a:custGeom>
            <a:avLst/>
            <a:gdLst/>
            <a:ahLst/>
            <a:cxnLst/>
            <a:rect l="l" t="t" r="r" b="b"/>
            <a:pathLst>
              <a:path w="471" h="15">
                <a:moveTo>
                  <a:pt x="0" y="15"/>
                </a:moveTo>
                <a:lnTo>
                  <a:pt x="0" y="0"/>
                </a:lnTo>
                <a:lnTo>
                  <a:pt x="2" y="0"/>
                </a:lnTo>
                <a:lnTo>
                  <a:pt x="2" y="6"/>
                </a:lnTo>
                <a:lnTo>
                  <a:pt x="9" y="6"/>
                </a:lnTo>
                <a:lnTo>
                  <a:pt x="9" y="0"/>
                </a:lnTo>
                <a:lnTo>
                  <a:pt x="10" y="0"/>
                </a:lnTo>
                <a:lnTo>
                  <a:pt x="10" y="15"/>
                </a:lnTo>
                <a:lnTo>
                  <a:pt x="9" y="15"/>
                </a:lnTo>
                <a:lnTo>
                  <a:pt x="9" y="8"/>
                </a:lnTo>
                <a:lnTo>
                  <a:pt x="2" y="8"/>
                </a:lnTo>
                <a:lnTo>
                  <a:pt x="2" y="15"/>
                </a:lnTo>
                <a:lnTo>
                  <a:pt x="0" y="15"/>
                </a:lnTo>
                <a:close/>
              </a:path>
              <a:path w="471" h="15">
                <a:moveTo>
                  <a:pt x="21" y="0"/>
                </a:moveTo>
                <a:lnTo>
                  <a:pt x="22" y="0"/>
                </a:lnTo>
                <a:lnTo>
                  <a:pt x="22" y="9"/>
                </a:lnTo>
                <a:cubicBezTo>
                  <a:pt x="22" y="10"/>
                  <a:pt x="22" y="11"/>
                  <a:pt x="22" y="12"/>
                </a:cubicBezTo>
                <a:cubicBezTo>
                  <a:pt x="22" y="13"/>
                  <a:pt x="21" y="14"/>
                  <a:pt x="20" y="14"/>
                </a:cubicBezTo>
                <a:cubicBezTo>
                  <a:pt x="20" y="15"/>
                  <a:pt x="19" y="15"/>
                  <a:pt x="17" y="15"/>
                </a:cubicBezTo>
                <a:cubicBezTo>
                  <a:pt x="16" y="15"/>
                  <a:pt x="15" y="15"/>
                  <a:pt x="15" y="14"/>
                </a:cubicBezTo>
                <a:cubicBezTo>
                  <a:pt x="14" y="14"/>
                  <a:pt x="13" y="13"/>
                  <a:pt x="13" y="12"/>
                </a:cubicBezTo>
                <a:cubicBezTo>
                  <a:pt x="13" y="11"/>
                  <a:pt x="12" y="10"/>
                  <a:pt x="12" y="9"/>
                </a:cubicBezTo>
                <a:lnTo>
                  <a:pt x="12" y="0"/>
                </a:lnTo>
                <a:lnTo>
                  <a:pt x="14" y="0"/>
                </a:lnTo>
                <a:lnTo>
                  <a:pt x="14" y="9"/>
                </a:lnTo>
                <a:cubicBezTo>
                  <a:pt x="14" y="10"/>
                  <a:pt x="14" y="11"/>
                  <a:pt x="14" y="11"/>
                </a:cubicBezTo>
                <a:cubicBezTo>
                  <a:pt x="15" y="12"/>
                  <a:pt x="15" y="12"/>
                  <a:pt x="15" y="13"/>
                </a:cubicBezTo>
                <a:cubicBezTo>
                  <a:pt x="16" y="13"/>
                  <a:pt x="17" y="13"/>
                  <a:pt x="17" y="13"/>
                </a:cubicBezTo>
                <a:cubicBezTo>
                  <a:pt x="18" y="13"/>
                  <a:pt x="19" y="13"/>
                  <a:pt x="20" y="12"/>
                </a:cubicBezTo>
                <a:cubicBezTo>
                  <a:pt x="20" y="12"/>
                  <a:pt x="21" y="10"/>
                  <a:pt x="21" y="9"/>
                </a:cubicBezTo>
                <a:lnTo>
                  <a:pt x="21" y="0"/>
                </a:lnTo>
                <a:close/>
              </a:path>
              <a:path w="471" h="15">
                <a:moveTo>
                  <a:pt x="23" y="15"/>
                </a:moveTo>
                <a:lnTo>
                  <a:pt x="28" y="0"/>
                </a:lnTo>
                <a:lnTo>
                  <a:pt x="30" y="0"/>
                </a:lnTo>
                <a:lnTo>
                  <a:pt x="35" y="15"/>
                </a:lnTo>
                <a:lnTo>
                  <a:pt x="33" y="15"/>
                </a:lnTo>
                <a:lnTo>
                  <a:pt x="32" y="10"/>
                </a:lnTo>
                <a:lnTo>
                  <a:pt x="26" y="10"/>
                </a:lnTo>
                <a:lnTo>
                  <a:pt x="25" y="15"/>
                </a:lnTo>
                <a:lnTo>
                  <a:pt x="23" y="15"/>
                </a:lnTo>
                <a:close/>
                <a:moveTo>
                  <a:pt x="27" y="9"/>
                </a:moveTo>
                <a:lnTo>
                  <a:pt x="31" y="9"/>
                </a:lnTo>
                <a:lnTo>
                  <a:pt x="30" y="5"/>
                </a:lnTo>
                <a:cubicBezTo>
                  <a:pt x="29" y="4"/>
                  <a:pt x="29" y="3"/>
                  <a:pt x="29" y="2"/>
                </a:cubicBezTo>
                <a:cubicBezTo>
                  <a:pt x="29" y="3"/>
                  <a:pt x="28" y="4"/>
                  <a:pt x="28" y="5"/>
                </a:cubicBezTo>
                <a:lnTo>
                  <a:pt x="27" y="9"/>
                </a:lnTo>
                <a:close/>
              </a:path>
              <a:path w="471" h="15">
                <a:moveTo>
                  <a:pt x="35" y="15"/>
                </a:moveTo>
                <a:lnTo>
                  <a:pt x="35" y="13"/>
                </a:lnTo>
                <a:lnTo>
                  <a:pt x="41" y="4"/>
                </a:lnTo>
                <a:cubicBezTo>
                  <a:pt x="42" y="3"/>
                  <a:pt x="42" y="2"/>
                  <a:pt x="42" y="2"/>
                </a:cubicBezTo>
                <a:lnTo>
                  <a:pt x="35" y="2"/>
                </a:lnTo>
                <a:lnTo>
                  <a:pt x="35" y="0"/>
                </a:lnTo>
                <a:lnTo>
                  <a:pt x="44" y="0"/>
                </a:lnTo>
                <a:lnTo>
                  <a:pt x="44" y="2"/>
                </a:lnTo>
                <a:lnTo>
                  <a:pt x="37" y="12"/>
                </a:lnTo>
                <a:lnTo>
                  <a:pt x="37" y="13"/>
                </a:lnTo>
                <a:lnTo>
                  <a:pt x="45" y="13"/>
                </a:lnTo>
                <a:lnTo>
                  <a:pt x="45" y="15"/>
                </a:lnTo>
                <a:lnTo>
                  <a:pt x="35" y="15"/>
                </a:lnTo>
                <a:close/>
              </a:path>
              <a:path w="471" h="15">
                <a:moveTo>
                  <a:pt x="46" y="15"/>
                </a:moveTo>
                <a:lnTo>
                  <a:pt x="46" y="0"/>
                </a:lnTo>
                <a:lnTo>
                  <a:pt x="48" y="0"/>
                </a:lnTo>
                <a:lnTo>
                  <a:pt x="48" y="6"/>
                </a:lnTo>
                <a:lnTo>
                  <a:pt x="54" y="6"/>
                </a:lnTo>
                <a:lnTo>
                  <a:pt x="54" y="0"/>
                </a:lnTo>
                <a:lnTo>
                  <a:pt x="56" y="0"/>
                </a:lnTo>
                <a:lnTo>
                  <a:pt x="56" y="15"/>
                </a:lnTo>
                <a:lnTo>
                  <a:pt x="54" y="15"/>
                </a:lnTo>
                <a:lnTo>
                  <a:pt x="54" y="8"/>
                </a:lnTo>
                <a:lnTo>
                  <a:pt x="48" y="8"/>
                </a:lnTo>
                <a:lnTo>
                  <a:pt x="48" y="15"/>
                </a:lnTo>
                <a:lnTo>
                  <a:pt x="46" y="15"/>
                </a:lnTo>
                <a:close/>
              </a:path>
              <a:path w="471" h="15">
                <a:moveTo>
                  <a:pt x="58" y="8"/>
                </a:moveTo>
                <a:cubicBezTo>
                  <a:pt x="58" y="5"/>
                  <a:pt x="58" y="3"/>
                  <a:pt x="59" y="2"/>
                </a:cubicBezTo>
                <a:cubicBezTo>
                  <a:pt x="60" y="1"/>
                  <a:pt x="62" y="0"/>
                  <a:pt x="64" y="0"/>
                </a:cubicBezTo>
                <a:cubicBezTo>
                  <a:pt x="65" y="0"/>
                  <a:pt x="66" y="0"/>
                  <a:pt x="67" y="1"/>
                </a:cubicBezTo>
                <a:cubicBezTo>
                  <a:pt x="68" y="2"/>
                  <a:pt x="68" y="3"/>
                  <a:pt x="69" y="4"/>
                </a:cubicBezTo>
                <a:cubicBezTo>
                  <a:pt x="69" y="5"/>
                  <a:pt x="70" y="6"/>
                  <a:pt x="70" y="8"/>
                </a:cubicBezTo>
                <a:cubicBezTo>
                  <a:pt x="70" y="9"/>
                  <a:pt x="69" y="10"/>
                  <a:pt x="69" y="11"/>
                </a:cubicBezTo>
                <a:cubicBezTo>
                  <a:pt x="68" y="13"/>
                  <a:pt x="68" y="13"/>
                  <a:pt x="67" y="14"/>
                </a:cubicBezTo>
                <a:cubicBezTo>
                  <a:pt x="66" y="15"/>
                  <a:pt x="65" y="15"/>
                  <a:pt x="64" y="15"/>
                </a:cubicBezTo>
                <a:cubicBezTo>
                  <a:pt x="62" y="15"/>
                  <a:pt x="61" y="15"/>
                  <a:pt x="60" y="14"/>
                </a:cubicBezTo>
                <a:cubicBezTo>
                  <a:pt x="59" y="13"/>
                  <a:pt x="59" y="12"/>
                  <a:pt x="58" y="11"/>
                </a:cubicBezTo>
                <a:cubicBezTo>
                  <a:pt x="58" y="10"/>
                  <a:pt x="58" y="9"/>
                  <a:pt x="58" y="8"/>
                </a:cubicBezTo>
                <a:close/>
                <a:moveTo>
                  <a:pt x="59" y="8"/>
                </a:moveTo>
                <a:cubicBezTo>
                  <a:pt x="59" y="9"/>
                  <a:pt x="60" y="11"/>
                  <a:pt x="60" y="12"/>
                </a:cubicBezTo>
                <a:cubicBezTo>
                  <a:pt x="61" y="13"/>
                  <a:pt x="62" y="13"/>
                  <a:pt x="64" y="13"/>
                </a:cubicBezTo>
                <a:cubicBezTo>
                  <a:pt x="65" y="13"/>
                  <a:pt x="66" y="13"/>
                  <a:pt x="67" y="12"/>
                </a:cubicBezTo>
                <a:cubicBezTo>
                  <a:pt x="67" y="11"/>
                  <a:pt x="68" y="9"/>
                  <a:pt x="68" y="7"/>
                </a:cubicBezTo>
                <a:cubicBezTo>
                  <a:pt x="68" y="6"/>
                  <a:pt x="68" y="5"/>
                  <a:pt x="67" y="4"/>
                </a:cubicBezTo>
                <a:cubicBezTo>
                  <a:pt x="67" y="4"/>
                  <a:pt x="66" y="3"/>
                  <a:pt x="66" y="2"/>
                </a:cubicBezTo>
                <a:cubicBezTo>
                  <a:pt x="65" y="2"/>
                  <a:pt x="64" y="2"/>
                  <a:pt x="64" y="2"/>
                </a:cubicBezTo>
                <a:cubicBezTo>
                  <a:pt x="62" y="2"/>
                  <a:pt x="61" y="2"/>
                  <a:pt x="61" y="3"/>
                </a:cubicBezTo>
                <a:cubicBezTo>
                  <a:pt x="60" y="4"/>
                  <a:pt x="59" y="6"/>
                  <a:pt x="59" y="8"/>
                </a:cubicBezTo>
                <a:close/>
              </a:path>
              <a:path w="471" h="15">
                <a:moveTo>
                  <a:pt x="71" y="15"/>
                </a:moveTo>
                <a:lnTo>
                  <a:pt x="71" y="0"/>
                </a:lnTo>
                <a:lnTo>
                  <a:pt x="73" y="0"/>
                </a:lnTo>
                <a:lnTo>
                  <a:pt x="79" y="12"/>
                </a:lnTo>
                <a:lnTo>
                  <a:pt x="79" y="0"/>
                </a:lnTo>
                <a:lnTo>
                  <a:pt x="81" y="0"/>
                </a:lnTo>
                <a:lnTo>
                  <a:pt x="81" y="15"/>
                </a:lnTo>
                <a:lnTo>
                  <a:pt x="79" y="15"/>
                </a:lnTo>
                <a:lnTo>
                  <a:pt x="73" y="3"/>
                </a:lnTo>
                <a:lnTo>
                  <a:pt x="73" y="15"/>
                </a:lnTo>
                <a:lnTo>
                  <a:pt x="71" y="15"/>
                </a:lnTo>
                <a:close/>
              </a:path>
              <a:path w="471" h="15">
                <a:moveTo>
                  <a:pt x="89" y="9"/>
                </a:moveTo>
                <a:lnTo>
                  <a:pt x="89" y="7"/>
                </a:lnTo>
                <a:lnTo>
                  <a:pt x="94" y="7"/>
                </a:lnTo>
                <a:lnTo>
                  <a:pt x="94" y="13"/>
                </a:lnTo>
                <a:cubicBezTo>
                  <a:pt x="94" y="13"/>
                  <a:pt x="93" y="14"/>
                  <a:pt x="92" y="14"/>
                </a:cubicBezTo>
                <a:cubicBezTo>
                  <a:pt x="91" y="15"/>
                  <a:pt x="90" y="15"/>
                  <a:pt x="89" y="15"/>
                </a:cubicBezTo>
                <a:cubicBezTo>
                  <a:pt x="88" y="15"/>
                  <a:pt x="87" y="15"/>
                  <a:pt x="86" y="14"/>
                </a:cubicBezTo>
                <a:cubicBezTo>
                  <a:pt x="85" y="13"/>
                  <a:pt x="84" y="13"/>
                  <a:pt x="84" y="11"/>
                </a:cubicBezTo>
                <a:cubicBezTo>
                  <a:pt x="83" y="10"/>
                  <a:pt x="83" y="9"/>
                  <a:pt x="83" y="8"/>
                </a:cubicBezTo>
                <a:cubicBezTo>
                  <a:pt x="83" y="6"/>
                  <a:pt x="83" y="5"/>
                  <a:pt x="84" y="4"/>
                </a:cubicBezTo>
                <a:cubicBezTo>
                  <a:pt x="84" y="2"/>
                  <a:pt x="85" y="2"/>
                  <a:pt x="86" y="1"/>
                </a:cubicBezTo>
                <a:cubicBezTo>
                  <a:pt x="87" y="0"/>
                  <a:pt x="88" y="0"/>
                  <a:pt x="89" y="0"/>
                </a:cubicBezTo>
                <a:cubicBezTo>
                  <a:pt x="90" y="0"/>
                  <a:pt x="91" y="0"/>
                  <a:pt x="92" y="1"/>
                </a:cubicBezTo>
                <a:cubicBezTo>
                  <a:pt x="92" y="1"/>
                  <a:pt x="93" y="1"/>
                  <a:pt x="93" y="2"/>
                </a:cubicBezTo>
                <a:cubicBezTo>
                  <a:pt x="94" y="3"/>
                  <a:pt x="94" y="3"/>
                  <a:pt x="94" y="4"/>
                </a:cubicBezTo>
                <a:lnTo>
                  <a:pt x="93" y="5"/>
                </a:lnTo>
                <a:cubicBezTo>
                  <a:pt x="93" y="4"/>
                  <a:pt x="92" y="3"/>
                  <a:pt x="92" y="3"/>
                </a:cubicBezTo>
                <a:cubicBezTo>
                  <a:pt x="92" y="3"/>
                  <a:pt x="91" y="2"/>
                  <a:pt x="91" y="2"/>
                </a:cubicBezTo>
                <a:cubicBezTo>
                  <a:pt x="90" y="2"/>
                  <a:pt x="90" y="2"/>
                  <a:pt x="89" y="2"/>
                </a:cubicBezTo>
                <a:cubicBezTo>
                  <a:pt x="88" y="2"/>
                  <a:pt x="88" y="2"/>
                  <a:pt x="87" y="2"/>
                </a:cubicBezTo>
                <a:cubicBezTo>
                  <a:pt x="87" y="2"/>
                  <a:pt x="86" y="3"/>
                  <a:pt x="86" y="3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5" y="6"/>
                  <a:pt x="85" y="7"/>
                </a:cubicBezTo>
                <a:cubicBezTo>
                  <a:pt x="85" y="9"/>
                  <a:pt x="85" y="10"/>
                  <a:pt x="85" y="11"/>
                </a:cubicBezTo>
                <a:cubicBezTo>
                  <a:pt x="86" y="12"/>
                  <a:pt x="86" y="12"/>
                  <a:pt x="87" y="13"/>
                </a:cubicBezTo>
                <a:cubicBezTo>
                  <a:pt x="88" y="13"/>
                  <a:pt x="88" y="13"/>
                  <a:pt x="89" y="13"/>
                </a:cubicBezTo>
                <a:cubicBezTo>
                  <a:pt x="90" y="13"/>
                  <a:pt x="91" y="13"/>
                  <a:pt x="91" y="13"/>
                </a:cubicBezTo>
                <a:cubicBezTo>
                  <a:pt x="92" y="12"/>
                  <a:pt x="92" y="12"/>
                  <a:pt x="93" y="12"/>
                </a:cubicBezTo>
                <a:lnTo>
                  <a:pt x="93" y="9"/>
                </a:lnTo>
                <a:lnTo>
                  <a:pt x="89" y="9"/>
                </a:lnTo>
                <a:close/>
              </a:path>
              <a:path w="471" h="15">
                <a:moveTo>
                  <a:pt x="110" y="0"/>
                </a:moveTo>
                <a:lnTo>
                  <a:pt x="112" y="0"/>
                </a:lnTo>
                <a:lnTo>
                  <a:pt x="112" y="9"/>
                </a:lnTo>
                <a:cubicBezTo>
                  <a:pt x="112" y="10"/>
                  <a:pt x="111" y="11"/>
                  <a:pt x="111" y="12"/>
                </a:cubicBezTo>
                <a:cubicBezTo>
                  <a:pt x="111" y="13"/>
                  <a:pt x="110" y="14"/>
                  <a:pt x="110" y="14"/>
                </a:cubicBezTo>
                <a:cubicBezTo>
                  <a:pt x="109" y="15"/>
                  <a:pt x="108" y="15"/>
                  <a:pt x="107" y="15"/>
                </a:cubicBezTo>
                <a:cubicBezTo>
                  <a:pt x="106" y="15"/>
                  <a:pt x="105" y="15"/>
                  <a:pt x="104" y="14"/>
                </a:cubicBezTo>
                <a:cubicBezTo>
                  <a:pt x="103" y="14"/>
                  <a:pt x="103" y="13"/>
                  <a:pt x="102" y="12"/>
                </a:cubicBezTo>
                <a:cubicBezTo>
                  <a:pt x="102" y="11"/>
                  <a:pt x="102" y="10"/>
                  <a:pt x="102" y="9"/>
                </a:cubicBezTo>
                <a:lnTo>
                  <a:pt x="102" y="0"/>
                </a:lnTo>
                <a:lnTo>
                  <a:pt x="103" y="0"/>
                </a:lnTo>
                <a:lnTo>
                  <a:pt x="103" y="9"/>
                </a:lnTo>
                <a:cubicBezTo>
                  <a:pt x="103" y="10"/>
                  <a:pt x="104" y="11"/>
                  <a:pt x="104" y="11"/>
                </a:cubicBezTo>
                <a:cubicBezTo>
                  <a:pt x="104" y="12"/>
                  <a:pt x="104" y="12"/>
                  <a:pt x="105" y="13"/>
                </a:cubicBezTo>
                <a:cubicBezTo>
                  <a:pt x="105" y="13"/>
                  <a:pt x="106" y="13"/>
                  <a:pt x="107" y="13"/>
                </a:cubicBezTo>
                <a:cubicBezTo>
                  <a:pt x="108" y="13"/>
                  <a:pt x="109" y="13"/>
                  <a:pt x="109" y="12"/>
                </a:cubicBezTo>
                <a:cubicBezTo>
                  <a:pt x="110" y="12"/>
                  <a:pt x="110" y="10"/>
                  <a:pt x="110" y="9"/>
                </a:cubicBezTo>
                <a:lnTo>
                  <a:pt x="110" y="0"/>
                </a:lnTo>
                <a:close/>
              </a:path>
              <a:path w="471" h="15">
                <a:moveTo>
                  <a:pt x="114" y="15"/>
                </a:moveTo>
                <a:lnTo>
                  <a:pt x="114" y="0"/>
                </a:lnTo>
                <a:lnTo>
                  <a:pt x="116" y="0"/>
                </a:lnTo>
                <a:lnTo>
                  <a:pt x="122" y="12"/>
                </a:lnTo>
                <a:lnTo>
                  <a:pt x="122" y="0"/>
                </a:lnTo>
                <a:lnTo>
                  <a:pt x="124" y="0"/>
                </a:lnTo>
                <a:lnTo>
                  <a:pt x="124" y="15"/>
                </a:lnTo>
                <a:lnTo>
                  <a:pt x="122" y="15"/>
                </a:lnTo>
                <a:lnTo>
                  <a:pt x="115" y="3"/>
                </a:lnTo>
                <a:lnTo>
                  <a:pt x="115" y="15"/>
                </a:lnTo>
                <a:lnTo>
                  <a:pt x="114" y="15"/>
                </a:lnTo>
                <a:close/>
              </a:path>
              <a:path w="471" h="15">
                <a:moveTo>
                  <a:pt x="126" y="15"/>
                </a:moveTo>
                <a:lnTo>
                  <a:pt x="126" y="0"/>
                </a:lnTo>
                <a:lnTo>
                  <a:pt x="128" y="0"/>
                </a:lnTo>
                <a:lnTo>
                  <a:pt x="128" y="15"/>
                </a:lnTo>
                <a:lnTo>
                  <a:pt x="126" y="15"/>
                </a:lnTo>
                <a:close/>
              </a:path>
              <a:path w="471" h="15">
                <a:moveTo>
                  <a:pt x="134" y="15"/>
                </a:moveTo>
                <a:lnTo>
                  <a:pt x="129" y="0"/>
                </a:lnTo>
                <a:lnTo>
                  <a:pt x="131" y="0"/>
                </a:lnTo>
                <a:lnTo>
                  <a:pt x="134" y="11"/>
                </a:lnTo>
                <a:cubicBezTo>
                  <a:pt x="134" y="12"/>
                  <a:pt x="135" y="12"/>
                  <a:pt x="135" y="13"/>
                </a:cubicBezTo>
                <a:cubicBezTo>
                  <a:pt x="135" y="12"/>
                  <a:pt x="135" y="12"/>
                  <a:pt x="135" y="11"/>
                </a:cubicBezTo>
                <a:lnTo>
                  <a:pt x="139" y="0"/>
                </a:lnTo>
                <a:lnTo>
                  <a:pt x="141" y="0"/>
                </a:lnTo>
                <a:lnTo>
                  <a:pt x="136" y="15"/>
                </a:lnTo>
                <a:lnTo>
                  <a:pt x="134" y="15"/>
                </a:lnTo>
                <a:close/>
              </a:path>
              <a:path w="471" h="15">
                <a:moveTo>
                  <a:pt x="142" y="15"/>
                </a:moveTo>
                <a:lnTo>
                  <a:pt x="142" y="0"/>
                </a:lnTo>
                <a:lnTo>
                  <a:pt x="151" y="0"/>
                </a:lnTo>
                <a:lnTo>
                  <a:pt x="151" y="2"/>
                </a:lnTo>
                <a:lnTo>
                  <a:pt x="143" y="2"/>
                </a:lnTo>
                <a:lnTo>
                  <a:pt x="143" y="6"/>
                </a:lnTo>
                <a:lnTo>
                  <a:pt x="150" y="6"/>
                </a:lnTo>
                <a:lnTo>
                  <a:pt x="150" y="8"/>
                </a:lnTo>
                <a:lnTo>
                  <a:pt x="143" y="8"/>
                </a:lnTo>
                <a:lnTo>
                  <a:pt x="143" y="13"/>
                </a:lnTo>
                <a:lnTo>
                  <a:pt x="151" y="13"/>
                </a:lnTo>
                <a:lnTo>
                  <a:pt x="151" y="15"/>
                </a:lnTo>
                <a:lnTo>
                  <a:pt x="142" y="15"/>
                </a:lnTo>
                <a:close/>
              </a:path>
              <a:path w="471" h="15">
                <a:moveTo>
                  <a:pt x="153" y="15"/>
                </a:moveTo>
                <a:lnTo>
                  <a:pt x="153" y="0"/>
                </a:lnTo>
                <a:lnTo>
                  <a:pt x="158" y="0"/>
                </a:lnTo>
                <a:cubicBezTo>
                  <a:pt x="159" y="0"/>
                  <a:pt x="160" y="0"/>
                  <a:pt x="161" y="1"/>
                </a:cubicBezTo>
                <a:cubicBezTo>
                  <a:pt x="161" y="1"/>
                  <a:pt x="162" y="1"/>
                  <a:pt x="162" y="2"/>
                </a:cubicBezTo>
                <a:cubicBezTo>
                  <a:pt x="163" y="3"/>
                  <a:pt x="163" y="3"/>
                  <a:pt x="163" y="4"/>
                </a:cubicBezTo>
                <a:cubicBezTo>
                  <a:pt x="163" y="5"/>
                  <a:pt x="162" y="6"/>
                  <a:pt x="162" y="7"/>
                </a:cubicBezTo>
                <a:cubicBezTo>
                  <a:pt x="161" y="7"/>
                  <a:pt x="160" y="8"/>
                  <a:pt x="159" y="8"/>
                </a:cubicBezTo>
                <a:cubicBezTo>
                  <a:pt x="160" y="8"/>
                  <a:pt x="160" y="9"/>
                  <a:pt x="160" y="9"/>
                </a:cubicBezTo>
                <a:cubicBezTo>
                  <a:pt x="161" y="9"/>
                  <a:pt x="161" y="10"/>
                  <a:pt x="162" y="11"/>
                </a:cubicBezTo>
                <a:lnTo>
                  <a:pt x="164" y="15"/>
                </a:lnTo>
                <a:lnTo>
                  <a:pt x="162" y="15"/>
                </a:lnTo>
                <a:lnTo>
                  <a:pt x="160" y="12"/>
                </a:lnTo>
                <a:cubicBezTo>
                  <a:pt x="160" y="11"/>
                  <a:pt x="159" y="10"/>
                  <a:pt x="159" y="10"/>
                </a:cubicBezTo>
                <a:cubicBezTo>
                  <a:pt x="159" y="9"/>
                  <a:pt x="158" y="9"/>
                  <a:pt x="158" y="9"/>
                </a:cubicBezTo>
                <a:cubicBezTo>
                  <a:pt x="158" y="9"/>
                  <a:pt x="158" y="8"/>
                  <a:pt x="157" y="8"/>
                </a:cubicBezTo>
                <a:cubicBezTo>
                  <a:pt x="157" y="8"/>
                  <a:pt x="157" y="8"/>
                  <a:pt x="156" y="8"/>
                </a:cubicBezTo>
                <a:lnTo>
                  <a:pt x="154" y="8"/>
                </a:lnTo>
                <a:lnTo>
                  <a:pt x="154" y="15"/>
                </a:lnTo>
                <a:lnTo>
                  <a:pt x="153" y="15"/>
                </a:lnTo>
                <a:close/>
                <a:moveTo>
                  <a:pt x="154" y="7"/>
                </a:moveTo>
                <a:lnTo>
                  <a:pt x="158" y="7"/>
                </a:lnTo>
                <a:cubicBezTo>
                  <a:pt x="159" y="7"/>
                  <a:pt x="159" y="7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5"/>
                  <a:pt x="161" y="5"/>
                  <a:pt x="161" y="4"/>
                </a:cubicBezTo>
                <a:cubicBezTo>
                  <a:pt x="161" y="4"/>
                  <a:pt x="161" y="3"/>
                  <a:pt x="160" y="3"/>
                </a:cubicBezTo>
                <a:cubicBezTo>
                  <a:pt x="160" y="2"/>
                  <a:pt x="159" y="2"/>
                  <a:pt x="158" y="2"/>
                </a:cubicBezTo>
                <a:lnTo>
                  <a:pt x="154" y="2"/>
                </a:lnTo>
                <a:lnTo>
                  <a:pt x="154" y="7"/>
                </a:lnTo>
                <a:close/>
              </a:path>
              <a:path w="471" h="15">
                <a:moveTo>
                  <a:pt x="164" y="10"/>
                </a:moveTo>
                <a:lnTo>
                  <a:pt x="166" y="10"/>
                </a:lnTo>
                <a:cubicBezTo>
                  <a:pt x="166" y="11"/>
                  <a:pt x="166" y="11"/>
                  <a:pt x="166" y="12"/>
                </a:cubicBezTo>
                <a:cubicBezTo>
                  <a:pt x="167" y="12"/>
                  <a:pt x="167" y="13"/>
                  <a:pt x="168" y="13"/>
                </a:cubicBezTo>
                <a:cubicBezTo>
                  <a:pt x="168" y="13"/>
                  <a:pt x="169" y="13"/>
                  <a:pt x="170" y="13"/>
                </a:cubicBezTo>
                <a:cubicBezTo>
                  <a:pt x="170" y="13"/>
                  <a:pt x="171" y="13"/>
                  <a:pt x="171" y="13"/>
                </a:cubicBezTo>
                <a:cubicBezTo>
                  <a:pt x="172" y="13"/>
                  <a:pt x="172" y="12"/>
                  <a:pt x="172" y="12"/>
                </a:cubicBezTo>
                <a:cubicBezTo>
                  <a:pt x="173" y="12"/>
                  <a:pt x="173" y="11"/>
                  <a:pt x="173" y="11"/>
                </a:cubicBezTo>
                <a:cubicBezTo>
                  <a:pt x="173" y="10"/>
                  <a:pt x="173" y="10"/>
                  <a:pt x="172" y="10"/>
                </a:cubicBezTo>
                <a:cubicBezTo>
                  <a:pt x="172" y="9"/>
                  <a:pt x="172" y="9"/>
                  <a:pt x="171" y="9"/>
                </a:cubicBezTo>
                <a:cubicBezTo>
                  <a:pt x="171" y="9"/>
                  <a:pt x="170" y="8"/>
                  <a:pt x="169" y="8"/>
                </a:cubicBezTo>
                <a:cubicBezTo>
                  <a:pt x="168" y="8"/>
                  <a:pt x="167" y="7"/>
                  <a:pt x="167" y="7"/>
                </a:cubicBezTo>
                <a:cubicBezTo>
                  <a:pt x="166" y="7"/>
                  <a:pt x="166" y="6"/>
                  <a:pt x="165" y="6"/>
                </a:cubicBezTo>
                <a:cubicBezTo>
                  <a:pt x="165" y="5"/>
                  <a:pt x="165" y="5"/>
                  <a:pt x="165" y="4"/>
                </a:cubicBezTo>
                <a:cubicBezTo>
                  <a:pt x="165" y="3"/>
                  <a:pt x="165" y="3"/>
                  <a:pt x="165" y="2"/>
                </a:cubicBezTo>
                <a:cubicBezTo>
                  <a:pt x="166" y="1"/>
                  <a:pt x="166" y="1"/>
                  <a:pt x="167" y="1"/>
                </a:cubicBezTo>
                <a:cubicBezTo>
                  <a:pt x="168" y="0"/>
                  <a:pt x="168" y="0"/>
                  <a:pt x="169" y="0"/>
                </a:cubicBezTo>
                <a:cubicBezTo>
                  <a:pt x="170" y="0"/>
                  <a:pt x="171" y="0"/>
                  <a:pt x="172" y="1"/>
                </a:cubicBezTo>
                <a:cubicBezTo>
                  <a:pt x="172" y="1"/>
                  <a:pt x="173" y="1"/>
                  <a:pt x="173" y="2"/>
                </a:cubicBezTo>
                <a:cubicBezTo>
                  <a:pt x="174" y="3"/>
                  <a:pt x="174" y="3"/>
                  <a:pt x="174" y="4"/>
                </a:cubicBezTo>
                <a:lnTo>
                  <a:pt x="172" y="4"/>
                </a:lnTo>
                <a:cubicBezTo>
                  <a:pt x="172" y="4"/>
                  <a:pt x="172" y="3"/>
                  <a:pt x="171" y="2"/>
                </a:cubicBezTo>
                <a:cubicBezTo>
                  <a:pt x="171" y="2"/>
                  <a:pt x="170" y="2"/>
                  <a:pt x="169" y="2"/>
                </a:cubicBezTo>
                <a:cubicBezTo>
                  <a:pt x="168" y="2"/>
                  <a:pt x="168" y="2"/>
                  <a:pt x="167" y="2"/>
                </a:cubicBezTo>
                <a:cubicBezTo>
                  <a:pt x="167" y="3"/>
                  <a:pt x="166" y="3"/>
                  <a:pt x="166" y="4"/>
                </a:cubicBezTo>
                <a:cubicBezTo>
                  <a:pt x="166" y="4"/>
                  <a:pt x="167" y="5"/>
                  <a:pt x="167" y="5"/>
                </a:cubicBezTo>
                <a:cubicBezTo>
                  <a:pt x="167" y="5"/>
                  <a:pt x="168" y="6"/>
                  <a:pt x="169" y="6"/>
                </a:cubicBezTo>
                <a:cubicBezTo>
                  <a:pt x="171" y="7"/>
                  <a:pt x="172" y="7"/>
                  <a:pt x="172" y="7"/>
                </a:cubicBezTo>
                <a:cubicBezTo>
                  <a:pt x="173" y="7"/>
                  <a:pt x="173" y="8"/>
                  <a:pt x="174" y="9"/>
                </a:cubicBezTo>
                <a:cubicBezTo>
                  <a:pt x="174" y="9"/>
                  <a:pt x="174" y="10"/>
                  <a:pt x="174" y="11"/>
                </a:cubicBezTo>
                <a:cubicBezTo>
                  <a:pt x="174" y="11"/>
                  <a:pt x="174" y="12"/>
                  <a:pt x="174" y="13"/>
                </a:cubicBezTo>
                <a:cubicBezTo>
                  <a:pt x="173" y="13"/>
                  <a:pt x="173" y="14"/>
                  <a:pt x="172" y="14"/>
                </a:cubicBezTo>
                <a:cubicBezTo>
                  <a:pt x="171" y="15"/>
                  <a:pt x="171" y="15"/>
                  <a:pt x="170" y="15"/>
                </a:cubicBezTo>
                <a:cubicBezTo>
                  <a:pt x="169" y="15"/>
                  <a:pt x="168" y="15"/>
                  <a:pt x="167" y="14"/>
                </a:cubicBezTo>
                <a:cubicBezTo>
                  <a:pt x="166" y="14"/>
                  <a:pt x="165" y="13"/>
                  <a:pt x="165" y="13"/>
                </a:cubicBezTo>
                <a:cubicBezTo>
                  <a:pt x="165" y="12"/>
                  <a:pt x="164" y="11"/>
                  <a:pt x="164" y="10"/>
                </a:cubicBezTo>
                <a:close/>
              </a:path>
              <a:path w="471" h="15">
                <a:moveTo>
                  <a:pt x="176" y="15"/>
                </a:moveTo>
                <a:lnTo>
                  <a:pt x="176" y="0"/>
                </a:lnTo>
                <a:lnTo>
                  <a:pt x="178" y="0"/>
                </a:lnTo>
                <a:lnTo>
                  <a:pt x="178" y="15"/>
                </a:lnTo>
                <a:lnTo>
                  <a:pt x="176" y="15"/>
                </a:lnTo>
                <a:close/>
              </a:path>
              <a:path w="471" h="15">
                <a:moveTo>
                  <a:pt x="184" y="15"/>
                </a:moveTo>
                <a:lnTo>
                  <a:pt x="184" y="2"/>
                </a:lnTo>
                <a:lnTo>
                  <a:pt x="179" y="2"/>
                </a:lnTo>
                <a:lnTo>
                  <a:pt x="179" y="0"/>
                </a:lnTo>
                <a:lnTo>
                  <a:pt x="189" y="0"/>
                </a:lnTo>
                <a:lnTo>
                  <a:pt x="189" y="2"/>
                </a:lnTo>
                <a:lnTo>
                  <a:pt x="185" y="2"/>
                </a:lnTo>
                <a:lnTo>
                  <a:pt x="185" y="15"/>
                </a:lnTo>
                <a:lnTo>
                  <a:pt x="184" y="15"/>
                </a:lnTo>
                <a:close/>
              </a:path>
              <a:path w="471" h="15">
                <a:moveTo>
                  <a:pt x="194" y="15"/>
                </a:moveTo>
                <a:lnTo>
                  <a:pt x="194" y="9"/>
                </a:lnTo>
                <a:lnTo>
                  <a:pt x="189" y="0"/>
                </a:lnTo>
                <a:lnTo>
                  <a:pt x="191" y="0"/>
                </a:lnTo>
                <a:lnTo>
                  <a:pt x="194" y="5"/>
                </a:lnTo>
                <a:cubicBezTo>
                  <a:pt x="194" y="5"/>
                  <a:pt x="195" y="6"/>
                  <a:pt x="195" y="7"/>
                </a:cubicBezTo>
                <a:cubicBezTo>
                  <a:pt x="195" y="6"/>
                  <a:pt x="196" y="5"/>
                  <a:pt x="196" y="5"/>
                </a:cubicBezTo>
                <a:lnTo>
                  <a:pt x="199" y="0"/>
                </a:lnTo>
                <a:lnTo>
                  <a:pt x="201" y="0"/>
                </a:lnTo>
                <a:lnTo>
                  <a:pt x="196" y="9"/>
                </a:lnTo>
                <a:lnTo>
                  <a:pt x="196" y="15"/>
                </a:lnTo>
                <a:lnTo>
                  <a:pt x="194" y="15"/>
                </a:lnTo>
                <a:close/>
              </a:path>
              <a:path w="471" h="15">
                <a:moveTo>
                  <a:pt x="206" y="8"/>
                </a:moveTo>
                <a:cubicBezTo>
                  <a:pt x="206" y="5"/>
                  <a:pt x="207" y="3"/>
                  <a:pt x="208" y="2"/>
                </a:cubicBezTo>
                <a:cubicBezTo>
                  <a:pt x="209" y="1"/>
                  <a:pt x="211" y="0"/>
                  <a:pt x="212" y="0"/>
                </a:cubicBezTo>
                <a:cubicBezTo>
                  <a:pt x="213" y="0"/>
                  <a:pt x="214" y="0"/>
                  <a:pt x="215" y="1"/>
                </a:cubicBezTo>
                <a:cubicBezTo>
                  <a:pt x="216" y="2"/>
                  <a:pt x="217" y="3"/>
                  <a:pt x="218" y="4"/>
                </a:cubicBezTo>
                <a:cubicBezTo>
                  <a:pt x="218" y="5"/>
                  <a:pt x="218" y="6"/>
                  <a:pt x="218" y="8"/>
                </a:cubicBezTo>
                <a:cubicBezTo>
                  <a:pt x="218" y="9"/>
                  <a:pt x="218" y="10"/>
                  <a:pt x="217" y="11"/>
                </a:cubicBezTo>
                <a:cubicBezTo>
                  <a:pt x="217" y="13"/>
                  <a:pt x="216" y="13"/>
                  <a:pt x="215" y="14"/>
                </a:cubicBezTo>
                <a:cubicBezTo>
                  <a:pt x="214" y="15"/>
                  <a:pt x="213" y="15"/>
                  <a:pt x="212" y="15"/>
                </a:cubicBezTo>
                <a:cubicBezTo>
                  <a:pt x="211" y="15"/>
                  <a:pt x="210" y="15"/>
                  <a:pt x="209" y="14"/>
                </a:cubicBezTo>
                <a:cubicBezTo>
                  <a:pt x="208" y="13"/>
                  <a:pt x="207" y="12"/>
                  <a:pt x="207" y="11"/>
                </a:cubicBezTo>
                <a:cubicBezTo>
                  <a:pt x="207" y="10"/>
                  <a:pt x="206" y="9"/>
                  <a:pt x="206" y="8"/>
                </a:cubicBezTo>
                <a:close/>
                <a:moveTo>
                  <a:pt x="208" y="8"/>
                </a:moveTo>
                <a:cubicBezTo>
                  <a:pt x="208" y="9"/>
                  <a:pt x="208" y="11"/>
                  <a:pt x="209" y="12"/>
                </a:cubicBezTo>
                <a:cubicBezTo>
                  <a:pt x="210" y="13"/>
                  <a:pt x="211" y="13"/>
                  <a:pt x="212" y="13"/>
                </a:cubicBezTo>
                <a:cubicBezTo>
                  <a:pt x="214" y="13"/>
                  <a:pt x="215" y="13"/>
                  <a:pt x="215" y="12"/>
                </a:cubicBezTo>
                <a:cubicBezTo>
                  <a:pt x="216" y="11"/>
                  <a:pt x="217" y="9"/>
                  <a:pt x="217" y="7"/>
                </a:cubicBezTo>
                <a:cubicBezTo>
                  <a:pt x="217" y="6"/>
                  <a:pt x="216" y="5"/>
                  <a:pt x="216" y="4"/>
                </a:cubicBezTo>
                <a:cubicBezTo>
                  <a:pt x="216" y="4"/>
                  <a:pt x="215" y="3"/>
                  <a:pt x="215" y="2"/>
                </a:cubicBezTo>
                <a:cubicBezTo>
                  <a:pt x="214" y="2"/>
                  <a:pt x="213" y="2"/>
                  <a:pt x="212" y="2"/>
                </a:cubicBezTo>
                <a:cubicBezTo>
                  <a:pt x="211" y="2"/>
                  <a:pt x="210" y="2"/>
                  <a:pt x="209" y="3"/>
                </a:cubicBezTo>
                <a:cubicBezTo>
                  <a:pt x="208" y="4"/>
                  <a:pt x="208" y="6"/>
                  <a:pt x="208" y="8"/>
                </a:cubicBezTo>
                <a:close/>
              </a:path>
              <a:path w="471" h="15">
                <a:moveTo>
                  <a:pt x="220" y="15"/>
                </a:moveTo>
                <a:lnTo>
                  <a:pt x="220" y="0"/>
                </a:lnTo>
                <a:lnTo>
                  <a:pt x="228" y="0"/>
                </a:lnTo>
                <a:lnTo>
                  <a:pt x="228" y="2"/>
                </a:lnTo>
                <a:lnTo>
                  <a:pt x="222" y="2"/>
                </a:lnTo>
                <a:lnTo>
                  <a:pt x="222" y="6"/>
                </a:lnTo>
                <a:lnTo>
                  <a:pt x="228" y="6"/>
                </a:lnTo>
                <a:lnTo>
                  <a:pt x="228" y="8"/>
                </a:lnTo>
                <a:lnTo>
                  <a:pt x="222" y="8"/>
                </a:lnTo>
                <a:lnTo>
                  <a:pt x="222" y="15"/>
                </a:lnTo>
                <a:lnTo>
                  <a:pt x="220" y="15"/>
                </a:lnTo>
                <a:close/>
              </a:path>
              <a:path w="471" h="15">
                <a:moveTo>
                  <a:pt x="235" y="10"/>
                </a:moveTo>
                <a:lnTo>
                  <a:pt x="236" y="10"/>
                </a:lnTo>
                <a:cubicBezTo>
                  <a:pt x="237" y="11"/>
                  <a:pt x="237" y="11"/>
                  <a:pt x="237" y="12"/>
                </a:cubicBezTo>
                <a:cubicBezTo>
                  <a:pt x="237" y="12"/>
                  <a:pt x="238" y="13"/>
                  <a:pt x="238" y="13"/>
                </a:cubicBezTo>
                <a:cubicBezTo>
                  <a:pt x="239" y="13"/>
                  <a:pt x="239" y="13"/>
                  <a:pt x="240" y="13"/>
                </a:cubicBezTo>
                <a:cubicBezTo>
                  <a:pt x="241" y="13"/>
                  <a:pt x="241" y="13"/>
                  <a:pt x="242" y="13"/>
                </a:cubicBezTo>
                <a:cubicBezTo>
                  <a:pt x="242" y="13"/>
                  <a:pt x="243" y="12"/>
                  <a:pt x="243" y="12"/>
                </a:cubicBezTo>
                <a:cubicBezTo>
                  <a:pt x="243" y="12"/>
                  <a:pt x="243" y="11"/>
                  <a:pt x="243" y="11"/>
                </a:cubicBezTo>
                <a:cubicBezTo>
                  <a:pt x="243" y="10"/>
                  <a:pt x="243" y="10"/>
                  <a:pt x="243" y="10"/>
                </a:cubicBezTo>
                <a:cubicBezTo>
                  <a:pt x="243" y="9"/>
                  <a:pt x="242" y="9"/>
                  <a:pt x="242" y="9"/>
                </a:cubicBezTo>
                <a:cubicBezTo>
                  <a:pt x="241" y="9"/>
                  <a:pt x="241" y="8"/>
                  <a:pt x="240" y="8"/>
                </a:cubicBezTo>
                <a:cubicBezTo>
                  <a:pt x="238" y="8"/>
                  <a:pt x="238" y="7"/>
                  <a:pt x="237" y="7"/>
                </a:cubicBezTo>
                <a:cubicBezTo>
                  <a:pt x="237" y="7"/>
                  <a:pt x="236" y="6"/>
                  <a:pt x="236" y="6"/>
                </a:cubicBezTo>
                <a:cubicBezTo>
                  <a:pt x="235" y="5"/>
                  <a:pt x="235" y="5"/>
                  <a:pt x="235" y="4"/>
                </a:cubicBezTo>
                <a:cubicBezTo>
                  <a:pt x="235" y="3"/>
                  <a:pt x="236" y="3"/>
                  <a:pt x="236" y="2"/>
                </a:cubicBezTo>
                <a:cubicBezTo>
                  <a:pt x="236" y="1"/>
                  <a:pt x="237" y="1"/>
                  <a:pt x="237" y="1"/>
                </a:cubicBezTo>
                <a:cubicBezTo>
                  <a:pt x="238" y="0"/>
                  <a:pt x="239" y="0"/>
                  <a:pt x="240" y="0"/>
                </a:cubicBezTo>
                <a:cubicBezTo>
                  <a:pt x="241" y="0"/>
                  <a:pt x="241" y="0"/>
                  <a:pt x="242" y="1"/>
                </a:cubicBezTo>
                <a:cubicBezTo>
                  <a:pt x="243" y="1"/>
                  <a:pt x="243" y="1"/>
                  <a:pt x="244" y="2"/>
                </a:cubicBezTo>
                <a:cubicBezTo>
                  <a:pt x="244" y="3"/>
                  <a:pt x="244" y="3"/>
                  <a:pt x="244" y="4"/>
                </a:cubicBezTo>
                <a:lnTo>
                  <a:pt x="243" y="4"/>
                </a:lnTo>
                <a:cubicBezTo>
                  <a:pt x="243" y="4"/>
                  <a:pt x="242" y="3"/>
                  <a:pt x="242" y="2"/>
                </a:cubicBezTo>
                <a:cubicBezTo>
                  <a:pt x="242" y="2"/>
                  <a:pt x="241" y="2"/>
                  <a:pt x="240" y="2"/>
                </a:cubicBezTo>
                <a:cubicBezTo>
                  <a:pt x="239" y="2"/>
                  <a:pt x="238" y="2"/>
                  <a:pt x="238" y="2"/>
                </a:cubicBezTo>
                <a:cubicBezTo>
                  <a:pt x="237" y="3"/>
                  <a:pt x="237" y="3"/>
                  <a:pt x="237" y="4"/>
                </a:cubicBezTo>
                <a:cubicBezTo>
                  <a:pt x="237" y="4"/>
                  <a:pt x="237" y="5"/>
                  <a:pt x="237" y="5"/>
                </a:cubicBezTo>
                <a:cubicBezTo>
                  <a:pt x="238" y="5"/>
                  <a:pt x="239" y="6"/>
                  <a:pt x="240" y="6"/>
                </a:cubicBezTo>
                <a:cubicBezTo>
                  <a:pt x="241" y="7"/>
                  <a:pt x="242" y="7"/>
                  <a:pt x="243" y="7"/>
                </a:cubicBezTo>
                <a:cubicBezTo>
                  <a:pt x="243" y="7"/>
                  <a:pt x="244" y="8"/>
                  <a:pt x="244" y="9"/>
                </a:cubicBezTo>
                <a:cubicBezTo>
                  <a:pt x="245" y="9"/>
                  <a:pt x="245" y="10"/>
                  <a:pt x="245" y="11"/>
                </a:cubicBezTo>
                <a:cubicBezTo>
                  <a:pt x="245" y="11"/>
                  <a:pt x="245" y="12"/>
                  <a:pt x="244" y="13"/>
                </a:cubicBezTo>
                <a:cubicBezTo>
                  <a:pt x="244" y="13"/>
                  <a:pt x="243" y="14"/>
                  <a:pt x="243" y="14"/>
                </a:cubicBezTo>
                <a:cubicBezTo>
                  <a:pt x="242" y="15"/>
                  <a:pt x="241" y="15"/>
                  <a:pt x="240" y="15"/>
                </a:cubicBezTo>
                <a:cubicBezTo>
                  <a:pt x="239" y="15"/>
                  <a:pt x="238" y="15"/>
                  <a:pt x="237" y="14"/>
                </a:cubicBezTo>
                <a:cubicBezTo>
                  <a:pt x="237" y="14"/>
                  <a:pt x="236" y="13"/>
                  <a:pt x="236" y="13"/>
                </a:cubicBezTo>
                <a:cubicBezTo>
                  <a:pt x="235" y="12"/>
                  <a:pt x="235" y="11"/>
                  <a:pt x="235" y="10"/>
                </a:cubicBezTo>
                <a:close/>
              </a:path>
              <a:path w="471" h="15">
                <a:moveTo>
                  <a:pt x="256" y="10"/>
                </a:moveTo>
                <a:lnTo>
                  <a:pt x="257" y="10"/>
                </a:lnTo>
                <a:cubicBezTo>
                  <a:pt x="257" y="12"/>
                  <a:pt x="256" y="13"/>
                  <a:pt x="255" y="14"/>
                </a:cubicBezTo>
                <a:cubicBezTo>
                  <a:pt x="254" y="15"/>
                  <a:pt x="253" y="15"/>
                  <a:pt x="252" y="15"/>
                </a:cubicBezTo>
                <a:cubicBezTo>
                  <a:pt x="251" y="15"/>
                  <a:pt x="250" y="15"/>
                  <a:pt x="249" y="14"/>
                </a:cubicBezTo>
                <a:cubicBezTo>
                  <a:pt x="248" y="13"/>
                  <a:pt x="247" y="12"/>
                  <a:pt x="247" y="11"/>
                </a:cubicBezTo>
                <a:cubicBezTo>
                  <a:pt x="246" y="10"/>
                  <a:pt x="246" y="9"/>
                  <a:pt x="246" y="7"/>
                </a:cubicBezTo>
                <a:cubicBezTo>
                  <a:pt x="246" y="6"/>
                  <a:pt x="246" y="5"/>
                  <a:pt x="247" y="3"/>
                </a:cubicBezTo>
                <a:cubicBezTo>
                  <a:pt x="247" y="2"/>
                  <a:pt x="248" y="1"/>
                  <a:pt x="249" y="1"/>
                </a:cubicBezTo>
                <a:cubicBezTo>
                  <a:pt x="250" y="0"/>
                  <a:pt x="251" y="0"/>
                  <a:pt x="252" y="0"/>
                </a:cubicBezTo>
                <a:cubicBezTo>
                  <a:pt x="253" y="0"/>
                  <a:pt x="254" y="0"/>
                  <a:pt x="255" y="1"/>
                </a:cubicBezTo>
                <a:cubicBezTo>
                  <a:pt x="256" y="2"/>
                  <a:pt x="257" y="3"/>
                  <a:pt x="257" y="4"/>
                </a:cubicBezTo>
                <a:lnTo>
                  <a:pt x="255" y="5"/>
                </a:lnTo>
                <a:cubicBezTo>
                  <a:pt x="255" y="4"/>
                  <a:pt x="255" y="3"/>
                  <a:pt x="254" y="2"/>
                </a:cubicBezTo>
                <a:cubicBezTo>
                  <a:pt x="254" y="2"/>
                  <a:pt x="253" y="2"/>
                  <a:pt x="252" y="2"/>
                </a:cubicBezTo>
                <a:cubicBezTo>
                  <a:pt x="251" y="2"/>
                  <a:pt x="250" y="2"/>
                  <a:pt x="250" y="2"/>
                </a:cubicBezTo>
                <a:cubicBezTo>
                  <a:pt x="249" y="3"/>
                  <a:pt x="248" y="4"/>
                  <a:pt x="248" y="5"/>
                </a:cubicBezTo>
                <a:cubicBezTo>
                  <a:pt x="248" y="5"/>
                  <a:pt x="248" y="6"/>
                  <a:pt x="248" y="7"/>
                </a:cubicBezTo>
                <a:cubicBezTo>
                  <a:pt x="248" y="9"/>
                  <a:pt x="248" y="10"/>
                  <a:pt x="248" y="11"/>
                </a:cubicBezTo>
                <a:cubicBezTo>
                  <a:pt x="249" y="11"/>
                  <a:pt x="249" y="12"/>
                  <a:pt x="250" y="13"/>
                </a:cubicBezTo>
                <a:cubicBezTo>
                  <a:pt x="250" y="13"/>
                  <a:pt x="251" y="13"/>
                  <a:pt x="252" y="13"/>
                </a:cubicBezTo>
                <a:cubicBezTo>
                  <a:pt x="253" y="13"/>
                  <a:pt x="254" y="13"/>
                  <a:pt x="254" y="12"/>
                </a:cubicBezTo>
                <a:cubicBezTo>
                  <a:pt x="255" y="12"/>
                  <a:pt x="255" y="11"/>
                  <a:pt x="256" y="10"/>
                </a:cubicBezTo>
                <a:close/>
              </a:path>
              <a:path w="471" h="15">
                <a:moveTo>
                  <a:pt x="259" y="15"/>
                </a:moveTo>
                <a:lnTo>
                  <a:pt x="259" y="0"/>
                </a:lnTo>
                <a:lnTo>
                  <a:pt x="261" y="0"/>
                </a:lnTo>
                <a:lnTo>
                  <a:pt x="261" y="15"/>
                </a:lnTo>
                <a:lnTo>
                  <a:pt x="259" y="15"/>
                </a:lnTo>
                <a:close/>
              </a:path>
              <a:path w="471" h="15">
                <a:moveTo>
                  <a:pt x="263" y="15"/>
                </a:moveTo>
                <a:lnTo>
                  <a:pt x="263" y="0"/>
                </a:lnTo>
                <a:lnTo>
                  <a:pt x="272" y="0"/>
                </a:lnTo>
                <a:lnTo>
                  <a:pt x="272" y="2"/>
                </a:lnTo>
                <a:lnTo>
                  <a:pt x="265" y="2"/>
                </a:lnTo>
                <a:lnTo>
                  <a:pt x="265" y="6"/>
                </a:lnTo>
                <a:lnTo>
                  <a:pt x="272" y="6"/>
                </a:lnTo>
                <a:lnTo>
                  <a:pt x="272" y="8"/>
                </a:lnTo>
                <a:lnTo>
                  <a:pt x="265" y="8"/>
                </a:lnTo>
                <a:lnTo>
                  <a:pt x="265" y="13"/>
                </a:lnTo>
                <a:lnTo>
                  <a:pt x="272" y="13"/>
                </a:lnTo>
                <a:lnTo>
                  <a:pt x="272" y="15"/>
                </a:lnTo>
                <a:lnTo>
                  <a:pt x="263" y="15"/>
                </a:lnTo>
                <a:close/>
              </a:path>
              <a:path w="471" h="15">
                <a:moveTo>
                  <a:pt x="274" y="15"/>
                </a:moveTo>
                <a:lnTo>
                  <a:pt x="274" y="0"/>
                </a:lnTo>
                <a:lnTo>
                  <a:pt x="276" y="0"/>
                </a:lnTo>
                <a:lnTo>
                  <a:pt x="283" y="12"/>
                </a:lnTo>
                <a:lnTo>
                  <a:pt x="283" y="0"/>
                </a:lnTo>
                <a:lnTo>
                  <a:pt x="284" y="0"/>
                </a:lnTo>
                <a:lnTo>
                  <a:pt x="284" y="15"/>
                </a:lnTo>
                <a:lnTo>
                  <a:pt x="282" y="15"/>
                </a:lnTo>
                <a:lnTo>
                  <a:pt x="276" y="3"/>
                </a:lnTo>
                <a:lnTo>
                  <a:pt x="276" y="15"/>
                </a:lnTo>
                <a:lnTo>
                  <a:pt x="274" y="15"/>
                </a:lnTo>
                <a:close/>
              </a:path>
              <a:path w="471" h="15">
                <a:moveTo>
                  <a:pt x="295" y="10"/>
                </a:moveTo>
                <a:lnTo>
                  <a:pt x="297" y="10"/>
                </a:lnTo>
                <a:cubicBezTo>
                  <a:pt x="297" y="12"/>
                  <a:pt x="296" y="13"/>
                  <a:pt x="295" y="14"/>
                </a:cubicBezTo>
                <a:cubicBezTo>
                  <a:pt x="294" y="15"/>
                  <a:pt x="293" y="15"/>
                  <a:pt x="292" y="15"/>
                </a:cubicBezTo>
                <a:cubicBezTo>
                  <a:pt x="290" y="15"/>
                  <a:pt x="289" y="15"/>
                  <a:pt x="289" y="14"/>
                </a:cubicBezTo>
                <a:cubicBezTo>
                  <a:pt x="288" y="13"/>
                  <a:pt x="287" y="12"/>
                  <a:pt x="287" y="11"/>
                </a:cubicBezTo>
                <a:cubicBezTo>
                  <a:pt x="286" y="10"/>
                  <a:pt x="286" y="9"/>
                  <a:pt x="286" y="7"/>
                </a:cubicBezTo>
                <a:cubicBezTo>
                  <a:pt x="286" y="6"/>
                  <a:pt x="286" y="5"/>
                  <a:pt x="287" y="3"/>
                </a:cubicBezTo>
                <a:cubicBezTo>
                  <a:pt x="287" y="2"/>
                  <a:pt x="288" y="1"/>
                  <a:pt x="289" y="1"/>
                </a:cubicBezTo>
                <a:cubicBezTo>
                  <a:pt x="290" y="0"/>
                  <a:pt x="291" y="0"/>
                  <a:pt x="292" y="0"/>
                </a:cubicBezTo>
                <a:cubicBezTo>
                  <a:pt x="293" y="0"/>
                  <a:pt x="294" y="0"/>
                  <a:pt x="295" y="1"/>
                </a:cubicBezTo>
                <a:cubicBezTo>
                  <a:pt x="296" y="2"/>
                  <a:pt x="296" y="3"/>
                  <a:pt x="297" y="4"/>
                </a:cubicBezTo>
                <a:lnTo>
                  <a:pt x="295" y="5"/>
                </a:lnTo>
                <a:cubicBezTo>
                  <a:pt x="295" y="4"/>
                  <a:pt x="294" y="3"/>
                  <a:pt x="294" y="2"/>
                </a:cubicBezTo>
                <a:cubicBezTo>
                  <a:pt x="293" y="2"/>
                  <a:pt x="293" y="2"/>
                  <a:pt x="292" y="2"/>
                </a:cubicBezTo>
                <a:cubicBezTo>
                  <a:pt x="291" y="2"/>
                  <a:pt x="290" y="2"/>
                  <a:pt x="289" y="2"/>
                </a:cubicBezTo>
                <a:cubicBezTo>
                  <a:pt x="289" y="3"/>
                  <a:pt x="288" y="4"/>
                  <a:pt x="288" y="5"/>
                </a:cubicBezTo>
                <a:cubicBezTo>
                  <a:pt x="288" y="5"/>
                  <a:pt x="288" y="6"/>
                  <a:pt x="288" y="7"/>
                </a:cubicBezTo>
                <a:cubicBezTo>
                  <a:pt x="288" y="9"/>
                  <a:pt x="288" y="10"/>
                  <a:pt x="288" y="11"/>
                </a:cubicBezTo>
                <a:cubicBezTo>
                  <a:pt x="288" y="11"/>
                  <a:pt x="289" y="12"/>
                  <a:pt x="290" y="13"/>
                </a:cubicBezTo>
                <a:cubicBezTo>
                  <a:pt x="290" y="13"/>
                  <a:pt x="291" y="13"/>
                  <a:pt x="292" y="13"/>
                </a:cubicBezTo>
                <a:cubicBezTo>
                  <a:pt x="293" y="13"/>
                  <a:pt x="293" y="13"/>
                  <a:pt x="294" y="12"/>
                </a:cubicBezTo>
                <a:cubicBezTo>
                  <a:pt x="295" y="12"/>
                  <a:pt x="295" y="11"/>
                  <a:pt x="295" y="10"/>
                </a:cubicBezTo>
                <a:close/>
              </a:path>
              <a:path w="471" h="15">
                <a:moveTo>
                  <a:pt x="299" y="15"/>
                </a:moveTo>
                <a:lnTo>
                  <a:pt x="299" y="0"/>
                </a:lnTo>
                <a:lnTo>
                  <a:pt x="308" y="0"/>
                </a:lnTo>
                <a:lnTo>
                  <a:pt x="308" y="2"/>
                </a:lnTo>
                <a:lnTo>
                  <a:pt x="300" y="2"/>
                </a:lnTo>
                <a:lnTo>
                  <a:pt x="300" y="6"/>
                </a:lnTo>
                <a:lnTo>
                  <a:pt x="307" y="6"/>
                </a:lnTo>
                <a:lnTo>
                  <a:pt x="307" y="8"/>
                </a:lnTo>
                <a:lnTo>
                  <a:pt x="300" y="8"/>
                </a:lnTo>
                <a:lnTo>
                  <a:pt x="300" y="13"/>
                </a:lnTo>
                <a:lnTo>
                  <a:pt x="308" y="13"/>
                </a:lnTo>
                <a:lnTo>
                  <a:pt x="308" y="15"/>
                </a:lnTo>
                <a:lnTo>
                  <a:pt x="299" y="15"/>
                </a:lnTo>
                <a:close/>
              </a:path>
              <a:path w="471" h="15">
                <a:moveTo>
                  <a:pt x="313" y="15"/>
                </a:moveTo>
                <a:lnTo>
                  <a:pt x="318" y="0"/>
                </a:lnTo>
                <a:lnTo>
                  <a:pt x="319" y="0"/>
                </a:lnTo>
                <a:lnTo>
                  <a:pt x="324" y="15"/>
                </a:lnTo>
                <a:lnTo>
                  <a:pt x="323" y="15"/>
                </a:lnTo>
                <a:lnTo>
                  <a:pt x="321" y="10"/>
                </a:lnTo>
                <a:lnTo>
                  <a:pt x="316" y="10"/>
                </a:lnTo>
                <a:lnTo>
                  <a:pt x="314" y="15"/>
                </a:lnTo>
                <a:lnTo>
                  <a:pt x="313" y="15"/>
                </a:lnTo>
                <a:close/>
                <a:moveTo>
                  <a:pt x="316" y="9"/>
                </a:moveTo>
                <a:lnTo>
                  <a:pt x="321" y="9"/>
                </a:lnTo>
                <a:lnTo>
                  <a:pt x="319" y="5"/>
                </a:lnTo>
                <a:cubicBezTo>
                  <a:pt x="319" y="4"/>
                  <a:pt x="319" y="3"/>
                  <a:pt x="318" y="2"/>
                </a:cubicBezTo>
                <a:cubicBezTo>
                  <a:pt x="318" y="3"/>
                  <a:pt x="318" y="4"/>
                  <a:pt x="318" y="5"/>
                </a:cubicBezTo>
                <a:lnTo>
                  <a:pt x="316" y="9"/>
                </a:lnTo>
                <a:close/>
              </a:path>
              <a:path w="471" h="15">
                <a:moveTo>
                  <a:pt x="325" y="15"/>
                </a:moveTo>
                <a:lnTo>
                  <a:pt x="325" y="0"/>
                </a:lnTo>
                <a:lnTo>
                  <a:pt x="327" y="0"/>
                </a:lnTo>
                <a:lnTo>
                  <a:pt x="334" y="12"/>
                </a:lnTo>
                <a:lnTo>
                  <a:pt x="334" y="0"/>
                </a:lnTo>
                <a:lnTo>
                  <a:pt x="335" y="0"/>
                </a:lnTo>
                <a:lnTo>
                  <a:pt x="335" y="15"/>
                </a:lnTo>
                <a:lnTo>
                  <a:pt x="333" y="15"/>
                </a:lnTo>
                <a:lnTo>
                  <a:pt x="327" y="3"/>
                </a:lnTo>
                <a:lnTo>
                  <a:pt x="327" y="15"/>
                </a:lnTo>
                <a:lnTo>
                  <a:pt x="325" y="15"/>
                </a:lnTo>
                <a:close/>
              </a:path>
              <a:path w="471" h="15">
                <a:moveTo>
                  <a:pt x="337" y="15"/>
                </a:moveTo>
                <a:lnTo>
                  <a:pt x="337" y="0"/>
                </a:lnTo>
                <a:lnTo>
                  <a:pt x="342" y="0"/>
                </a:lnTo>
                <a:cubicBezTo>
                  <a:pt x="343" y="0"/>
                  <a:pt x="343" y="0"/>
                  <a:pt x="344" y="0"/>
                </a:cubicBezTo>
                <a:cubicBezTo>
                  <a:pt x="345" y="1"/>
                  <a:pt x="345" y="1"/>
                  <a:pt x="346" y="2"/>
                </a:cubicBezTo>
                <a:cubicBezTo>
                  <a:pt x="346" y="2"/>
                  <a:pt x="347" y="3"/>
                  <a:pt x="347" y="4"/>
                </a:cubicBezTo>
                <a:cubicBezTo>
                  <a:pt x="348" y="5"/>
                  <a:pt x="348" y="6"/>
                  <a:pt x="348" y="7"/>
                </a:cubicBezTo>
                <a:cubicBezTo>
                  <a:pt x="348" y="8"/>
                  <a:pt x="348" y="9"/>
                  <a:pt x="347" y="10"/>
                </a:cubicBezTo>
                <a:cubicBezTo>
                  <a:pt x="347" y="11"/>
                  <a:pt x="347" y="12"/>
                  <a:pt x="347" y="12"/>
                </a:cubicBezTo>
                <a:cubicBezTo>
                  <a:pt x="346" y="13"/>
                  <a:pt x="346" y="13"/>
                  <a:pt x="345" y="14"/>
                </a:cubicBezTo>
                <a:cubicBezTo>
                  <a:pt x="345" y="14"/>
                  <a:pt x="344" y="14"/>
                  <a:pt x="344" y="14"/>
                </a:cubicBezTo>
                <a:cubicBezTo>
                  <a:pt x="343" y="15"/>
                  <a:pt x="343" y="15"/>
                  <a:pt x="342" y="15"/>
                </a:cubicBezTo>
                <a:lnTo>
                  <a:pt x="337" y="15"/>
                </a:lnTo>
                <a:close/>
                <a:moveTo>
                  <a:pt x="339" y="13"/>
                </a:moveTo>
                <a:lnTo>
                  <a:pt x="342" y="13"/>
                </a:lnTo>
                <a:cubicBezTo>
                  <a:pt x="343" y="13"/>
                  <a:pt x="343" y="13"/>
                  <a:pt x="344" y="13"/>
                </a:cubicBezTo>
                <a:cubicBezTo>
                  <a:pt x="344" y="13"/>
                  <a:pt x="345" y="12"/>
                  <a:pt x="345" y="12"/>
                </a:cubicBezTo>
                <a:cubicBezTo>
                  <a:pt x="345" y="12"/>
                  <a:pt x="345" y="11"/>
                  <a:pt x="346" y="10"/>
                </a:cubicBezTo>
                <a:cubicBezTo>
                  <a:pt x="346" y="9"/>
                  <a:pt x="346" y="8"/>
                  <a:pt x="346" y="7"/>
                </a:cubicBezTo>
                <a:cubicBezTo>
                  <a:pt x="346" y="6"/>
                  <a:pt x="346" y="5"/>
                  <a:pt x="345" y="4"/>
                </a:cubicBezTo>
                <a:cubicBezTo>
                  <a:pt x="345" y="3"/>
                  <a:pt x="344" y="3"/>
                  <a:pt x="344" y="2"/>
                </a:cubicBezTo>
                <a:cubicBezTo>
                  <a:pt x="343" y="2"/>
                  <a:pt x="343" y="2"/>
                  <a:pt x="342" y="2"/>
                </a:cubicBezTo>
                <a:lnTo>
                  <a:pt x="339" y="2"/>
                </a:lnTo>
                <a:lnTo>
                  <a:pt x="339" y="13"/>
                </a:lnTo>
                <a:close/>
              </a:path>
              <a:path w="471" h="15">
                <a:moveTo>
                  <a:pt x="358" y="15"/>
                </a:moveTo>
                <a:lnTo>
                  <a:pt x="358" y="2"/>
                </a:lnTo>
                <a:lnTo>
                  <a:pt x="354" y="2"/>
                </a:lnTo>
                <a:lnTo>
                  <a:pt x="354" y="0"/>
                </a:lnTo>
                <a:lnTo>
                  <a:pt x="364" y="0"/>
                </a:lnTo>
                <a:lnTo>
                  <a:pt x="364" y="2"/>
                </a:lnTo>
                <a:lnTo>
                  <a:pt x="359" y="2"/>
                </a:lnTo>
                <a:lnTo>
                  <a:pt x="359" y="15"/>
                </a:lnTo>
                <a:lnTo>
                  <a:pt x="358" y="15"/>
                </a:lnTo>
                <a:close/>
              </a:path>
              <a:path w="471" h="15">
                <a:moveTo>
                  <a:pt x="365" y="15"/>
                </a:moveTo>
                <a:lnTo>
                  <a:pt x="365" y="0"/>
                </a:lnTo>
                <a:lnTo>
                  <a:pt x="374" y="0"/>
                </a:lnTo>
                <a:lnTo>
                  <a:pt x="374" y="2"/>
                </a:lnTo>
                <a:lnTo>
                  <a:pt x="366" y="2"/>
                </a:lnTo>
                <a:lnTo>
                  <a:pt x="366" y="6"/>
                </a:lnTo>
                <a:lnTo>
                  <a:pt x="373" y="6"/>
                </a:lnTo>
                <a:lnTo>
                  <a:pt x="373" y="8"/>
                </a:lnTo>
                <a:lnTo>
                  <a:pt x="366" y="8"/>
                </a:lnTo>
                <a:lnTo>
                  <a:pt x="366" y="13"/>
                </a:lnTo>
                <a:lnTo>
                  <a:pt x="374" y="13"/>
                </a:lnTo>
                <a:lnTo>
                  <a:pt x="374" y="15"/>
                </a:lnTo>
                <a:lnTo>
                  <a:pt x="365" y="15"/>
                </a:lnTo>
                <a:close/>
              </a:path>
              <a:path w="471" h="15">
                <a:moveTo>
                  <a:pt x="385" y="10"/>
                </a:moveTo>
                <a:lnTo>
                  <a:pt x="386" y="10"/>
                </a:lnTo>
                <a:cubicBezTo>
                  <a:pt x="386" y="12"/>
                  <a:pt x="386" y="13"/>
                  <a:pt x="385" y="14"/>
                </a:cubicBezTo>
                <a:cubicBezTo>
                  <a:pt x="384" y="15"/>
                  <a:pt x="383" y="15"/>
                  <a:pt x="381" y="15"/>
                </a:cubicBezTo>
                <a:cubicBezTo>
                  <a:pt x="380" y="15"/>
                  <a:pt x="379" y="15"/>
                  <a:pt x="378" y="14"/>
                </a:cubicBezTo>
                <a:cubicBezTo>
                  <a:pt x="377" y="13"/>
                  <a:pt x="377" y="12"/>
                  <a:pt x="376" y="11"/>
                </a:cubicBezTo>
                <a:cubicBezTo>
                  <a:pt x="376" y="10"/>
                  <a:pt x="375" y="9"/>
                  <a:pt x="375" y="7"/>
                </a:cubicBezTo>
                <a:cubicBezTo>
                  <a:pt x="375" y="6"/>
                  <a:pt x="376" y="5"/>
                  <a:pt x="376" y="3"/>
                </a:cubicBezTo>
                <a:cubicBezTo>
                  <a:pt x="377" y="2"/>
                  <a:pt x="377" y="1"/>
                  <a:pt x="378" y="1"/>
                </a:cubicBezTo>
                <a:cubicBezTo>
                  <a:pt x="379" y="0"/>
                  <a:pt x="380" y="0"/>
                  <a:pt x="381" y="0"/>
                </a:cubicBezTo>
                <a:cubicBezTo>
                  <a:pt x="383" y="0"/>
                  <a:pt x="384" y="0"/>
                  <a:pt x="384" y="1"/>
                </a:cubicBezTo>
                <a:cubicBezTo>
                  <a:pt x="385" y="2"/>
                  <a:pt x="386" y="3"/>
                  <a:pt x="386" y="4"/>
                </a:cubicBezTo>
                <a:lnTo>
                  <a:pt x="385" y="5"/>
                </a:lnTo>
                <a:cubicBezTo>
                  <a:pt x="384" y="4"/>
                  <a:pt x="384" y="3"/>
                  <a:pt x="383" y="2"/>
                </a:cubicBezTo>
                <a:cubicBezTo>
                  <a:pt x="383" y="2"/>
                  <a:pt x="382" y="2"/>
                  <a:pt x="381" y="2"/>
                </a:cubicBezTo>
                <a:cubicBezTo>
                  <a:pt x="380" y="2"/>
                  <a:pt x="380" y="2"/>
                  <a:pt x="379" y="2"/>
                </a:cubicBezTo>
                <a:cubicBezTo>
                  <a:pt x="378" y="3"/>
                  <a:pt x="378" y="4"/>
                  <a:pt x="378" y="5"/>
                </a:cubicBezTo>
                <a:cubicBezTo>
                  <a:pt x="377" y="5"/>
                  <a:pt x="377" y="6"/>
                  <a:pt x="377" y="7"/>
                </a:cubicBezTo>
                <a:cubicBezTo>
                  <a:pt x="377" y="9"/>
                  <a:pt x="377" y="10"/>
                  <a:pt x="378" y="11"/>
                </a:cubicBezTo>
                <a:cubicBezTo>
                  <a:pt x="378" y="11"/>
                  <a:pt x="378" y="12"/>
                  <a:pt x="379" y="13"/>
                </a:cubicBezTo>
                <a:cubicBezTo>
                  <a:pt x="380" y="13"/>
                  <a:pt x="380" y="13"/>
                  <a:pt x="381" y="13"/>
                </a:cubicBezTo>
                <a:cubicBezTo>
                  <a:pt x="382" y="13"/>
                  <a:pt x="383" y="13"/>
                  <a:pt x="384" y="12"/>
                </a:cubicBezTo>
                <a:cubicBezTo>
                  <a:pt x="384" y="12"/>
                  <a:pt x="385" y="11"/>
                  <a:pt x="385" y="10"/>
                </a:cubicBezTo>
                <a:close/>
              </a:path>
              <a:path w="471" h="15">
                <a:moveTo>
                  <a:pt x="388" y="15"/>
                </a:moveTo>
                <a:lnTo>
                  <a:pt x="388" y="0"/>
                </a:lnTo>
                <a:lnTo>
                  <a:pt x="390" y="0"/>
                </a:lnTo>
                <a:lnTo>
                  <a:pt x="390" y="6"/>
                </a:lnTo>
                <a:lnTo>
                  <a:pt x="396" y="6"/>
                </a:lnTo>
                <a:lnTo>
                  <a:pt x="396" y="0"/>
                </a:lnTo>
                <a:lnTo>
                  <a:pt x="398" y="0"/>
                </a:lnTo>
                <a:lnTo>
                  <a:pt x="398" y="15"/>
                </a:lnTo>
                <a:lnTo>
                  <a:pt x="396" y="15"/>
                </a:lnTo>
                <a:lnTo>
                  <a:pt x="396" y="8"/>
                </a:lnTo>
                <a:lnTo>
                  <a:pt x="390" y="8"/>
                </a:lnTo>
                <a:lnTo>
                  <a:pt x="390" y="15"/>
                </a:lnTo>
                <a:lnTo>
                  <a:pt x="388" y="15"/>
                </a:lnTo>
                <a:close/>
              </a:path>
              <a:path w="471" h="15">
                <a:moveTo>
                  <a:pt x="400" y="15"/>
                </a:moveTo>
                <a:lnTo>
                  <a:pt x="400" y="0"/>
                </a:lnTo>
                <a:lnTo>
                  <a:pt x="402" y="0"/>
                </a:lnTo>
                <a:lnTo>
                  <a:pt x="408" y="12"/>
                </a:lnTo>
                <a:lnTo>
                  <a:pt x="408" y="0"/>
                </a:lnTo>
                <a:lnTo>
                  <a:pt x="410" y="0"/>
                </a:lnTo>
                <a:lnTo>
                  <a:pt x="410" y="15"/>
                </a:lnTo>
                <a:lnTo>
                  <a:pt x="408" y="15"/>
                </a:lnTo>
                <a:lnTo>
                  <a:pt x="402" y="3"/>
                </a:lnTo>
                <a:lnTo>
                  <a:pt x="402" y="15"/>
                </a:lnTo>
                <a:lnTo>
                  <a:pt x="400" y="15"/>
                </a:lnTo>
                <a:close/>
              </a:path>
              <a:path w="471" h="15">
                <a:moveTo>
                  <a:pt x="412" y="8"/>
                </a:moveTo>
                <a:cubicBezTo>
                  <a:pt x="412" y="5"/>
                  <a:pt x="412" y="3"/>
                  <a:pt x="413" y="2"/>
                </a:cubicBezTo>
                <a:cubicBezTo>
                  <a:pt x="415" y="1"/>
                  <a:pt x="416" y="0"/>
                  <a:pt x="418" y="0"/>
                </a:cubicBezTo>
                <a:cubicBezTo>
                  <a:pt x="419" y="0"/>
                  <a:pt x="420" y="0"/>
                  <a:pt x="421" y="1"/>
                </a:cubicBezTo>
                <a:cubicBezTo>
                  <a:pt x="422" y="2"/>
                  <a:pt x="423" y="3"/>
                  <a:pt x="423" y="4"/>
                </a:cubicBezTo>
                <a:cubicBezTo>
                  <a:pt x="424" y="5"/>
                  <a:pt x="424" y="6"/>
                  <a:pt x="424" y="8"/>
                </a:cubicBezTo>
                <a:cubicBezTo>
                  <a:pt x="424" y="9"/>
                  <a:pt x="424" y="10"/>
                  <a:pt x="423" y="11"/>
                </a:cubicBezTo>
                <a:cubicBezTo>
                  <a:pt x="422" y="13"/>
                  <a:pt x="422" y="13"/>
                  <a:pt x="421" y="14"/>
                </a:cubicBezTo>
                <a:cubicBezTo>
                  <a:pt x="420" y="15"/>
                  <a:pt x="419" y="15"/>
                  <a:pt x="418" y="15"/>
                </a:cubicBezTo>
                <a:cubicBezTo>
                  <a:pt x="417" y="15"/>
                  <a:pt x="416" y="15"/>
                  <a:pt x="415" y="14"/>
                </a:cubicBezTo>
                <a:cubicBezTo>
                  <a:pt x="414" y="13"/>
                  <a:pt x="413" y="12"/>
                  <a:pt x="413" y="11"/>
                </a:cubicBezTo>
                <a:cubicBezTo>
                  <a:pt x="412" y="10"/>
                  <a:pt x="412" y="9"/>
                  <a:pt x="412" y="8"/>
                </a:cubicBezTo>
                <a:close/>
                <a:moveTo>
                  <a:pt x="414" y="8"/>
                </a:moveTo>
                <a:cubicBezTo>
                  <a:pt x="414" y="9"/>
                  <a:pt x="414" y="11"/>
                  <a:pt x="415" y="12"/>
                </a:cubicBezTo>
                <a:cubicBezTo>
                  <a:pt x="416" y="13"/>
                  <a:pt x="417" y="13"/>
                  <a:pt x="418" y="13"/>
                </a:cubicBezTo>
                <a:cubicBezTo>
                  <a:pt x="419" y="13"/>
                  <a:pt x="420" y="13"/>
                  <a:pt x="421" y="12"/>
                </a:cubicBezTo>
                <a:cubicBezTo>
                  <a:pt x="422" y="11"/>
                  <a:pt x="422" y="9"/>
                  <a:pt x="422" y="7"/>
                </a:cubicBezTo>
                <a:cubicBezTo>
                  <a:pt x="422" y="6"/>
                  <a:pt x="422" y="5"/>
                  <a:pt x="422" y="4"/>
                </a:cubicBezTo>
                <a:cubicBezTo>
                  <a:pt x="421" y="4"/>
                  <a:pt x="421" y="3"/>
                  <a:pt x="420" y="2"/>
                </a:cubicBezTo>
                <a:cubicBezTo>
                  <a:pt x="419" y="2"/>
                  <a:pt x="419" y="2"/>
                  <a:pt x="418" y="2"/>
                </a:cubicBezTo>
                <a:cubicBezTo>
                  <a:pt x="417" y="2"/>
                  <a:pt x="416" y="2"/>
                  <a:pt x="415" y="3"/>
                </a:cubicBezTo>
                <a:cubicBezTo>
                  <a:pt x="414" y="4"/>
                  <a:pt x="414" y="6"/>
                  <a:pt x="414" y="8"/>
                </a:cubicBezTo>
                <a:close/>
              </a:path>
              <a:path w="471" h="15">
                <a:moveTo>
                  <a:pt x="425" y="15"/>
                </a:moveTo>
                <a:lnTo>
                  <a:pt x="425" y="0"/>
                </a:lnTo>
                <a:lnTo>
                  <a:pt x="427" y="0"/>
                </a:lnTo>
                <a:lnTo>
                  <a:pt x="427" y="13"/>
                </a:lnTo>
                <a:lnTo>
                  <a:pt x="433" y="13"/>
                </a:lnTo>
                <a:lnTo>
                  <a:pt x="433" y="15"/>
                </a:lnTo>
                <a:lnTo>
                  <a:pt x="425" y="15"/>
                </a:lnTo>
                <a:close/>
              </a:path>
              <a:path w="471" h="15">
                <a:moveTo>
                  <a:pt x="434" y="8"/>
                </a:moveTo>
                <a:cubicBezTo>
                  <a:pt x="434" y="5"/>
                  <a:pt x="435" y="3"/>
                  <a:pt x="436" y="2"/>
                </a:cubicBezTo>
                <a:cubicBezTo>
                  <a:pt x="437" y="1"/>
                  <a:pt x="438" y="0"/>
                  <a:pt x="440" y="0"/>
                </a:cubicBezTo>
                <a:cubicBezTo>
                  <a:pt x="441" y="0"/>
                  <a:pt x="442" y="0"/>
                  <a:pt x="443" y="1"/>
                </a:cubicBezTo>
                <a:cubicBezTo>
                  <a:pt x="444" y="2"/>
                  <a:pt x="445" y="3"/>
                  <a:pt x="445" y="4"/>
                </a:cubicBezTo>
                <a:cubicBezTo>
                  <a:pt x="446" y="5"/>
                  <a:pt x="446" y="6"/>
                  <a:pt x="446" y="8"/>
                </a:cubicBezTo>
                <a:cubicBezTo>
                  <a:pt x="446" y="9"/>
                  <a:pt x="446" y="10"/>
                  <a:pt x="445" y="11"/>
                </a:cubicBezTo>
                <a:cubicBezTo>
                  <a:pt x="445" y="13"/>
                  <a:pt x="444" y="13"/>
                  <a:pt x="443" y="14"/>
                </a:cubicBezTo>
                <a:cubicBezTo>
                  <a:pt x="442" y="15"/>
                  <a:pt x="441" y="15"/>
                  <a:pt x="440" y="15"/>
                </a:cubicBezTo>
                <a:cubicBezTo>
                  <a:pt x="439" y="15"/>
                  <a:pt x="438" y="15"/>
                  <a:pt x="437" y="14"/>
                </a:cubicBezTo>
                <a:cubicBezTo>
                  <a:pt x="436" y="13"/>
                  <a:pt x="435" y="12"/>
                  <a:pt x="435" y="11"/>
                </a:cubicBezTo>
                <a:cubicBezTo>
                  <a:pt x="434" y="10"/>
                  <a:pt x="434" y="9"/>
                  <a:pt x="434" y="8"/>
                </a:cubicBezTo>
                <a:close/>
                <a:moveTo>
                  <a:pt x="436" y="8"/>
                </a:moveTo>
                <a:cubicBezTo>
                  <a:pt x="436" y="9"/>
                  <a:pt x="436" y="11"/>
                  <a:pt x="437" y="12"/>
                </a:cubicBezTo>
                <a:cubicBezTo>
                  <a:pt x="438" y="13"/>
                  <a:pt x="439" y="13"/>
                  <a:pt x="440" y="13"/>
                </a:cubicBezTo>
                <a:cubicBezTo>
                  <a:pt x="441" y="13"/>
                  <a:pt x="442" y="13"/>
                  <a:pt x="443" y="12"/>
                </a:cubicBezTo>
                <a:cubicBezTo>
                  <a:pt x="444" y="11"/>
                  <a:pt x="444" y="9"/>
                  <a:pt x="444" y="7"/>
                </a:cubicBezTo>
                <a:cubicBezTo>
                  <a:pt x="444" y="6"/>
                  <a:pt x="444" y="5"/>
                  <a:pt x="444" y="4"/>
                </a:cubicBezTo>
                <a:cubicBezTo>
                  <a:pt x="444" y="4"/>
                  <a:pt x="443" y="3"/>
                  <a:pt x="442" y="2"/>
                </a:cubicBezTo>
                <a:cubicBezTo>
                  <a:pt x="442" y="2"/>
                  <a:pt x="441" y="2"/>
                  <a:pt x="440" y="2"/>
                </a:cubicBezTo>
                <a:cubicBezTo>
                  <a:pt x="439" y="2"/>
                  <a:pt x="438" y="2"/>
                  <a:pt x="437" y="3"/>
                </a:cubicBezTo>
                <a:cubicBezTo>
                  <a:pt x="436" y="4"/>
                  <a:pt x="436" y="6"/>
                  <a:pt x="436" y="8"/>
                </a:cubicBezTo>
                <a:close/>
              </a:path>
              <a:path w="471" h="15">
                <a:moveTo>
                  <a:pt x="454" y="9"/>
                </a:moveTo>
                <a:lnTo>
                  <a:pt x="454" y="7"/>
                </a:lnTo>
                <a:lnTo>
                  <a:pt x="459" y="7"/>
                </a:lnTo>
                <a:lnTo>
                  <a:pt x="459" y="13"/>
                </a:lnTo>
                <a:cubicBezTo>
                  <a:pt x="458" y="13"/>
                  <a:pt x="457" y="14"/>
                  <a:pt x="456" y="14"/>
                </a:cubicBezTo>
                <a:cubicBezTo>
                  <a:pt x="456" y="15"/>
                  <a:pt x="455" y="15"/>
                  <a:pt x="454" y="15"/>
                </a:cubicBezTo>
                <a:cubicBezTo>
                  <a:pt x="453" y="15"/>
                  <a:pt x="451" y="15"/>
                  <a:pt x="450" y="14"/>
                </a:cubicBezTo>
                <a:cubicBezTo>
                  <a:pt x="449" y="13"/>
                  <a:pt x="449" y="13"/>
                  <a:pt x="448" y="11"/>
                </a:cubicBezTo>
                <a:cubicBezTo>
                  <a:pt x="448" y="10"/>
                  <a:pt x="447" y="9"/>
                  <a:pt x="447" y="8"/>
                </a:cubicBezTo>
                <a:cubicBezTo>
                  <a:pt x="447" y="6"/>
                  <a:pt x="448" y="5"/>
                  <a:pt x="448" y="4"/>
                </a:cubicBezTo>
                <a:cubicBezTo>
                  <a:pt x="449" y="2"/>
                  <a:pt x="449" y="2"/>
                  <a:pt x="450" y="1"/>
                </a:cubicBezTo>
                <a:cubicBezTo>
                  <a:pt x="451" y="0"/>
                  <a:pt x="452" y="0"/>
                  <a:pt x="454" y="0"/>
                </a:cubicBezTo>
                <a:cubicBezTo>
                  <a:pt x="455" y="0"/>
                  <a:pt x="455" y="0"/>
                  <a:pt x="456" y="1"/>
                </a:cubicBezTo>
                <a:cubicBezTo>
                  <a:pt x="457" y="1"/>
                  <a:pt x="457" y="1"/>
                  <a:pt x="458" y="2"/>
                </a:cubicBezTo>
                <a:cubicBezTo>
                  <a:pt x="458" y="3"/>
                  <a:pt x="459" y="3"/>
                  <a:pt x="459" y="4"/>
                </a:cubicBezTo>
                <a:lnTo>
                  <a:pt x="457" y="5"/>
                </a:lnTo>
                <a:cubicBezTo>
                  <a:pt x="457" y="4"/>
                  <a:pt x="457" y="3"/>
                  <a:pt x="457" y="3"/>
                </a:cubicBezTo>
                <a:cubicBezTo>
                  <a:pt x="456" y="3"/>
                  <a:pt x="456" y="2"/>
                  <a:pt x="455" y="2"/>
                </a:cubicBezTo>
                <a:cubicBezTo>
                  <a:pt x="455" y="2"/>
                  <a:pt x="454" y="2"/>
                  <a:pt x="454" y="2"/>
                </a:cubicBezTo>
                <a:cubicBezTo>
                  <a:pt x="453" y="2"/>
                  <a:pt x="452" y="2"/>
                  <a:pt x="452" y="2"/>
                </a:cubicBezTo>
                <a:cubicBezTo>
                  <a:pt x="451" y="2"/>
                  <a:pt x="451" y="3"/>
                  <a:pt x="450" y="3"/>
                </a:cubicBezTo>
                <a:cubicBezTo>
                  <a:pt x="450" y="4"/>
                  <a:pt x="450" y="4"/>
                  <a:pt x="450" y="5"/>
                </a:cubicBezTo>
                <a:cubicBezTo>
                  <a:pt x="449" y="5"/>
                  <a:pt x="449" y="6"/>
                  <a:pt x="449" y="7"/>
                </a:cubicBezTo>
                <a:cubicBezTo>
                  <a:pt x="449" y="9"/>
                  <a:pt x="449" y="10"/>
                  <a:pt x="450" y="11"/>
                </a:cubicBezTo>
                <a:cubicBezTo>
                  <a:pt x="450" y="12"/>
                  <a:pt x="451" y="12"/>
                  <a:pt x="451" y="13"/>
                </a:cubicBezTo>
                <a:cubicBezTo>
                  <a:pt x="452" y="13"/>
                  <a:pt x="453" y="13"/>
                  <a:pt x="454" y="13"/>
                </a:cubicBezTo>
                <a:cubicBezTo>
                  <a:pt x="454" y="13"/>
                  <a:pt x="455" y="13"/>
                  <a:pt x="456" y="13"/>
                </a:cubicBezTo>
                <a:cubicBezTo>
                  <a:pt x="456" y="12"/>
                  <a:pt x="457" y="12"/>
                  <a:pt x="457" y="12"/>
                </a:cubicBezTo>
                <a:lnTo>
                  <a:pt x="457" y="9"/>
                </a:lnTo>
                <a:lnTo>
                  <a:pt x="454" y="9"/>
                </a:lnTo>
                <a:close/>
              </a:path>
              <a:path w="471" h="15">
                <a:moveTo>
                  <a:pt x="464" y="15"/>
                </a:moveTo>
                <a:lnTo>
                  <a:pt x="464" y="9"/>
                </a:lnTo>
                <a:lnTo>
                  <a:pt x="460" y="0"/>
                </a:lnTo>
                <a:lnTo>
                  <a:pt x="462" y="0"/>
                </a:lnTo>
                <a:lnTo>
                  <a:pt x="464" y="5"/>
                </a:lnTo>
                <a:cubicBezTo>
                  <a:pt x="465" y="5"/>
                  <a:pt x="465" y="6"/>
                  <a:pt x="465" y="7"/>
                </a:cubicBezTo>
                <a:cubicBezTo>
                  <a:pt x="466" y="6"/>
                  <a:pt x="466" y="5"/>
                  <a:pt x="467" y="5"/>
                </a:cubicBezTo>
                <a:lnTo>
                  <a:pt x="469" y="0"/>
                </a:lnTo>
                <a:lnTo>
                  <a:pt x="471" y="0"/>
                </a:lnTo>
                <a:lnTo>
                  <a:pt x="466" y="9"/>
                </a:lnTo>
                <a:lnTo>
                  <a:pt x="466" y="15"/>
                </a:lnTo>
                <a:lnTo>
                  <a:pt x="464" y="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pic>
        <p:nvPicPr>
          <p:cNvPr id="109" name="图片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3760" y="124460"/>
            <a:ext cx="627380" cy="471170"/>
          </a:xfrm>
          <a:prstGeom prst="rect">
            <a:avLst/>
          </a:prstGeom>
          <a:ln>
            <a:noFill/>
          </a:ln>
        </p:spPr>
      </p:pic>
      <p:sp>
        <p:nvSpPr>
          <p:cNvPr id="38" name="bottom-takeaway"/>
          <p:cNvSpPr>
            <a:spLocks noGrp="1"/>
          </p:cNvSpPr>
          <p:nvPr/>
        </p:nvSpPr>
        <p:spPr>
          <a:xfrm>
            <a:off x="1624330" y="6012180"/>
            <a:ext cx="9147810" cy="513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ClrTx/>
              <a:buSzTx/>
              <a:buFontTx/>
              <a:buNone/>
            </a:pPr>
            <a:r>
              <a:rPr lang="zh-CN" sz="2000" b="1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</a:rPr>
              <a:t>此处的</a:t>
            </a:r>
            <a:r>
              <a:rPr lang="en-US" altLang="zh-CN" sz="2000" b="1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</a:rPr>
              <a:t>day_rel</a:t>
            </a:r>
            <a:r>
              <a:rPr lang="zh-CN" altLang="en-US" sz="2000" b="1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</a:rPr>
              <a:t>是不够精准的</a:t>
            </a:r>
            <a:r>
              <a:rPr lang="en-US" altLang="zh-CN" sz="2000" b="1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</a:rPr>
              <a:t>，</a:t>
            </a:r>
            <a:r>
              <a:rPr lang="zh-CN" altLang="en-US" sz="2000" b="1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</a:rPr>
              <a:t>第</a:t>
            </a:r>
            <a:r>
              <a:rPr lang="en-US" altLang="zh-CN" sz="2000" b="1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</a:rPr>
              <a:t>0</a:t>
            </a:r>
            <a:r>
              <a:rPr lang="zh-CN" altLang="en-US" sz="2000" b="1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</a:rPr>
              <a:t>天并不意味着精准的第</a:t>
            </a:r>
            <a:r>
              <a:rPr lang="en-US" altLang="zh-CN" sz="2000" b="1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</a:rPr>
              <a:t>0</a:t>
            </a:r>
            <a:r>
              <a:rPr lang="zh-CN" altLang="en-US" sz="2000" b="1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</a:rPr>
              <a:t>小时</a:t>
            </a:r>
            <a:endParaRPr lang="zh-CN" altLang="en-US" sz="2000" b="1">
              <a:solidFill>
                <a:srgbClr val="0070C0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00038" name="encounter-head"/>
          <p:cNvSpPr/>
          <p:nvPr/>
        </p:nvSpPr>
        <p:spPr>
          <a:xfrm>
            <a:off x="1496060" y="2298700"/>
            <a:ext cx="3429000" cy="3683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600" b="1">
                <a:solidFill>
                  <a:srgbClr val="174876"/>
                </a:solidFill>
                <a:latin typeface="微软雅黑"/>
                <a:ea typeface="微软雅黑"/>
              </a:rPr>
              <a:t>encounters  /  1 行</a:t>
            </a:r>
            <a:endParaRPr lang="en-US" sz="1600" b="1">
              <a:solidFill>
                <a:srgbClr val="174876"/>
              </a:solidFill>
              <a:latin typeface="微软雅黑"/>
              <a:ea typeface="微软雅黑"/>
            </a:endParaRPr>
          </a:p>
        </p:txBody>
      </p:sp>
      <p:sp>
        <p:nvSpPr>
          <p:cNvPr id="100039" name="patient-key-0"/>
          <p:cNvSpPr/>
          <p:nvPr/>
        </p:nvSpPr>
        <p:spPr>
          <a:xfrm>
            <a:off x="1508760" y="2730500"/>
            <a:ext cx="1600200" cy="292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230" b="0">
                <a:solidFill>
                  <a:srgbClr val="52677A"/>
                </a:solidFill>
                <a:latin typeface="微软雅黑"/>
                <a:ea typeface="微软雅黑"/>
              </a:rPr>
              <a:t>source</a:t>
            </a:r>
            <a:endParaRPr lang="en-US" sz="1230" b="0">
              <a:solidFill>
                <a:srgbClr val="52677A"/>
              </a:solidFill>
              <a:latin typeface="微软雅黑"/>
              <a:ea typeface="微软雅黑"/>
            </a:endParaRPr>
          </a:p>
        </p:txBody>
      </p:sp>
      <p:sp>
        <p:nvSpPr>
          <p:cNvPr id="100040" name="patient-value-0"/>
          <p:cNvSpPr/>
          <p:nvPr/>
        </p:nvSpPr>
        <p:spPr>
          <a:xfrm>
            <a:off x="3147060" y="2730500"/>
            <a:ext cx="1765300" cy="292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280" b="0">
                <a:solidFill>
                  <a:srgbClr val="243447"/>
                </a:solidFill>
                <a:latin typeface="微软雅黑"/>
                <a:ea typeface="微软雅黑"/>
              </a:rPr>
              <a:t>GD_CRF</a:t>
            </a:r>
            <a:endParaRPr lang="en-US" sz="1280" b="0">
              <a:solidFill>
                <a:srgbClr val="243447"/>
              </a:solidFill>
              <a:latin typeface="微软雅黑"/>
              <a:ea typeface="微软雅黑"/>
            </a:endParaRPr>
          </a:p>
        </p:txBody>
      </p:sp>
      <p:sp>
        <p:nvSpPr>
          <p:cNvPr id="100041" name="patient-key-1"/>
          <p:cNvSpPr/>
          <p:nvPr/>
        </p:nvSpPr>
        <p:spPr>
          <a:xfrm>
            <a:off x="1508760" y="3073400"/>
            <a:ext cx="1600200" cy="292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230" b="0">
                <a:solidFill>
                  <a:srgbClr val="52677A"/>
                </a:solidFill>
                <a:latin typeface="微软雅黑"/>
                <a:ea typeface="微软雅黑"/>
              </a:rPr>
              <a:t>encounter_id</a:t>
            </a:r>
            <a:endParaRPr lang="en-US" sz="1230" b="0">
              <a:solidFill>
                <a:srgbClr val="52677A"/>
              </a:solidFill>
              <a:latin typeface="微软雅黑"/>
              <a:ea typeface="微软雅黑"/>
            </a:endParaRPr>
          </a:p>
        </p:txBody>
      </p:sp>
      <p:sp>
        <p:nvSpPr>
          <p:cNvPr id="100042" name="patient-value-1"/>
          <p:cNvSpPr/>
          <p:nvPr/>
        </p:nvSpPr>
        <p:spPr>
          <a:xfrm>
            <a:off x="3147060" y="3073400"/>
            <a:ext cx="1765300" cy="292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280" b="0">
                <a:solidFill>
                  <a:srgbClr val="243447"/>
                </a:solidFill>
                <a:latin typeface="微软雅黑"/>
                <a:ea typeface="微软雅黑"/>
              </a:rPr>
              <a:t>EXAMPLE_01*</a:t>
            </a:r>
            <a:endParaRPr lang="en-US" sz="1280" b="0">
              <a:solidFill>
                <a:srgbClr val="243447"/>
              </a:solidFill>
              <a:latin typeface="微软雅黑"/>
              <a:ea typeface="微软雅黑"/>
            </a:endParaRPr>
          </a:p>
        </p:txBody>
      </p:sp>
      <p:sp>
        <p:nvSpPr>
          <p:cNvPr id="100043" name="patient-key-2"/>
          <p:cNvSpPr/>
          <p:nvPr/>
        </p:nvSpPr>
        <p:spPr>
          <a:xfrm>
            <a:off x="1508760" y="3416300"/>
            <a:ext cx="1600200" cy="292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230" b="0">
                <a:solidFill>
                  <a:srgbClr val="52677A"/>
                </a:solidFill>
                <a:latin typeface="微软雅黑"/>
                <a:ea typeface="微软雅黑"/>
              </a:rPr>
              <a:t>age / sex</a:t>
            </a:r>
            <a:endParaRPr lang="en-US" sz="1230" b="0">
              <a:solidFill>
                <a:srgbClr val="52677A"/>
              </a:solidFill>
              <a:latin typeface="微软雅黑"/>
              <a:ea typeface="微软雅黑"/>
            </a:endParaRPr>
          </a:p>
        </p:txBody>
      </p:sp>
      <p:sp>
        <p:nvSpPr>
          <p:cNvPr id="100044" name="patient-value-2"/>
          <p:cNvSpPr/>
          <p:nvPr/>
        </p:nvSpPr>
        <p:spPr>
          <a:xfrm>
            <a:off x="3147060" y="3416300"/>
            <a:ext cx="1765300" cy="292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280" b="0">
                <a:solidFill>
                  <a:srgbClr val="243447"/>
                </a:solidFill>
                <a:latin typeface="微软雅黑"/>
                <a:ea typeface="微软雅黑"/>
              </a:rPr>
              <a:t>75 / M</a:t>
            </a:r>
            <a:endParaRPr lang="en-US" sz="1280" b="0">
              <a:solidFill>
                <a:srgbClr val="243447"/>
              </a:solidFill>
              <a:latin typeface="微软雅黑"/>
              <a:ea typeface="微软雅黑"/>
            </a:endParaRPr>
          </a:p>
        </p:txBody>
      </p:sp>
      <p:sp>
        <p:nvSpPr>
          <p:cNvPr id="100045" name="patient-key-3"/>
          <p:cNvSpPr/>
          <p:nvPr/>
        </p:nvSpPr>
        <p:spPr>
          <a:xfrm>
            <a:off x="1508760" y="3759200"/>
            <a:ext cx="1600200" cy="292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230" b="0">
                <a:solidFill>
                  <a:srgbClr val="52677A"/>
                </a:solidFill>
                <a:latin typeface="微软雅黑"/>
                <a:ea typeface="微软雅黑"/>
              </a:rPr>
              <a:t>flu_dx</a:t>
            </a:r>
            <a:endParaRPr lang="en-US" sz="1230" b="0">
              <a:solidFill>
                <a:srgbClr val="52677A"/>
              </a:solidFill>
              <a:latin typeface="微软雅黑"/>
              <a:ea typeface="微软雅黑"/>
            </a:endParaRPr>
          </a:p>
        </p:txBody>
      </p:sp>
      <p:sp>
        <p:nvSpPr>
          <p:cNvPr id="100046" name="patient-value-3"/>
          <p:cNvSpPr/>
          <p:nvPr/>
        </p:nvSpPr>
        <p:spPr>
          <a:xfrm>
            <a:off x="3147060" y="3759200"/>
            <a:ext cx="1765300" cy="292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280" b="0">
                <a:solidFill>
                  <a:srgbClr val="243447"/>
                </a:solidFill>
                <a:latin typeface="微软雅黑"/>
                <a:ea typeface="微软雅黑"/>
              </a:rPr>
              <a:t>1（诊断有流感）</a:t>
            </a:r>
            <a:endParaRPr lang="en-US" sz="1280" b="0">
              <a:solidFill>
                <a:srgbClr val="243447"/>
              </a:solidFill>
              <a:latin typeface="微软雅黑"/>
              <a:ea typeface="微软雅黑"/>
            </a:endParaRPr>
          </a:p>
        </p:txBody>
      </p:sp>
      <p:sp>
        <p:nvSpPr>
          <p:cNvPr id="100047" name="patient-key-4"/>
          <p:cNvSpPr/>
          <p:nvPr/>
        </p:nvSpPr>
        <p:spPr>
          <a:xfrm>
            <a:off x="1508760" y="4102100"/>
            <a:ext cx="1600200" cy="292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230" b="0">
                <a:solidFill>
                  <a:srgbClr val="52677A"/>
                </a:solidFill>
                <a:latin typeface="微软雅黑"/>
                <a:ea typeface="微软雅黑"/>
              </a:rPr>
              <a:t>anchor_rule</a:t>
            </a:r>
            <a:endParaRPr lang="en-US" sz="1230" b="0">
              <a:solidFill>
                <a:srgbClr val="52677A"/>
              </a:solidFill>
              <a:latin typeface="微软雅黑"/>
              <a:ea typeface="微软雅黑"/>
            </a:endParaRPr>
          </a:p>
        </p:txBody>
      </p:sp>
      <p:sp>
        <p:nvSpPr>
          <p:cNvPr id="100048" name="patient-value-4"/>
          <p:cNvSpPr/>
          <p:nvPr/>
        </p:nvSpPr>
        <p:spPr>
          <a:xfrm>
            <a:off x="3147060" y="4102100"/>
            <a:ext cx="1765300" cy="292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280" b="0">
                <a:solidFill>
                  <a:srgbClr val="243447"/>
                </a:solidFill>
                <a:latin typeface="微软雅黑"/>
                <a:ea typeface="微软雅黑"/>
              </a:rPr>
              <a:t>首个体征</a:t>
            </a:r>
            <a:endParaRPr lang="en-US" sz="1280" b="0">
              <a:solidFill>
                <a:srgbClr val="243447"/>
              </a:solidFill>
              <a:latin typeface="微软雅黑"/>
              <a:ea typeface="微软雅黑"/>
            </a:endParaRPr>
          </a:p>
        </p:txBody>
      </p:sp>
      <p:sp>
        <p:nvSpPr>
          <p:cNvPr id="100049" name="patient-key-5"/>
          <p:cNvSpPr/>
          <p:nvPr/>
        </p:nvSpPr>
        <p:spPr>
          <a:xfrm>
            <a:off x="1508760" y="4445000"/>
            <a:ext cx="1600200" cy="292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230" b="0">
                <a:solidFill>
                  <a:srgbClr val="52677A"/>
                </a:solidFill>
                <a:latin typeface="微软雅黑"/>
                <a:ea typeface="微软雅黑"/>
              </a:rPr>
              <a:t>anchor_precision</a:t>
            </a:r>
            <a:endParaRPr lang="en-US" sz="1230" b="0">
              <a:solidFill>
                <a:srgbClr val="52677A"/>
              </a:solidFill>
              <a:latin typeface="微软雅黑"/>
              <a:ea typeface="微软雅黑"/>
            </a:endParaRPr>
          </a:p>
        </p:txBody>
      </p:sp>
      <p:sp>
        <p:nvSpPr>
          <p:cNvPr id="100050" name="patient-value-5"/>
          <p:cNvSpPr/>
          <p:nvPr/>
        </p:nvSpPr>
        <p:spPr>
          <a:xfrm>
            <a:off x="3147060" y="4445000"/>
            <a:ext cx="1765300" cy="292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280" b="0">
                <a:solidFill>
                  <a:srgbClr val="243447"/>
                </a:solidFill>
                <a:latin typeface="微软雅黑"/>
                <a:ea typeface="微软雅黑"/>
              </a:rPr>
              <a:t>日期级</a:t>
            </a:r>
            <a:endParaRPr lang="en-US" sz="1280" b="0">
              <a:solidFill>
                <a:srgbClr val="243447"/>
              </a:solidFill>
              <a:latin typeface="微软雅黑"/>
              <a:ea typeface="微软雅黑"/>
            </a:endParaRPr>
          </a:p>
        </p:txBody>
      </p:sp>
      <p:sp>
        <p:nvSpPr>
          <p:cNvPr id="100051" name="related"/>
          <p:cNvSpPr/>
          <p:nvPr/>
        </p:nvSpPr>
        <p:spPr>
          <a:xfrm>
            <a:off x="1496060" y="4876800"/>
            <a:ext cx="3467100" cy="3302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 fontScale="90000" lnSpcReduction="20000"/>
          </a:bodyPr>
          <a:lstStyle/>
          <a:p>
            <a:pPr algn="l"/>
            <a:r>
              <a:rPr lang="en-US" sz="1060" b="0">
                <a:solidFill>
                  <a:srgbClr val="52677A"/>
                </a:solidFill>
                <a:latin typeface="微软雅黑"/>
                <a:ea typeface="微软雅黑"/>
              </a:rPr>
              <a:t>complications &amp; </a:t>
            </a:r>
            <a:r>
              <a:rPr lang="en-US" sz="1060" b="0">
                <a:solidFill>
                  <a:srgbClr val="52677A"/>
                </a:solidFill>
                <a:latin typeface="微软雅黑"/>
                <a:ea typeface="微软雅黑"/>
              </a:rPr>
              <a:t>treatments：TRT001 奥司他韦 / CLP001 病毒性肺炎</a:t>
            </a:r>
            <a:endParaRPr lang="en-US" sz="1060" b="0">
              <a:solidFill>
                <a:srgbClr val="52677A"/>
              </a:solidFill>
              <a:latin typeface="微软雅黑"/>
              <a:ea typeface="微软雅黑"/>
            </a:endParaRPr>
          </a:p>
        </p:txBody>
      </p:sp>
      <p:sp>
        <p:nvSpPr>
          <p:cNvPr id="100052" name="join-arrow"/>
          <p:cNvSpPr/>
          <p:nvPr/>
        </p:nvSpPr>
        <p:spPr>
          <a:xfrm>
            <a:off x="5140960" y="3365500"/>
            <a:ext cx="292100" cy="304800"/>
          </a:xfrm>
          <a:prstGeom prst="rightArrow">
            <a:avLst/>
          </a:prstGeom>
          <a:solidFill>
            <a:srgbClr val="006FB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54" name="event-title"/>
          <p:cNvSpPr/>
          <p:nvPr/>
        </p:nvSpPr>
        <p:spPr>
          <a:xfrm>
            <a:off x="5648960" y="2298700"/>
            <a:ext cx="5257800" cy="3683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600" b="1">
                <a:solidFill>
                  <a:srgbClr val="174876"/>
                </a:solidFill>
                <a:latin typeface="微软雅黑"/>
                <a:ea typeface="微软雅黑"/>
              </a:rPr>
              <a:t>events  /  6 行观测（节选）</a:t>
            </a:r>
            <a:endParaRPr lang="en-US" sz="1600" b="1">
              <a:solidFill>
                <a:srgbClr val="174876"/>
              </a:solidFill>
              <a:latin typeface="微软雅黑"/>
              <a:ea typeface="微软雅黑"/>
            </a:endParaRPr>
          </a:p>
        </p:txBody>
      </p:sp>
      <p:sp>
        <p:nvSpPr>
          <p:cNvPr id="100055" name="event-table-header"/>
          <p:cNvSpPr/>
          <p:nvPr/>
        </p:nvSpPr>
        <p:spPr>
          <a:xfrm>
            <a:off x="5636260" y="2743200"/>
            <a:ext cx="5295900" cy="393700"/>
          </a:xfrm>
          <a:prstGeom prst="rect">
            <a:avLst/>
          </a:prstGeom>
          <a:solidFill>
            <a:srgbClr val="DDEF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56" name="event-col-0"/>
          <p:cNvSpPr/>
          <p:nvPr/>
        </p:nvSpPr>
        <p:spPr>
          <a:xfrm>
            <a:off x="5661660" y="2768600"/>
            <a:ext cx="1790700" cy="3429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170" b="1">
                <a:solidFill>
                  <a:srgbClr val="174876"/>
                </a:solidFill>
                <a:latin typeface="微软雅黑"/>
                <a:ea typeface="微软雅黑"/>
              </a:rPr>
              <a:t>编码 / 变量</a:t>
            </a:r>
            <a:endParaRPr lang="en-US" sz="1170" b="1">
              <a:solidFill>
                <a:srgbClr val="174876"/>
              </a:solidFill>
              <a:latin typeface="微软雅黑"/>
              <a:ea typeface="微软雅黑"/>
            </a:endParaRPr>
          </a:p>
        </p:txBody>
      </p:sp>
      <p:sp>
        <p:nvSpPr>
          <p:cNvPr id="100057" name="event-col-1"/>
          <p:cNvSpPr/>
          <p:nvPr/>
        </p:nvSpPr>
        <p:spPr>
          <a:xfrm>
            <a:off x="7490460" y="2768600"/>
            <a:ext cx="2019300" cy="3429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170" b="1">
                <a:solidFill>
                  <a:srgbClr val="174876"/>
                </a:solidFill>
                <a:latin typeface="微软雅黑"/>
                <a:ea typeface="微软雅黑"/>
              </a:rPr>
              <a:t>value / unit_cdm</a:t>
            </a:r>
            <a:endParaRPr lang="en-US" sz="1170" b="1">
              <a:solidFill>
                <a:srgbClr val="174876"/>
              </a:solidFill>
              <a:latin typeface="微软雅黑"/>
              <a:ea typeface="微软雅黑"/>
            </a:endParaRPr>
          </a:p>
        </p:txBody>
      </p:sp>
      <p:sp>
        <p:nvSpPr>
          <p:cNvPr id="100058" name="event-col-2"/>
          <p:cNvSpPr/>
          <p:nvPr/>
        </p:nvSpPr>
        <p:spPr>
          <a:xfrm>
            <a:off x="9547860" y="2768600"/>
            <a:ext cx="736600" cy="3429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170" b="1">
                <a:solidFill>
                  <a:srgbClr val="174876"/>
                </a:solidFill>
                <a:latin typeface="微软雅黑"/>
                <a:ea typeface="微软雅黑"/>
              </a:rPr>
              <a:t>day_rel</a:t>
            </a:r>
            <a:endParaRPr lang="en-US" sz="1170" b="1">
              <a:solidFill>
                <a:srgbClr val="174876"/>
              </a:solidFill>
              <a:latin typeface="微软雅黑"/>
              <a:ea typeface="微软雅黑"/>
            </a:endParaRPr>
          </a:p>
        </p:txBody>
      </p:sp>
      <p:sp>
        <p:nvSpPr>
          <p:cNvPr id="100059" name="event-col-3"/>
          <p:cNvSpPr/>
          <p:nvPr/>
        </p:nvSpPr>
        <p:spPr>
          <a:xfrm>
            <a:off x="10309860" y="2768600"/>
            <a:ext cx="622300" cy="3429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170" b="1">
                <a:solidFill>
                  <a:srgbClr val="174876"/>
                </a:solidFill>
                <a:latin typeface="微软雅黑"/>
                <a:ea typeface="微软雅黑"/>
              </a:rPr>
              <a:t>精度</a:t>
            </a:r>
            <a:endParaRPr lang="en-US" sz="1170" b="1">
              <a:solidFill>
                <a:srgbClr val="174876"/>
              </a:solidFill>
              <a:latin typeface="微软雅黑"/>
              <a:ea typeface="微软雅黑"/>
            </a:endParaRPr>
          </a:p>
        </p:txBody>
      </p:sp>
      <p:sp>
        <p:nvSpPr>
          <p:cNvPr id="100060" name="row-bg-0"/>
          <p:cNvSpPr/>
          <p:nvPr/>
        </p:nvSpPr>
        <p:spPr>
          <a:xfrm>
            <a:off x="5636260" y="3162300"/>
            <a:ext cx="5295900" cy="3302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61" name="row-0-var"/>
          <p:cNvSpPr/>
          <p:nvPr/>
        </p:nvSpPr>
        <p:spPr>
          <a:xfrm>
            <a:off x="5699760" y="3187700"/>
            <a:ext cx="1739900" cy="2794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160" b="0">
                <a:solidFill>
                  <a:srgbClr val="243447"/>
                </a:solidFill>
                <a:latin typeface="微软雅黑"/>
                <a:ea typeface="微软雅黑"/>
              </a:rPr>
              <a:t>VS001  体温</a:t>
            </a:r>
            <a:endParaRPr lang="en-US" sz="1160" b="0">
              <a:solidFill>
                <a:srgbClr val="243447"/>
              </a:solidFill>
              <a:latin typeface="微软雅黑"/>
              <a:ea typeface="微软雅黑"/>
            </a:endParaRPr>
          </a:p>
        </p:txBody>
      </p:sp>
      <p:sp>
        <p:nvSpPr>
          <p:cNvPr id="100062" name="row-0-value"/>
          <p:cNvSpPr/>
          <p:nvPr/>
        </p:nvSpPr>
        <p:spPr>
          <a:xfrm>
            <a:off x="7528560" y="3187700"/>
            <a:ext cx="1930400" cy="2794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160" b="0">
                <a:solidFill>
                  <a:srgbClr val="243447"/>
                </a:solidFill>
                <a:latin typeface="微软雅黑"/>
                <a:ea typeface="微软雅黑"/>
              </a:rPr>
              <a:t>37.8 ℃</a:t>
            </a:r>
            <a:endParaRPr lang="en-US" sz="1160" b="0">
              <a:solidFill>
                <a:srgbClr val="243447"/>
              </a:solidFill>
              <a:latin typeface="微软雅黑"/>
              <a:ea typeface="微软雅黑"/>
            </a:endParaRPr>
          </a:p>
        </p:txBody>
      </p:sp>
      <p:sp>
        <p:nvSpPr>
          <p:cNvPr id="100063" name="row-0-day"/>
          <p:cNvSpPr/>
          <p:nvPr/>
        </p:nvSpPr>
        <p:spPr>
          <a:xfrm>
            <a:off x="9573260" y="3187700"/>
            <a:ext cx="723900" cy="2794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160" b="0">
                <a:solidFill>
                  <a:srgbClr val="243447"/>
                </a:solidFill>
                <a:latin typeface="微软雅黑"/>
                <a:ea typeface="微软雅黑"/>
              </a:rPr>
              <a:t>第 0 天</a:t>
            </a:r>
            <a:endParaRPr lang="en-US" sz="1160" b="0">
              <a:solidFill>
                <a:srgbClr val="243447"/>
              </a:solidFill>
              <a:latin typeface="微软雅黑"/>
              <a:ea typeface="微软雅黑"/>
            </a:endParaRPr>
          </a:p>
        </p:txBody>
      </p:sp>
      <p:sp>
        <p:nvSpPr>
          <p:cNvPr id="100064" name="row-0-precision"/>
          <p:cNvSpPr/>
          <p:nvPr/>
        </p:nvSpPr>
        <p:spPr>
          <a:xfrm>
            <a:off x="10335260" y="3187700"/>
            <a:ext cx="558800" cy="2794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160" b="0">
                <a:solidFill>
                  <a:srgbClr val="243447"/>
                </a:solidFill>
                <a:latin typeface="微软雅黑"/>
                <a:ea typeface="微软雅黑"/>
              </a:rPr>
              <a:t>日期</a:t>
            </a:r>
            <a:endParaRPr lang="en-US" sz="1160" b="0">
              <a:solidFill>
                <a:srgbClr val="243447"/>
              </a:solidFill>
              <a:latin typeface="微软雅黑"/>
              <a:ea typeface="微软雅黑"/>
            </a:endParaRPr>
          </a:p>
        </p:txBody>
      </p:sp>
      <p:sp>
        <p:nvSpPr>
          <p:cNvPr id="100065" name="row-1-var"/>
          <p:cNvSpPr/>
          <p:nvPr/>
        </p:nvSpPr>
        <p:spPr>
          <a:xfrm>
            <a:off x="5699760" y="3517900"/>
            <a:ext cx="1739900" cy="2794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160" b="0">
                <a:solidFill>
                  <a:srgbClr val="243447"/>
                </a:solidFill>
                <a:latin typeface="微软雅黑"/>
                <a:ea typeface="微软雅黑"/>
              </a:rPr>
              <a:t>VS002  心率</a:t>
            </a:r>
            <a:endParaRPr lang="en-US" sz="1160" b="0">
              <a:solidFill>
                <a:srgbClr val="243447"/>
              </a:solidFill>
              <a:latin typeface="微软雅黑"/>
              <a:ea typeface="微软雅黑"/>
            </a:endParaRPr>
          </a:p>
        </p:txBody>
      </p:sp>
      <p:sp>
        <p:nvSpPr>
          <p:cNvPr id="100066" name="row-1-value"/>
          <p:cNvSpPr/>
          <p:nvPr/>
        </p:nvSpPr>
        <p:spPr>
          <a:xfrm>
            <a:off x="7528560" y="3517900"/>
            <a:ext cx="1930400" cy="2794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160" b="0">
                <a:solidFill>
                  <a:srgbClr val="243447"/>
                </a:solidFill>
                <a:latin typeface="微软雅黑"/>
                <a:ea typeface="微软雅黑"/>
              </a:rPr>
              <a:t>68 次/分</a:t>
            </a:r>
            <a:endParaRPr lang="en-US" sz="1160" b="0">
              <a:solidFill>
                <a:srgbClr val="243447"/>
              </a:solidFill>
              <a:latin typeface="微软雅黑"/>
              <a:ea typeface="微软雅黑"/>
            </a:endParaRPr>
          </a:p>
        </p:txBody>
      </p:sp>
      <p:sp>
        <p:nvSpPr>
          <p:cNvPr id="100067" name="row-1-day"/>
          <p:cNvSpPr/>
          <p:nvPr/>
        </p:nvSpPr>
        <p:spPr>
          <a:xfrm>
            <a:off x="9573260" y="3517900"/>
            <a:ext cx="723900" cy="2794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160" b="0">
                <a:solidFill>
                  <a:srgbClr val="243447"/>
                </a:solidFill>
                <a:latin typeface="微软雅黑"/>
                <a:ea typeface="微软雅黑"/>
              </a:rPr>
              <a:t>第 0 天</a:t>
            </a:r>
            <a:endParaRPr lang="en-US" sz="1160" b="0">
              <a:solidFill>
                <a:srgbClr val="243447"/>
              </a:solidFill>
              <a:latin typeface="微软雅黑"/>
              <a:ea typeface="微软雅黑"/>
            </a:endParaRPr>
          </a:p>
        </p:txBody>
      </p:sp>
      <p:sp>
        <p:nvSpPr>
          <p:cNvPr id="100068" name="row-1-precision"/>
          <p:cNvSpPr/>
          <p:nvPr/>
        </p:nvSpPr>
        <p:spPr>
          <a:xfrm>
            <a:off x="10335260" y="3517900"/>
            <a:ext cx="558800" cy="2794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160" b="0">
                <a:solidFill>
                  <a:srgbClr val="243447"/>
                </a:solidFill>
                <a:latin typeface="微软雅黑"/>
                <a:ea typeface="微软雅黑"/>
              </a:rPr>
              <a:t>日期</a:t>
            </a:r>
            <a:endParaRPr lang="en-US" sz="1160" b="0">
              <a:solidFill>
                <a:srgbClr val="243447"/>
              </a:solidFill>
              <a:latin typeface="微软雅黑"/>
              <a:ea typeface="微软雅黑"/>
            </a:endParaRPr>
          </a:p>
        </p:txBody>
      </p:sp>
      <p:sp>
        <p:nvSpPr>
          <p:cNvPr id="100069" name="row-bg-2"/>
          <p:cNvSpPr/>
          <p:nvPr/>
        </p:nvSpPr>
        <p:spPr>
          <a:xfrm>
            <a:off x="5636260" y="3822700"/>
            <a:ext cx="5295900" cy="3302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70" name="row-2-var"/>
          <p:cNvSpPr/>
          <p:nvPr/>
        </p:nvSpPr>
        <p:spPr>
          <a:xfrm>
            <a:off x="5699760" y="3848100"/>
            <a:ext cx="1739900" cy="2794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160" b="0">
                <a:solidFill>
                  <a:srgbClr val="243447"/>
                </a:solidFill>
                <a:latin typeface="微软雅黑"/>
                <a:ea typeface="微软雅黑"/>
              </a:rPr>
              <a:t>VS003  呼吸</a:t>
            </a:r>
            <a:endParaRPr lang="en-US" sz="1160" b="0">
              <a:solidFill>
                <a:srgbClr val="243447"/>
              </a:solidFill>
              <a:latin typeface="微软雅黑"/>
              <a:ea typeface="微软雅黑"/>
            </a:endParaRPr>
          </a:p>
        </p:txBody>
      </p:sp>
      <p:sp>
        <p:nvSpPr>
          <p:cNvPr id="100071" name="row-2-value"/>
          <p:cNvSpPr/>
          <p:nvPr/>
        </p:nvSpPr>
        <p:spPr>
          <a:xfrm>
            <a:off x="7528560" y="3848100"/>
            <a:ext cx="1930400" cy="2794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160" b="0">
                <a:solidFill>
                  <a:srgbClr val="243447"/>
                </a:solidFill>
                <a:latin typeface="微软雅黑"/>
                <a:ea typeface="微软雅黑"/>
              </a:rPr>
              <a:t>17 次/分</a:t>
            </a:r>
            <a:endParaRPr lang="en-US" sz="1160" b="0">
              <a:solidFill>
                <a:srgbClr val="243447"/>
              </a:solidFill>
              <a:latin typeface="微软雅黑"/>
              <a:ea typeface="微软雅黑"/>
            </a:endParaRPr>
          </a:p>
        </p:txBody>
      </p:sp>
      <p:sp>
        <p:nvSpPr>
          <p:cNvPr id="100072" name="row-2-day"/>
          <p:cNvSpPr/>
          <p:nvPr/>
        </p:nvSpPr>
        <p:spPr>
          <a:xfrm>
            <a:off x="9573260" y="3848100"/>
            <a:ext cx="723900" cy="2794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160" b="0">
                <a:solidFill>
                  <a:srgbClr val="243447"/>
                </a:solidFill>
                <a:latin typeface="微软雅黑"/>
                <a:ea typeface="微软雅黑"/>
              </a:rPr>
              <a:t>第 0 天</a:t>
            </a:r>
            <a:endParaRPr lang="en-US" sz="1160" b="0">
              <a:solidFill>
                <a:srgbClr val="243447"/>
              </a:solidFill>
              <a:latin typeface="微软雅黑"/>
              <a:ea typeface="微软雅黑"/>
            </a:endParaRPr>
          </a:p>
        </p:txBody>
      </p:sp>
      <p:sp>
        <p:nvSpPr>
          <p:cNvPr id="100073" name="row-2-precision"/>
          <p:cNvSpPr/>
          <p:nvPr/>
        </p:nvSpPr>
        <p:spPr>
          <a:xfrm>
            <a:off x="10335260" y="3848100"/>
            <a:ext cx="558800" cy="2794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160" b="0">
                <a:solidFill>
                  <a:srgbClr val="243447"/>
                </a:solidFill>
                <a:latin typeface="微软雅黑"/>
                <a:ea typeface="微软雅黑"/>
              </a:rPr>
              <a:t>日期</a:t>
            </a:r>
            <a:endParaRPr lang="en-US" sz="1160" b="0">
              <a:solidFill>
                <a:srgbClr val="243447"/>
              </a:solidFill>
              <a:latin typeface="微软雅黑"/>
              <a:ea typeface="微软雅黑"/>
            </a:endParaRPr>
          </a:p>
        </p:txBody>
      </p:sp>
      <p:sp>
        <p:nvSpPr>
          <p:cNvPr id="100074" name="row-3-var"/>
          <p:cNvSpPr/>
          <p:nvPr/>
        </p:nvSpPr>
        <p:spPr>
          <a:xfrm>
            <a:off x="5699760" y="4178300"/>
            <a:ext cx="1739900" cy="2794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160" b="0">
                <a:solidFill>
                  <a:srgbClr val="243447"/>
                </a:solidFill>
                <a:latin typeface="微软雅黑"/>
                <a:ea typeface="微软雅黑"/>
              </a:rPr>
              <a:t>VS004  收缩压</a:t>
            </a:r>
            <a:endParaRPr lang="en-US" sz="1160" b="0">
              <a:solidFill>
                <a:srgbClr val="243447"/>
              </a:solidFill>
              <a:latin typeface="微软雅黑"/>
              <a:ea typeface="微软雅黑"/>
            </a:endParaRPr>
          </a:p>
        </p:txBody>
      </p:sp>
      <p:sp>
        <p:nvSpPr>
          <p:cNvPr id="100075" name="row-3-value"/>
          <p:cNvSpPr/>
          <p:nvPr/>
        </p:nvSpPr>
        <p:spPr>
          <a:xfrm>
            <a:off x="7528560" y="4178300"/>
            <a:ext cx="1930400" cy="2794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160" b="0">
                <a:solidFill>
                  <a:srgbClr val="243447"/>
                </a:solidFill>
                <a:latin typeface="微软雅黑"/>
                <a:ea typeface="微软雅黑"/>
              </a:rPr>
              <a:t>130 mmHg</a:t>
            </a:r>
            <a:endParaRPr lang="en-US" sz="1160" b="0">
              <a:solidFill>
                <a:srgbClr val="243447"/>
              </a:solidFill>
              <a:latin typeface="微软雅黑"/>
              <a:ea typeface="微软雅黑"/>
            </a:endParaRPr>
          </a:p>
        </p:txBody>
      </p:sp>
      <p:sp>
        <p:nvSpPr>
          <p:cNvPr id="100076" name="row-3-day"/>
          <p:cNvSpPr/>
          <p:nvPr/>
        </p:nvSpPr>
        <p:spPr>
          <a:xfrm>
            <a:off x="9573260" y="4178300"/>
            <a:ext cx="723900" cy="2794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160" b="0">
                <a:solidFill>
                  <a:srgbClr val="243447"/>
                </a:solidFill>
                <a:latin typeface="微软雅黑"/>
                <a:ea typeface="微软雅黑"/>
              </a:rPr>
              <a:t>第 0 天</a:t>
            </a:r>
            <a:endParaRPr lang="en-US" sz="1160" b="0">
              <a:solidFill>
                <a:srgbClr val="243447"/>
              </a:solidFill>
              <a:latin typeface="微软雅黑"/>
              <a:ea typeface="微软雅黑"/>
            </a:endParaRPr>
          </a:p>
        </p:txBody>
      </p:sp>
      <p:sp>
        <p:nvSpPr>
          <p:cNvPr id="100077" name="row-3-precision"/>
          <p:cNvSpPr/>
          <p:nvPr/>
        </p:nvSpPr>
        <p:spPr>
          <a:xfrm>
            <a:off x="10335260" y="4178300"/>
            <a:ext cx="558800" cy="2794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160" b="0">
                <a:solidFill>
                  <a:srgbClr val="243447"/>
                </a:solidFill>
                <a:latin typeface="微软雅黑"/>
                <a:ea typeface="微软雅黑"/>
              </a:rPr>
              <a:t>日期</a:t>
            </a:r>
            <a:endParaRPr lang="en-US" sz="1160" b="0">
              <a:solidFill>
                <a:srgbClr val="243447"/>
              </a:solidFill>
              <a:latin typeface="微软雅黑"/>
              <a:ea typeface="微软雅黑"/>
            </a:endParaRPr>
          </a:p>
        </p:txBody>
      </p:sp>
      <p:sp>
        <p:nvSpPr>
          <p:cNvPr id="100078" name="row-bg-4"/>
          <p:cNvSpPr/>
          <p:nvPr/>
        </p:nvSpPr>
        <p:spPr>
          <a:xfrm>
            <a:off x="5636260" y="4483100"/>
            <a:ext cx="5295900" cy="3302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79" name="row-4-var"/>
          <p:cNvSpPr/>
          <p:nvPr/>
        </p:nvSpPr>
        <p:spPr>
          <a:xfrm>
            <a:off x="5699760" y="4508500"/>
            <a:ext cx="1739900" cy="2794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160" b="0">
                <a:solidFill>
                  <a:srgbClr val="243447"/>
                </a:solidFill>
                <a:latin typeface="微软雅黑"/>
                <a:ea typeface="微软雅黑"/>
              </a:rPr>
              <a:t>VS005  舒张压</a:t>
            </a:r>
            <a:endParaRPr lang="en-US" sz="1160" b="0">
              <a:solidFill>
                <a:srgbClr val="243447"/>
              </a:solidFill>
              <a:latin typeface="微软雅黑"/>
              <a:ea typeface="微软雅黑"/>
            </a:endParaRPr>
          </a:p>
        </p:txBody>
      </p:sp>
      <p:sp>
        <p:nvSpPr>
          <p:cNvPr id="100080" name="row-4-value"/>
          <p:cNvSpPr/>
          <p:nvPr/>
        </p:nvSpPr>
        <p:spPr>
          <a:xfrm>
            <a:off x="7528560" y="4508500"/>
            <a:ext cx="1930400" cy="2794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160" b="0">
                <a:solidFill>
                  <a:srgbClr val="243447"/>
                </a:solidFill>
                <a:latin typeface="微软雅黑"/>
                <a:ea typeface="微软雅黑"/>
              </a:rPr>
              <a:t>83 mmHg</a:t>
            </a:r>
            <a:endParaRPr lang="en-US" sz="1160" b="0">
              <a:solidFill>
                <a:srgbClr val="243447"/>
              </a:solidFill>
              <a:latin typeface="微软雅黑"/>
              <a:ea typeface="微软雅黑"/>
            </a:endParaRPr>
          </a:p>
        </p:txBody>
      </p:sp>
      <p:sp>
        <p:nvSpPr>
          <p:cNvPr id="100081" name="row-4-day"/>
          <p:cNvSpPr/>
          <p:nvPr/>
        </p:nvSpPr>
        <p:spPr>
          <a:xfrm>
            <a:off x="9573260" y="4508500"/>
            <a:ext cx="723900" cy="2794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160" b="0">
                <a:solidFill>
                  <a:srgbClr val="243447"/>
                </a:solidFill>
                <a:latin typeface="微软雅黑"/>
                <a:ea typeface="微软雅黑"/>
              </a:rPr>
              <a:t>第 0 天</a:t>
            </a:r>
            <a:endParaRPr lang="en-US" sz="1160" b="0">
              <a:solidFill>
                <a:srgbClr val="243447"/>
              </a:solidFill>
              <a:latin typeface="微软雅黑"/>
              <a:ea typeface="微软雅黑"/>
            </a:endParaRPr>
          </a:p>
        </p:txBody>
      </p:sp>
      <p:sp>
        <p:nvSpPr>
          <p:cNvPr id="100082" name="row-4-precision"/>
          <p:cNvSpPr/>
          <p:nvPr/>
        </p:nvSpPr>
        <p:spPr>
          <a:xfrm>
            <a:off x="10335260" y="4508500"/>
            <a:ext cx="558800" cy="2794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160" b="0">
                <a:solidFill>
                  <a:srgbClr val="243447"/>
                </a:solidFill>
                <a:latin typeface="微软雅黑"/>
                <a:ea typeface="微软雅黑"/>
              </a:rPr>
              <a:t>日期</a:t>
            </a:r>
            <a:endParaRPr lang="en-US" sz="1160" b="0">
              <a:solidFill>
                <a:srgbClr val="243447"/>
              </a:solidFill>
              <a:latin typeface="微软雅黑"/>
              <a:ea typeface="微软雅黑"/>
            </a:endParaRPr>
          </a:p>
        </p:txBody>
      </p:sp>
      <p:sp>
        <p:nvSpPr>
          <p:cNvPr id="100083" name="row-5-var"/>
          <p:cNvSpPr/>
          <p:nvPr/>
        </p:nvSpPr>
        <p:spPr>
          <a:xfrm>
            <a:off x="5699760" y="4838700"/>
            <a:ext cx="1739900" cy="2794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160" b="0">
                <a:solidFill>
                  <a:srgbClr val="243447"/>
                </a:solidFill>
                <a:latin typeface="微软雅黑"/>
                <a:ea typeface="微软雅黑"/>
              </a:rPr>
              <a:t>VS006  SpO₂</a:t>
            </a:r>
            <a:endParaRPr lang="en-US" sz="1160" b="0">
              <a:solidFill>
                <a:srgbClr val="243447"/>
              </a:solidFill>
              <a:latin typeface="微软雅黑"/>
              <a:ea typeface="微软雅黑"/>
            </a:endParaRPr>
          </a:p>
        </p:txBody>
      </p:sp>
      <p:sp>
        <p:nvSpPr>
          <p:cNvPr id="100084" name="row-5-value"/>
          <p:cNvSpPr/>
          <p:nvPr/>
        </p:nvSpPr>
        <p:spPr>
          <a:xfrm>
            <a:off x="7528560" y="4838700"/>
            <a:ext cx="1930400" cy="2794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160" b="0">
                <a:solidFill>
                  <a:srgbClr val="243447"/>
                </a:solidFill>
                <a:latin typeface="微软雅黑"/>
                <a:ea typeface="微软雅黑"/>
              </a:rPr>
              <a:t>99 %</a:t>
            </a:r>
            <a:endParaRPr lang="en-US" sz="1160" b="0">
              <a:solidFill>
                <a:srgbClr val="243447"/>
              </a:solidFill>
              <a:latin typeface="微软雅黑"/>
              <a:ea typeface="微软雅黑"/>
            </a:endParaRPr>
          </a:p>
        </p:txBody>
      </p:sp>
      <p:sp>
        <p:nvSpPr>
          <p:cNvPr id="100085" name="row-5-day"/>
          <p:cNvSpPr/>
          <p:nvPr/>
        </p:nvSpPr>
        <p:spPr>
          <a:xfrm>
            <a:off x="9573260" y="4838700"/>
            <a:ext cx="723900" cy="2794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160" b="0">
                <a:solidFill>
                  <a:srgbClr val="243447"/>
                </a:solidFill>
                <a:latin typeface="微软雅黑"/>
                <a:ea typeface="微软雅黑"/>
              </a:rPr>
              <a:t>第 0 天</a:t>
            </a:r>
            <a:endParaRPr lang="en-US" sz="1160" b="0">
              <a:solidFill>
                <a:srgbClr val="243447"/>
              </a:solidFill>
              <a:latin typeface="微软雅黑"/>
              <a:ea typeface="微软雅黑"/>
            </a:endParaRPr>
          </a:p>
        </p:txBody>
      </p:sp>
      <p:sp>
        <p:nvSpPr>
          <p:cNvPr id="100086" name="row-5-precision"/>
          <p:cNvSpPr/>
          <p:nvPr/>
        </p:nvSpPr>
        <p:spPr>
          <a:xfrm>
            <a:off x="10335260" y="4838700"/>
            <a:ext cx="558800" cy="2794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160" b="0">
                <a:solidFill>
                  <a:srgbClr val="243447"/>
                </a:solidFill>
                <a:latin typeface="微软雅黑"/>
                <a:ea typeface="微软雅黑"/>
              </a:rPr>
              <a:t>日期</a:t>
            </a:r>
            <a:endParaRPr lang="en-US" sz="1160" b="0">
              <a:solidFill>
                <a:srgbClr val="243447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>
            <a:spLocks noGrp="1"/>
          </p:cNvSpPr>
          <p:nvPr/>
        </p:nvSpPr>
        <p:spPr>
          <a:xfrm>
            <a:off x="815340" y="902970"/>
            <a:ext cx="6209030" cy="10922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</p:sp>
      <p:cxnSp>
        <p:nvCxnSpPr>
          <p:cNvPr id="86" name="Line 3"/>
          <p:cNvCxnSpPr/>
          <p:nvPr/>
        </p:nvCxnSpPr>
        <p:spPr>
          <a:xfrm>
            <a:off x="815340" y="902970"/>
            <a:ext cx="10610850" cy="0"/>
          </a:xfrm>
          <a:prstGeom prst="straightConnector1">
            <a:avLst/>
          </a:prstGeom>
          <a:ln w="13546">
            <a:solidFill>
              <a:srgbClr val="0070C0"/>
            </a:solidFill>
          </a:ln>
        </p:spPr>
      </p:cxnSp>
      <p:sp>
        <p:nvSpPr>
          <p:cNvPr id="4" name="矩形: 圆角 13-shape"/>
          <p:cNvSpPr>
            <a:spLocks noGrp="1"/>
          </p:cNvSpPr>
          <p:nvPr/>
        </p:nvSpPr>
        <p:spPr>
          <a:xfrm>
            <a:off x="1066800" y="1059180"/>
            <a:ext cx="10287000" cy="685800"/>
          </a:xfrm>
          <a:prstGeom prst="roundRect">
            <a:avLst>
              <a:gd name="adj" fmla="val 3962"/>
            </a:avLst>
          </a:prstGeom>
          <a:solidFill>
            <a:srgbClr val="FFFFFF"/>
          </a:solidFill>
          <a:ln>
            <a:noFill/>
          </a:ln>
          <a:effectLst>
            <a:outerShdw blurRad="571500" algn="bl" rotWithShape="0">
              <a:srgbClr val="0070C0">
                <a:alpha val="20000"/>
              </a:srgbClr>
            </a:outerShdw>
          </a:effectLst>
        </p:spPr>
      </p:sp>
      <p:sp>
        <p:nvSpPr>
          <p:cNvPr id="5" name="矩形: 圆角 13-text"/>
          <p:cNvSpPr>
            <a:spLocks noGrp="1"/>
          </p:cNvSpPr>
          <p:nvPr/>
        </p:nvSpPr>
        <p:spPr>
          <a:xfrm>
            <a:off x="1066800" y="1059180"/>
            <a:ext cx="10287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285750" indent="-285750" algn="l">
              <a:lnSpc>
                <a:spcPct val="100000"/>
              </a:lnSpc>
              <a:buClrTx/>
              <a:buSzTx/>
              <a:buFont typeface="Wingdings" panose="05000000000000000000"/>
              <a:buChar char="p"/>
            </a:pPr>
            <a:r>
              <a:rPr lang="zh-CN" sz="2000">
                <a:latin typeface="微软雅黑" charset="-122"/>
                <a:ea typeface="微软雅黑" charset="-122"/>
                <a:cs typeface="微软雅黑" charset="-122"/>
              </a:rPr>
              <a:t>对于公开的数据集如</a:t>
            </a:r>
            <a:r>
              <a:rPr lang="en-US" altLang="zh-CN" sz="2000">
                <a:latin typeface="微软雅黑" charset="-122"/>
                <a:ea typeface="微软雅黑" charset="-122"/>
                <a:cs typeface="微软雅黑" charset="-122"/>
              </a:rPr>
              <a:t>MIMIC、eICU</a:t>
            </a:r>
            <a:r>
              <a:rPr lang="zh-CN" altLang="en-US" sz="2000">
                <a:latin typeface="微软雅黑" charset="-122"/>
                <a:ea typeface="微软雅黑" charset="-122"/>
                <a:cs typeface="微软雅黑" charset="-122"/>
              </a:rPr>
              <a:t>和</a:t>
            </a:r>
            <a:r>
              <a:rPr lang="en-US" altLang="zh-CN" sz="2000">
                <a:latin typeface="微软雅黑" charset="-122"/>
                <a:ea typeface="微软雅黑" charset="-122"/>
                <a:cs typeface="微软雅黑" charset="-122"/>
              </a:rPr>
              <a:t>MC-MED</a:t>
            </a:r>
            <a:r>
              <a:rPr lang="zh-CN" altLang="en-US" sz="2000">
                <a:latin typeface="微软雅黑" charset="-122"/>
                <a:ea typeface="微软雅黑" charset="-122"/>
                <a:cs typeface="微软雅黑" charset="-122"/>
              </a:rPr>
              <a:t>，分析对齐</a:t>
            </a:r>
            <a:r>
              <a:rPr lang="zh-CN" altLang="en-US" sz="2000">
                <a:latin typeface="微软雅黑" charset="-122"/>
                <a:ea typeface="微软雅黑" charset="-122"/>
                <a:cs typeface="微软雅黑" charset="-122"/>
              </a:rPr>
              <a:t>可能性</a:t>
            </a:r>
            <a:endParaRPr lang="zh-CN" altLang="en-US" sz="20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6" name="矩形: 圆角 16"/>
          <p:cNvSpPr>
            <a:spLocks noGrp="1"/>
          </p:cNvSpPr>
          <p:nvPr/>
        </p:nvSpPr>
        <p:spPr>
          <a:xfrm>
            <a:off x="1066800" y="1875790"/>
            <a:ext cx="10287000" cy="3948430"/>
          </a:xfrm>
          <a:prstGeom prst="roundRect">
            <a:avLst>
              <a:gd name="adj" fmla="val 2882"/>
            </a:avLst>
          </a:prstGeom>
          <a:solidFill>
            <a:srgbClr val="FFFFFF"/>
          </a:solidFill>
          <a:ln>
            <a:noFill/>
          </a:ln>
          <a:effectLst>
            <a:outerShdw blurRad="571500" algn="bl" rotWithShape="0">
              <a:srgbClr val="0070C0">
                <a:alpha val="20000"/>
              </a:srgbClr>
            </a:outerShdw>
          </a:effectLst>
        </p:spPr>
      </p:sp>
      <p:sp>
        <p:nvSpPr>
          <p:cNvPr id="7" name="圆角矩形 26"/>
          <p:cNvSpPr>
            <a:spLocks noGrp="1"/>
          </p:cNvSpPr>
          <p:nvPr/>
        </p:nvSpPr>
        <p:spPr>
          <a:xfrm>
            <a:off x="1122680" y="5967730"/>
            <a:ext cx="10179050" cy="6019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rgbClr val="D9D9D9"/>
            </a:solidFill>
          </a:ln>
        </p:spPr>
      </p:sp>
      <p:sp>
        <p:nvSpPr>
          <p:cNvPr id="8" name="矩形 93"/>
          <p:cNvSpPr>
            <a:spLocks noGrp="1"/>
          </p:cNvSpPr>
          <p:nvPr/>
        </p:nvSpPr>
        <p:spPr>
          <a:xfrm>
            <a:off x="1066800" y="5928360"/>
            <a:ext cx="355600" cy="28829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rgbClr val="1D4999"/>
          </a:solidFill>
          <a:ln>
            <a:noFill/>
          </a:ln>
        </p:spPr>
      </p:sp>
      <p:sp>
        <p:nvSpPr>
          <p:cNvPr id="9" name="矩形 93-2"/>
          <p:cNvSpPr>
            <a:spLocks noGrp="1"/>
          </p:cNvSpPr>
          <p:nvPr/>
        </p:nvSpPr>
        <p:spPr>
          <a:xfrm rot="10800000">
            <a:off x="10998200" y="6342380"/>
            <a:ext cx="355600" cy="28829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rgbClr val="1D4999"/>
          </a:solidFill>
          <a:ln>
            <a:noFill/>
          </a:ln>
        </p:spPr>
      </p:sp>
      <p:sp>
        <p:nvSpPr>
          <p:cNvPr id="10" name="灯片编号占位符 5"/>
          <p:cNvSpPr>
            <a:spLocks noGrp="1"/>
          </p:cNvSpPr>
          <p:nvPr/>
        </p:nvSpPr>
        <p:spPr>
          <a:xfrm>
            <a:off x="11506200" y="643001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1200" i="0">
                <a:solidFill>
                  <a:srgbClr val="5555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</a:t>
            </a:r>
            <a:endParaRPr sz="1200"/>
          </a:p>
        </p:txBody>
      </p:sp>
      <p:sp>
        <p:nvSpPr>
          <p:cNvPr id="11" name="矩形 19"/>
          <p:cNvSpPr>
            <a:spLocks noGrp="1"/>
          </p:cNvSpPr>
          <p:nvPr/>
        </p:nvSpPr>
        <p:spPr>
          <a:xfrm>
            <a:off x="0" y="91440"/>
            <a:ext cx="3429000" cy="584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sz="3200" b="1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 </a:t>
            </a:r>
            <a:r>
              <a:rPr lang="zh-CN" altLang="en-US" sz="3200" b="1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公开数据</a:t>
            </a:r>
            <a:r>
              <a:rPr lang="zh-CN" altLang="en-US" sz="3200" b="1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集对齐</a:t>
            </a:r>
            <a:endParaRPr lang="zh-CN" altLang="en-US" sz="3200" b="1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2" name="Rectangle 7"/>
          <p:cNvSpPr>
            <a:spLocks noGrp="1"/>
          </p:cNvSpPr>
          <p:nvPr/>
        </p:nvSpPr>
        <p:spPr>
          <a:xfrm>
            <a:off x="9972040" y="467360"/>
            <a:ext cx="180340" cy="6350"/>
          </a:xfrm>
          <a:prstGeom prst="rect">
            <a:avLst/>
          </a:prstGeom>
          <a:solidFill>
            <a:srgbClr val="005A9F"/>
          </a:solidFill>
          <a:ln>
            <a:noFill/>
          </a:ln>
        </p:spPr>
      </p:sp>
      <p:sp>
        <p:nvSpPr>
          <p:cNvPr id="13" name="Freeform 8"/>
          <p:cNvSpPr>
            <a:spLocks noGrp="1"/>
          </p:cNvSpPr>
          <p:nvPr/>
        </p:nvSpPr>
        <p:spPr>
          <a:xfrm>
            <a:off x="9862820" y="238760"/>
            <a:ext cx="400050" cy="256540"/>
          </a:xfrm>
          <a:custGeom>
            <a:avLst/>
            <a:gdLst/>
            <a:ahLst/>
            <a:cxnLst/>
            <a:rect l="l" t="t" r="r" b="b"/>
            <a:pathLst>
              <a:path w="259" h="165">
                <a:moveTo>
                  <a:pt x="129" y="4"/>
                </a:moveTo>
                <a:cubicBezTo>
                  <a:pt x="198" y="4"/>
                  <a:pt x="255" y="39"/>
                  <a:pt x="255" y="83"/>
                </a:cubicBezTo>
                <a:cubicBezTo>
                  <a:pt x="255" y="126"/>
                  <a:pt x="198" y="161"/>
                  <a:pt x="129" y="161"/>
                </a:cubicBezTo>
                <a:cubicBezTo>
                  <a:pt x="61" y="161"/>
                  <a:pt x="4" y="126"/>
                  <a:pt x="4" y="83"/>
                </a:cubicBezTo>
                <a:cubicBezTo>
                  <a:pt x="4" y="39"/>
                  <a:pt x="61" y="4"/>
                  <a:pt x="129" y="4"/>
                </a:cubicBezTo>
                <a:close/>
                <a:moveTo>
                  <a:pt x="129" y="0"/>
                </a:moveTo>
                <a:cubicBezTo>
                  <a:pt x="201" y="0"/>
                  <a:pt x="259" y="37"/>
                  <a:pt x="259" y="83"/>
                </a:cubicBezTo>
                <a:cubicBezTo>
                  <a:pt x="259" y="128"/>
                  <a:pt x="201" y="165"/>
                  <a:pt x="129" y="165"/>
                </a:cubicBezTo>
                <a:cubicBezTo>
                  <a:pt x="58" y="165"/>
                  <a:pt x="0" y="128"/>
                  <a:pt x="0" y="83"/>
                </a:cubicBezTo>
                <a:cubicBezTo>
                  <a:pt x="0" y="37"/>
                  <a:pt x="58" y="0"/>
                  <a:pt x="129" y="0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4" name="Freeform 9"/>
          <p:cNvSpPr>
            <a:spLocks noGrp="1"/>
          </p:cNvSpPr>
          <p:nvPr/>
        </p:nvSpPr>
        <p:spPr>
          <a:xfrm>
            <a:off x="9899650" y="238760"/>
            <a:ext cx="326390" cy="256540"/>
          </a:xfrm>
          <a:custGeom>
            <a:avLst/>
            <a:gdLst/>
            <a:ahLst/>
            <a:cxnLst/>
            <a:rect l="l" t="t" r="r" b="b"/>
            <a:pathLst>
              <a:path w="211" h="165">
                <a:moveTo>
                  <a:pt x="105" y="4"/>
                </a:moveTo>
                <a:cubicBezTo>
                  <a:pt x="161" y="4"/>
                  <a:pt x="207" y="39"/>
                  <a:pt x="207" y="83"/>
                </a:cubicBezTo>
                <a:cubicBezTo>
                  <a:pt x="207" y="126"/>
                  <a:pt x="161" y="161"/>
                  <a:pt x="105" y="161"/>
                </a:cubicBezTo>
                <a:cubicBezTo>
                  <a:pt x="50" y="161"/>
                  <a:pt x="4" y="126"/>
                  <a:pt x="4" y="83"/>
                </a:cubicBezTo>
                <a:cubicBezTo>
                  <a:pt x="4" y="39"/>
                  <a:pt x="50" y="4"/>
                  <a:pt x="105" y="4"/>
                </a:cubicBezTo>
                <a:close/>
                <a:moveTo>
                  <a:pt x="105" y="0"/>
                </a:moveTo>
                <a:cubicBezTo>
                  <a:pt x="163" y="0"/>
                  <a:pt x="211" y="37"/>
                  <a:pt x="211" y="83"/>
                </a:cubicBezTo>
                <a:cubicBezTo>
                  <a:pt x="211" y="128"/>
                  <a:pt x="163" y="165"/>
                  <a:pt x="105" y="165"/>
                </a:cubicBezTo>
                <a:cubicBezTo>
                  <a:pt x="48" y="165"/>
                  <a:pt x="0" y="128"/>
                  <a:pt x="0" y="83"/>
                </a:cubicBezTo>
                <a:cubicBezTo>
                  <a:pt x="0" y="37"/>
                  <a:pt x="48" y="0"/>
                  <a:pt x="105" y="0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5" name="Freeform 10"/>
          <p:cNvSpPr>
            <a:spLocks noGrp="1"/>
          </p:cNvSpPr>
          <p:nvPr/>
        </p:nvSpPr>
        <p:spPr>
          <a:xfrm>
            <a:off x="9777730" y="157480"/>
            <a:ext cx="568960" cy="412750"/>
          </a:xfrm>
          <a:custGeom>
            <a:avLst/>
            <a:gdLst/>
            <a:ahLst/>
            <a:cxnLst/>
            <a:rect l="l" t="t" r="r" b="b"/>
            <a:pathLst>
              <a:path w="368" h="265">
                <a:moveTo>
                  <a:pt x="184" y="0"/>
                </a:moveTo>
                <a:cubicBezTo>
                  <a:pt x="286" y="0"/>
                  <a:pt x="368" y="60"/>
                  <a:pt x="368" y="133"/>
                </a:cubicBezTo>
                <a:cubicBezTo>
                  <a:pt x="368" y="206"/>
                  <a:pt x="286" y="265"/>
                  <a:pt x="184" y="265"/>
                </a:cubicBezTo>
                <a:cubicBezTo>
                  <a:pt x="83" y="265"/>
                  <a:pt x="0" y="206"/>
                  <a:pt x="0" y="133"/>
                </a:cubicBezTo>
                <a:cubicBezTo>
                  <a:pt x="0" y="60"/>
                  <a:pt x="83" y="0"/>
                  <a:pt x="184" y="0"/>
                </a:cubicBezTo>
                <a:close/>
                <a:moveTo>
                  <a:pt x="184" y="7"/>
                </a:moveTo>
                <a:cubicBezTo>
                  <a:pt x="280" y="7"/>
                  <a:pt x="359" y="64"/>
                  <a:pt x="359" y="133"/>
                </a:cubicBezTo>
                <a:cubicBezTo>
                  <a:pt x="359" y="202"/>
                  <a:pt x="280" y="258"/>
                  <a:pt x="184" y="258"/>
                </a:cubicBezTo>
                <a:cubicBezTo>
                  <a:pt x="88" y="258"/>
                  <a:pt x="9" y="202"/>
                  <a:pt x="9" y="133"/>
                </a:cubicBezTo>
                <a:cubicBezTo>
                  <a:pt x="9" y="64"/>
                  <a:pt x="88" y="7"/>
                  <a:pt x="184" y="7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6" name="Freeform 11"/>
          <p:cNvSpPr>
            <a:spLocks noGrp="1"/>
          </p:cNvSpPr>
          <p:nvPr/>
        </p:nvSpPr>
        <p:spPr>
          <a:xfrm>
            <a:off x="10007600" y="447040"/>
            <a:ext cx="107950" cy="17780"/>
          </a:xfrm>
          <a:custGeom>
            <a:avLst/>
            <a:gdLst/>
            <a:ahLst/>
            <a:cxnLst/>
            <a:rect l="l" t="t" r="r" b="b"/>
            <a:pathLst>
              <a:path w="70" h="11">
                <a:moveTo>
                  <a:pt x="0" y="0"/>
                </a:moveTo>
                <a:lnTo>
                  <a:pt x="1" y="0"/>
                </a:lnTo>
                <a:lnTo>
                  <a:pt x="2" y="6"/>
                </a:lnTo>
                <a:cubicBezTo>
                  <a:pt x="3" y="6"/>
                  <a:pt x="3" y="7"/>
                  <a:pt x="3" y="7"/>
                </a:cubicBezTo>
                <a:cubicBezTo>
                  <a:pt x="3" y="7"/>
                  <a:pt x="3" y="8"/>
                  <a:pt x="3" y="8"/>
                </a:cubicBezTo>
                <a:cubicBezTo>
                  <a:pt x="3" y="8"/>
                  <a:pt x="3" y="7"/>
                  <a:pt x="3" y="6"/>
                </a:cubicBezTo>
                <a:cubicBezTo>
                  <a:pt x="3" y="6"/>
                  <a:pt x="3" y="6"/>
                  <a:pt x="3" y="6"/>
                </a:cubicBezTo>
                <a:lnTo>
                  <a:pt x="4" y="0"/>
                </a:lnTo>
                <a:lnTo>
                  <a:pt x="5" y="0"/>
                </a:lnTo>
                <a:lnTo>
                  <a:pt x="7" y="6"/>
                </a:lnTo>
                <a:cubicBezTo>
                  <a:pt x="7" y="6"/>
                  <a:pt x="7" y="7"/>
                  <a:pt x="7" y="7"/>
                </a:cubicBezTo>
                <a:cubicBezTo>
                  <a:pt x="7" y="7"/>
                  <a:pt x="7" y="8"/>
                  <a:pt x="7" y="8"/>
                </a:cubicBezTo>
                <a:cubicBezTo>
                  <a:pt x="7" y="8"/>
                  <a:pt x="7" y="7"/>
                  <a:pt x="7" y="7"/>
                </a:cubicBezTo>
                <a:cubicBezTo>
                  <a:pt x="7" y="7"/>
                  <a:pt x="7" y="6"/>
                  <a:pt x="7" y="6"/>
                </a:cubicBezTo>
                <a:lnTo>
                  <a:pt x="8" y="0"/>
                </a:lnTo>
                <a:lnTo>
                  <a:pt x="10" y="0"/>
                </a:lnTo>
                <a:lnTo>
                  <a:pt x="7" y="10"/>
                </a:lnTo>
                <a:lnTo>
                  <a:pt x="6" y="10"/>
                </a:lnTo>
                <a:lnTo>
                  <a:pt x="5" y="5"/>
                </a:lnTo>
                <a:cubicBezTo>
                  <a:pt x="5" y="4"/>
                  <a:pt x="5" y="4"/>
                  <a:pt x="5" y="4"/>
                </a:cubicBezTo>
                <a:cubicBezTo>
                  <a:pt x="5" y="3"/>
                  <a:pt x="5" y="3"/>
                  <a:pt x="5" y="2"/>
                </a:cubicBezTo>
                <a:cubicBezTo>
                  <a:pt x="5" y="3"/>
                  <a:pt x="5" y="3"/>
                  <a:pt x="5" y="4"/>
                </a:cubicBezTo>
                <a:cubicBezTo>
                  <a:pt x="5" y="4"/>
                  <a:pt x="5" y="4"/>
                  <a:pt x="4" y="5"/>
                </a:cubicBezTo>
                <a:lnTo>
                  <a:pt x="3" y="10"/>
                </a:lnTo>
                <a:lnTo>
                  <a:pt x="2" y="10"/>
                </a:lnTo>
                <a:lnTo>
                  <a:pt x="0" y="0"/>
                </a:lnTo>
                <a:close/>
              </a:path>
              <a:path w="70" h="11">
                <a:moveTo>
                  <a:pt x="10" y="0"/>
                </a:moveTo>
                <a:lnTo>
                  <a:pt x="12" y="0"/>
                </a:lnTo>
                <a:lnTo>
                  <a:pt x="12" y="7"/>
                </a:lnTo>
                <a:cubicBezTo>
                  <a:pt x="12" y="8"/>
                  <a:pt x="12" y="8"/>
                  <a:pt x="12" y="9"/>
                </a:cubicBezTo>
                <a:cubicBezTo>
                  <a:pt x="12" y="9"/>
                  <a:pt x="13" y="9"/>
                  <a:pt x="13" y="9"/>
                </a:cubicBezTo>
                <a:cubicBezTo>
                  <a:pt x="14" y="9"/>
                  <a:pt x="14" y="9"/>
                  <a:pt x="15" y="9"/>
                </a:cubicBezTo>
                <a:cubicBezTo>
                  <a:pt x="15" y="8"/>
                  <a:pt x="15" y="8"/>
                  <a:pt x="15" y="7"/>
                </a:cubicBezTo>
                <a:lnTo>
                  <a:pt x="15" y="0"/>
                </a:lnTo>
                <a:lnTo>
                  <a:pt x="16" y="0"/>
                </a:lnTo>
                <a:lnTo>
                  <a:pt x="16" y="7"/>
                </a:lnTo>
                <a:cubicBezTo>
                  <a:pt x="16" y="8"/>
                  <a:pt x="16" y="9"/>
                  <a:pt x="15" y="10"/>
                </a:cubicBezTo>
                <a:cubicBezTo>
                  <a:pt x="15" y="10"/>
                  <a:pt x="14" y="11"/>
                  <a:pt x="13" y="11"/>
                </a:cubicBezTo>
                <a:cubicBezTo>
                  <a:pt x="12" y="11"/>
                  <a:pt x="12" y="10"/>
                  <a:pt x="11" y="10"/>
                </a:cubicBezTo>
                <a:cubicBezTo>
                  <a:pt x="11" y="9"/>
                  <a:pt x="10" y="8"/>
                  <a:pt x="10" y="7"/>
                </a:cubicBezTo>
                <a:lnTo>
                  <a:pt x="10" y="0"/>
                </a:lnTo>
                <a:close/>
              </a:path>
              <a:path w="70" h="11">
                <a:moveTo>
                  <a:pt x="18" y="0"/>
                </a:moveTo>
                <a:lnTo>
                  <a:pt x="19" y="0"/>
                </a:lnTo>
                <a:lnTo>
                  <a:pt x="19" y="4"/>
                </a:lnTo>
                <a:lnTo>
                  <a:pt x="22" y="4"/>
                </a:lnTo>
                <a:lnTo>
                  <a:pt x="22" y="0"/>
                </a:lnTo>
                <a:lnTo>
                  <a:pt x="23" y="0"/>
                </a:lnTo>
                <a:lnTo>
                  <a:pt x="23" y="10"/>
                </a:lnTo>
                <a:lnTo>
                  <a:pt x="22" y="10"/>
                </a:lnTo>
                <a:lnTo>
                  <a:pt x="22" y="6"/>
                </a:lnTo>
                <a:lnTo>
                  <a:pt x="19" y="6"/>
                </a:lnTo>
                <a:lnTo>
                  <a:pt x="19" y="10"/>
                </a:lnTo>
                <a:lnTo>
                  <a:pt x="18" y="10"/>
                </a:lnTo>
                <a:lnTo>
                  <a:pt x="18" y="0"/>
                </a:lnTo>
                <a:close/>
              </a:path>
              <a:path w="70" h="11">
                <a:moveTo>
                  <a:pt x="26" y="0"/>
                </a:moveTo>
                <a:lnTo>
                  <a:pt x="28" y="0"/>
                </a:lnTo>
                <a:lnTo>
                  <a:pt x="30" y="10"/>
                </a:lnTo>
                <a:lnTo>
                  <a:pt x="29" y="10"/>
                </a:lnTo>
                <a:lnTo>
                  <a:pt x="29" y="8"/>
                </a:lnTo>
                <a:lnTo>
                  <a:pt x="26" y="8"/>
                </a:lnTo>
                <a:lnTo>
                  <a:pt x="25" y="10"/>
                </a:lnTo>
                <a:lnTo>
                  <a:pt x="24" y="10"/>
                </a:lnTo>
                <a:lnTo>
                  <a:pt x="26" y="0"/>
                </a:lnTo>
                <a:close/>
                <a:moveTo>
                  <a:pt x="27" y="1"/>
                </a:moveTo>
                <a:lnTo>
                  <a:pt x="26" y="6"/>
                </a:lnTo>
                <a:lnTo>
                  <a:pt x="28" y="6"/>
                </a:lnTo>
                <a:lnTo>
                  <a:pt x="27" y="1"/>
                </a:lnTo>
                <a:close/>
              </a:path>
              <a:path w="70" h="11">
                <a:moveTo>
                  <a:pt x="31" y="0"/>
                </a:moveTo>
                <a:lnTo>
                  <a:pt x="32" y="0"/>
                </a:lnTo>
                <a:lnTo>
                  <a:pt x="35" y="6"/>
                </a:lnTo>
                <a:cubicBezTo>
                  <a:pt x="35" y="6"/>
                  <a:pt x="35" y="7"/>
                  <a:pt x="35" y="7"/>
                </a:cubicBezTo>
                <a:cubicBezTo>
                  <a:pt x="36" y="7"/>
                  <a:pt x="36" y="8"/>
                  <a:pt x="36" y="8"/>
                </a:cubicBezTo>
                <a:cubicBezTo>
                  <a:pt x="36" y="8"/>
                  <a:pt x="36" y="7"/>
                  <a:pt x="36" y="7"/>
                </a:cubicBezTo>
                <a:cubicBezTo>
                  <a:pt x="36" y="7"/>
                  <a:pt x="36" y="6"/>
                  <a:pt x="36" y="6"/>
                </a:cubicBezTo>
                <a:lnTo>
                  <a:pt x="36" y="0"/>
                </a:lnTo>
                <a:lnTo>
                  <a:pt x="37" y="0"/>
                </a:lnTo>
                <a:lnTo>
                  <a:pt x="37" y="10"/>
                </a:lnTo>
                <a:lnTo>
                  <a:pt x="36" y="10"/>
                </a:lnTo>
                <a:lnTo>
                  <a:pt x="33" y="4"/>
                </a:lnTo>
                <a:cubicBezTo>
                  <a:pt x="33" y="4"/>
                  <a:pt x="33" y="4"/>
                  <a:pt x="33" y="3"/>
                </a:cubicBezTo>
                <a:cubicBezTo>
                  <a:pt x="32" y="3"/>
                  <a:pt x="32" y="2"/>
                  <a:pt x="32" y="2"/>
                </a:cubicBezTo>
                <a:cubicBezTo>
                  <a:pt x="32" y="2"/>
                  <a:pt x="32" y="2"/>
                  <a:pt x="32" y="3"/>
                </a:cubicBezTo>
                <a:cubicBezTo>
                  <a:pt x="32" y="3"/>
                  <a:pt x="32" y="4"/>
                  <a:pt x="32" y="4"/>
                </a:cubicBezTo>
                <a:lnTo>
                  <a:pt x="32" y="10"/>
                </a:lnTo>
                <a:lnTo>
                  <a:pt x="31" y="10"/>
                </a:lnTo>
                <a:lnTo>
                  <a:pt x="31" y="0"/>
                </a:lnTo>
                <a:close/>
              </a:path>
              <a:path w="70" h="11">
                <a:moveTo>
                  <a:pt x="46" y="3"/>
                </a:moveTo>
                <a:lnTo>
                  <a:pt x="45" y="3"/>
                </a:lnTo>
                <a:cubicBezTo>
                  <a:pt x="45" y="3"/>
                  <a:pt x="45" y="2"/>
                  <a:pt x="44" y="2"/>
                </a:cubicBezTo>
                <a:cubicBezTo>
                  <a:pt x="44" y="1"/>
                  <a:pt x="44" y="1"/>
                  <a:pt x="43" y="1"/>
                </a:cubicBezTo>
                <a:cubicBezTo>
                  <a:pt x="43" y="1"/>
                  <a:pt x="42" y="2"/>
                  <a:pt x="42" y="2"/>
                </a:cubicBezTo>
                <a:cubicBezTo>
                  <a:pt x="42" y="3"/>
                  <a:pt x="42" y="4"/>
                  <a:pt x="42" y="5"/>
                </a:cubicBezTo>
                <a:cubicBezTo>
                  <a:pt x="42" y="7"/>
                  <a:pt x="42" y="8"/>
                  <a:pt x="42" y="8"/>
                </a:cubicBezTo>
                <a:cubicBezTo>
                  <a:pt x="42" y="9"/>
                  <a:pt x="43" y="9"/>
                  <a:pt x="43" y="9"/>
                </a:cubicBezTo>
                <a:cubicBezTo>
                  <a:pt x="44" y="9"/>
                  <a:pt x="44" y="9"/>
                  <a:pt x="45" y="9"/>
                </a:cubicBezTo>
                <a:cubicBezTo>
                  <a:pt x="45" y="8"/>
                  <a:pt x="45" y="8"/>
                  <a:pt x="45" y="7"/>
                </a:cubicBezTo>
                <a:lnTo>
                  <a:pt x="46" y="8"/>
                </a:lnTo>
                <a:cubicBezTo>
                  <a:pt x="46" y="9"/>
                  <a:pt x="46" y="9"/>
                  <a:pt x="45" y="10"/>
                </a:cubicBezTo>
                <a:cubicBezTo>
                  <a:pt x="45" y="10"/>
                  <a:pt x="44" y="11"/>
                  <a:pt x="43" y="11"/>
                </a:cubicBezTo>
                <a:cubicBezTo>
                  <a:pt x="42" y="11"/>
                  <a:pt x="42" y="10"/>
                  <a:pt x="41" y="9"/>
                </a:cubicBezTo>
                <a:cubicBezTo>
                  <a:pt x="41" y="8"/>
                  <a:pt x="40" y="7"/>
                  <a:pt x="40" y="5"/>
                </a:cubicBezTo>
                <a:cubicBezTo>
                  <a:pt x="40" y="4"/>
                  <a:pt x="41" y="2"/>
                  <a:pt x="41" y="1"/>
                </a:cubicBezTo>
                <a:cubicBezTo>
                  <a:pt x="42" y="0"/>
                  <a:pt x="43" y="0"/>
                  <a:pt x="43" y="0"/>
                </a:cubicBezTo>
                <a:cubicBezTo>
                  <a:pt x="44" y="0"/>
                  <a:pt x="45" y="0"/>
                  <a:pt x="45" y="1"/>
                </a:cubicBezTo>
                <a:cubicBezTo>
                  <a:pt x="46" y="1"/>
                  <a:pt x="46" y="2"/>
                  <a:pt x="46" y="3"/>
                </a:cubicBezTo>
                <a:close/>
              </a:path>
              <a:path w="70" h="11">
                <a:moveTo>
                  <a:pt x="47" y="0"/>
                </a:moveTo>
                <a:lnTo>
                  <a:pt x="48" y="0"/>
                </a:lnTo>
                <a:lnTo>
                  <a:pt x="48" y="4"/>
                </a:lnTo>
                <a:lnTo>
                  <a:pt x="52" y="4"/>
                </a:lnTo>
                <a:lnTo>
                  <a:pt x="52" y="0"/>
                </a:lnTo>
                <a:lnTo>
                  <a:pt x="53" y="0"/>
                </a:lnTo>
                <a:lnTo>
                  <a:pt x="53" y="10"/>
                </a:lnTo>
                <a:lnTo>
                  <a:pt x="52" y="10"/>
                </a:lnTo>
                <a:lnTo>
                  <a:pt x="52" y="6"/>
                </a:lnTo>
                <a:lnTo>
                  <a:pt x="48" y="6"/>
                </a:lnTo>
                <a:lnTo>
                  <a:pt x="48" y="10"/>
                </a:lnTo>
                <a:lnTo>
                  <a:pt x="47" y="10"/>
                </a:lnTo>
                <a:lnTo>
                  <a:pt x="47" y="0"/>
                </a:lnTo>
                <a:close/>
              </a:path>
              <a:path w="70" h="11">
                <a:moveTo>
                  <a:pt x="55" y="0"/>
                </a:moveTo>
                <a:lnTo>
                  <a:pt x="56" y="0"/>
                </a:lnTo>
                <a:lnTo>
                  <a:pt x="56" y="10"/>
                </a:lnTo>
                <a:lnTo>
                  <a:pt x="55" y="10"/>
                </a:lnTo>
                <a:lnTo>
                  <a:pt x="55" y="0"/>
                </a:lnTo>
                <a:close/>
              </a:path>
              <a:path w="70" h="11">
                <a:moveTo>
                  <a:pt x="57" y="0"/>
                </a:moveTo>
                <a:lnTo>
                  <a:pt x="59" y="0"/>
                </a:lnTo>
                <a:lnTo>
                  <a:pt x="61" y="6"/>
                </a:lnTo>
                <a:cubicBezTo>
                  <a:pt x="61" y="6"/>
                  <a:pt x="61" y="7"/>
                  <a:pt x="62" y="7"/>
                </a:cubicBezTo>
                <a:cubicBezTo>
                  <a:pt x="62" y="7"/>
                  <a:pt x="62" y="8"/>
                  <a:pt x="62" y="8"/>
                </a:cubicBezTo>
                <a:cubicBezTo>
                  <a:pt x="62" y="8"/>
                  <a:pt x="62" y="7"/>
                  <a:pt x="62" y="7"/>
                </a:cubicBezTo>
                <a:cubicBezTo>
                  <a:pt x="62" y="7"/>
                  <a:pt x="62" y="6"/>
                  <a:pt x="62" y="6"/>
                </a:cubicBezTo>
                <a:lnTo>
                  <a:pt x="62" y="0"/>
                </a:lnTo>
                <a:lnTo>
                  <a:pt x="63" y="0"/>
                </a:lnTo>
                <a:lnTo>
                  <a:pt x="63" y="10"/>
                </a:lnTo>
                <a:lnTo>
                  <a:pt x="62" y="10"/>
                </a:lnTo>
                <a:lnTo>
                  <a:pt x="59" y="4"/>
                </a:lnTo>
                <a:cubicBezTo>
                  <a:pt x="59" y="4"/>
                  <a:pt x="59" y="4"/>
                  <a:pt x="59" y="3"/>
                </a:cubicBezTo>
                <a:cubicBezTo>
                  <a:pt x="59" y="3"/>
                  <a:pt x="59" y="2"/>
                  <a:pt x="58" y="2"/>
                </a:cubicBezTo>
                <a:cubicBezTo>
                  <a:pt x="58" y="2"/>
                  <a:pt x="58" y="2"/>
                  <a:pt x="58" y="3"/>
                </a:cubicBezTo>
                <a:cubicBezTo>
                  <a:pt x="58" y="3"/>
                  <a:pt x="58" y="4"/>
                  <a:pt x="58" y="4"/>
                </a:cubicBezTo>
                <a:lnTo>
                  <a:pt x="58" y="10"/>
                </a:lnTo>
                <a:lnTo>
                  <a:pt x="57" y="10"/>
                </a:lnTo>
                <a:lnTo>
                  <a:pt x="57" y="0"/>
                </a:lnTo>
                <a:close/>
              </a:path>
              <a:path w="70" h="11">
                <a:moveTo>
                  <a:pt x="66" y="0"/>
                </a:moveTo>
                <a:lnTo>
                  <a:pt x="68" y="0"/>
                </a:lnTo>
                <a:lnTo>
                  <a:pt x="70" y="10"/>
                </a:lnTo>
                <a:lnTo>
                  <a:pt x="69" y="10"/>
                </a:lnTo>
                <a:lnTo>
                  <a:pt x="68" y="8"/>
                </a:lnTo>
                <a:lnTo>
                  <a:pt x="66" y="8"/>
                </a:lnTo>
                <a:lnTo>
                  <a:pt x="65" y="10"/>
                </a:lnTo>
                <a:lnTo>
                  <a:pt x="64" y="10"/>
                </a:lnTo>
                <a:lnTo>
                  <a:pt x="66" y="0"/>
                </a:lnTo>
                <a:close/>
                <a:moveTo>
                  <a:pt x="67" y="1"/>
                </a:moveTo>
                <a:lnTo>
                  <a:pt x="66" y="6"/>
                </a:lnTo>
                <a:lnTo>
                  <a:pt x="68" y="6"/>
                </a:lnTo>
                <a:lnTo>
                  <a:pt x="67" y="1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7" name="Freeform 12"/>
          <p:cNvSpPr>
            <a:spLocks noGrp="1"/>
          </p:cNvSpPr>
          <p:nvPr/>
        </p:nvSpPr>
        <p:spPr>
          <a:xfrm>
            <a:off x="9914890" y="411480"/>
            <a:ext cx="297180" cy="30480"/>
          </a:xfrm>
          <a:custGeom>
            <a:avLst/>
            <a:gdLst/>
            <a:ahLst/>
            <a:cxnLst/>
            <a:rect l="l" t="t" r="r" b="b"/>
            <a:pathLst>
              <a:path w="192" h="20">
                <a:moveTo>
                  <a:pt x="0" y="0"/>
                </a:moveTo>
                <a:lnTo>
                  <a:pt x="192" y="0"/>
                </a:lnTo>
                <a:cubicBezTo>
                  <a:pt x="189" y="7"/>
                  <a:pt x="184" y="13"/>
                  <a:pt x="177" y="20"/>
                </a:cubicBezTo>
                <a:lnTo>
                  <a:pt x="14" y="19"/>
                </a:lnTo>
                <a:cubicBezTo>
                  <a:pt x="7" y="15"/>
                  <a:pt x="3" y="8"/>
                  <a:pt x="0" y="0"/>
                </a:cubicBezTo>
                <a:close/>
                <a:moveTo>
                  <a:pt x="39" y="4"/>
                </a:moveTo>
                <a:cubicBezTo>
                  <a:pt x="39" y="4"/>
                  <a:pt x="39" y="5"/>
                  <a:pt x="38" y="5"/>
                </a:cubicBezTo>
                <a:cubicBezTo>
                  <a:pt x="38" y="5"/>
                  <a:pt x="38" y="5"/>
                  <a:pt x="38" y="6"/>
                </a:cubicBezTo>
                <a:cubicBezTo>
                  <a:pt x="38" y="7"/>
                  <a:pt x="38" y="7"/>
                  <a:pt x="38" y="8"/>
                </a:cubicBezTo>
                <a:cubicBezTo>
                  <a:pt x="38" y="8"/>
                  <a:pt x="38" y="9"/>
                  <a:pt x="38" y="9"/>
                </a:cubicBezTo>
                <a:cubicBezTo>
                  <a:pt x="38" y="10"/>
                  <a:pt x="38" y="11"/>
                  <a:pt x="38" y="12"/>
                </a:cubicBezTo>
                <a:lnTo>
                  <a:pt x="38" y="14"/>
                </a:lnTo>
                <a:cubicBezTo>
                  <a:pt x="38" y="15"/>
                  <a:pt x="38" y="16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7" y="17"/>
                </a:cubicBezTo>
                <a:cubicBezTo>
                  <a:pt x="37" y="17"/>
                  <a:pt x="36" y="17"/>
                  <a:pt x="36" y="17"/>
                </a:cubicBezTo>
                <a:cubicBezTo>
                  <a:pt x="35" y="16"/>
                  <a:pt x="35" y="16"/>
                  <a:pt x="35" y="16"/>
                </a:cubicBezTo>
                <a:cubicBezTo>
                  <a:pt x="34" y="16"/>
                  <a:pt x="34" y="16"/>
                  <a:pt x="34" y="16"/>
                </a:cubicBezTo>
                <a:cubicBezTo>
                  <a:pt x="34" y="16"/>
                  <a:pt x="34" y="15"/>
                  <a:pt x="34" y="15"/>
                </a:cubicBezTo>
                <a:cubicBezTo>
                  <a:pt x="34" y="15"/>
                  <a:pt x="34" y="15"/>
                  <a:pt x="34" y="15"/>
                </a:cubicBezTo>
                <a:cubicBezTo>
                  <a:pt x="35" y="15"/>
                  <a:pt x="35" y="15"/>
                  <a:pt x="36" y="15"/>
                </a:cubicBezTo>
                <a:cubicBezTo>
                  <a:pt x="36" y="15"/>
                  <a:pt x="36" y="15"/>
                  <a:pt x="36" y="15"/>
                </a:cubicBezTo>
                <a:cubicBezTo>
                  <a:pt x="37" y="15"/>
                  <a:pt x="37" y="15"/>
                  <a:pt x="37" y="15"/>
                </a:cubicBezTo>
                <a:cubicBezTo>
                  <a:pt x="37" y="15"/>
                  <a:pt x="37" y="15"/>
                  <a:pt x="37" y="14"/>
                </a:cubicBezTo>
                <a:cubicBezTo>
                  <a:pt x="37" y="14"/>
                  <a:pt x="37" y="13"/>
                  <a:pt x="37" y="12"/>
                </a:cubicBezTo>
                <a:cubicBezTo>
                  <a:pt x="36" y="11"/>
                  <a:pt x="36" y="10"/>
                  <a:pt x="36" y="8"/>
                </a:cubicBezTo>
                <a:lnTo>
                  <a:pt x="36" y="6"/>
                </a:lnTo>
                <a:cubicBezTo>
                  <a:pt x="36" y="5"/>
                  <a:pt x="36" y="5"/>
                  <a:pt x="36" y="5"/>
                </a:cubicBezTo>
                <a:cubicBezTo>
                  <a:pt x="35" y="5"/>
                  <a:pt x="35" y="5"/>
                  <a:pt x="35" y="5"/>
                </a:cubicBezTo>
                <a:cubicBezTo>
                  <a:pt x="34" y="5"/>
                  <a:pt x="34" y="5"/>
                  <a:pt x="34" y="6"/>
                </a:cubicBezTo>
                <a:cubicBezTo>
                  <a:pt x="34" y="6"/>
                  <a:pt x="34" y="6"/>
                  <a:pt x="34" y="6"/>
                </a:cubicBezTo>
                <a:cubicBezTo>
                  <a:pt x="34" y="7"/>
                  <a:pt x="34" y="7"/>
                  <a:pt x="34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6" y="7"/>
                  <a:pt x="36" y="7"/>
                  <a:pt x="36" y="7"/>
                </a:cubicBezTo>
                <a:cubicBezTo>
                  <a:pt x="36" y="7"/>
                  <a:pt x="36" y="7"/>
                  <a:pt x="35" y="7"/>
                </a:cubicBezTo>
                <a:cubicBezTo>
                  <a:pt x="35" y="7"/>
                  <a:pt x="35" y="8"/>
                  <a:pt x="35" y="8"/>
                </a:cubicBezTo>
                <a:cubicBezTo>
                  <a:pt x="34" y="8"/>
                  <a:pt x="34" y="8"/>
                  <a:pt x="34" y="8"/>
                </a:cubicBezTo>
                <a:cubicBezTo>
                  <a:pt x="34" y="8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5" y="9"/>
                  <a:pt x="35" y="9"/>
                </a:cubicBezTo>
                <a:cubicBezTo>
                  <a:pt x="35" y="9"/>
                  <a:pt x="35" y="9"/>
                  <a:pt x="35" y="9"/>
                </a:cubicBezTo>
                <a:cubicBezTo>
                  <a:pt x="36" y="9"/>
                  <a:pt x="36" y="9"/>
                  <a:pt x="36" y="9"/>
                </a:cubicBezTo>
                <a:cubicBezTo>
                  <a:pt x="36" y="9"/>
                  <a:pt x="36" y="10"/>
                  <a:pt x="36" y="10"/>
                </a:cubicBezTo>
                <a:cubicBezTo>
                  <a:pt x="36" y="10"/>
                  <a:pt x="36" y="10"/>
                  <a:pt x="36" y="10"/>
                </a:cubicBezTo>
                <a:cubicBezTo>
                  <a:pt x="36" y="10"/>
                  <a:pt x="35" y="10"/>
                  <a:pt x="35" y="11"/>
                </a:cubicBezTo>
                <a:cubicBezTo>
                  <a:pt x="35" y="11"/>
                  <a:pt x="35" y="11"/>
                  <a:pt x="34" y="11"/>
                </a:cubicBezTo>
                <a:cubicBezTo>
                  <a:pt x="34" y="11"/>
                  <a:pt x="33" y="12"/>
                  <a:pt x="33" y="12"/>
                </a:cubicBezTo>
                <a:cubicBezTo>
                  <a:pt x="33" y="12"/>
                  <a:pt x="33" y="12"/>
                  <a:pt x="33" y="12"/>
                </a:cubicBezTo>
                <a:cubicBezTo>
                  <a:pt x="32" y="13"/>
                  <a:pt x="32" y="14"/>
                  <a:pt x="32" y="14"/>
                </a:cubicBezTo>
                <a:cubicBezTo>
                  <a:pt x="32" y="14"/>
                  <a:pt x="32" y="15"/>
                  <a:pt x="32" y="15"/>
                </a:cubicBezTo>
                <a:cubicBezTo>
                  <a:pt x="32" y="15"/>
                  <a:pt x="32" y="15"/>
                  <a:pt x="32" y="15"/>
                </a:cubicBezTo>
                <a:cubicBezTo>
                  <a:pt x="32" y="15"/>
                  <a:pt x="32" y="16"/>
                  <a:pt x="31" y="16"/>
                </a:cubicBezTo>
                <a:cubicBezTo>
                  <a:pt x="31" y="16"/>
                  <a:pt x="31" y="16"/>
                  <a:pt x="30" y="16"/>
                </a:cubicBezTo>
                <a:cubicBezTo>
                  <a:pt x="30" y="16"/>
                  <a:pt x="30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30" y="15"/>
                  <a:pt x="30" y="15"/>
                  <a:pt x="31" y="15"/>
                </a:cubicBezTo>
                <a:cubicBezTo>
                  <a:pt x="31" y="15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0" y="14"/>
                  <a:pt x="29" y="13"/>
                  <a:pt x="29" y="13"/>
                </a:cubicBezTo>
                <a:cubicBezTo>
                  <a:pt x="28" y="13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9" y="13"/>
                  <a:pt x="29" y="13"/>
                  <a:pt x="30" y="13"/>
                </a:cubicBezTo>
                <a:cubicBezTo>
                  <a:pt x="30" y="13"/>
                  <a:pt x="30" y="13"/>
                  <a:pt x="30" y="12"/>
                </a:cubicBezTo>
                <a:lnTo>
                  <a:pt x="30" y="11"/>
                </a:lnTo>
                <a:cubicBezTo>
                  <a:pt x="30" y="11"/>
                  <a:pt x="30" y="11"/>
                  <a:pt x="30" y="11"/>
                </a:cubicBezTo>
                <a:cubicBezTo>
                  <a:pt x="30" y="11"/>
                  <a:pt x="30" y="11"/>
                  <a:pt x="29" y="11"/>
                </a:cubicBezTo>
                <a:cubicBezTo>
                  <a:pt x="29" y="11"/>
                  <a:pt x="29" y="12"/>
                  <a:pt x="28" y="12"/>
                </a:cubicBezTo>
                <a:cubicBezTo>
                  <a:pt x="28" y="12"/>
                  <a:pt x="28" y="13"/>
                  <a:pt x="27" y="13"/>
                </a:cubicBezTo>
                <a:cubicBezTo>
                  <a:pt x="27" y="14"/>
                  <a:pt x="26" y="14"/>
                  <a:pt x="26" y="14"/>
                </a:cubicBezTo>
                <a:cubicBezTo>
                  <a:pt x="26" y="14"/>
                  <a:pt x="26" y="14"/>
                  <a:pt x="26" y="14"/>
                </a:cubicBezTo>
                <a:cubicBezTo>
                  <a:pt x="26" y="14"/>
                  <a:pt x="25" y="14"/>
                  <a:pt x="25" y="14"/>
                </a:cubicBezTo>
                <a:cubicBezTo>
                  <a:pt x="25" y="14"/>
                  <a:pt x="25" y="13"/>
                  <a:pt x="25" y="13"/>
                </a:cubicBezTo>
                <a:cubicBezTo>
                  <a:pt x="25" y="13"/>
                  <a:pt x="25" y="13"/>
                  <a:pt x="25" y="13"/>
                </a:cubicBezTo>
                <a:cubicBezTo>
                  <a:pt x="25" y="13"/>
                  <a:pt x="26" y="13"/>
                  <a:pt x="26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12"/>
                  <a:pt x="27" y="12"/>
                  <a:pt x="27" y="11"/>
                </a:cubicBezTo>
                <a:cubicBezTo>
                  <a:pt x="26" y="10"/>
                  <a:pt x="26" y="9"/>
                  <a:pt x="26" y="9"/>
                </a:cubicBezTo>
                <a:lnTo>
                  <a:pt x="26" y="7"/>
                </a:lnTo>
                <a:lnTo>
                  <a:pt x="26" y="6"/>
                </a:lnTo>
                <a:cubicBezTo>
                  <a:pt x="26" y="6"/>
                  <a:pt x="27" y="6"/>
                  <a:pt x="27" y="6"/>
                </a:cubicBezTo>
                <a:cubicBezTo>
                  <a:pt x="27" y="6"/>
                  <a:pt x="27" y="5"/>
                  <a:pt x="28" y="5"/>
                </a:cubicBezTo>
                <a:cubicBezTo>
                  <a:pt x="28" y="5"/>
                  <a:pt x="28" y="5"/>
                  <a:pt x="29" y="5"/>
                </a:cubicBezTo>
                <a:cubicBezTo>
                  <a:pt x="30" y="5"/>
                  <a:pt x="30" y="5"/>
                  <a:pt x="30" y="5"/>
                </a:cubicBezTo>
                <a:cubicBezTo>
                  <a:pt x="31" y="5"/>
                  <a:pt x="31" y="5"/>
                  <a:pt x="31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6"/>
                  <a:pt x="32" y="6"/>
                  <a:pt x="31" y="6"/>
                </a:cubicBezTo>
                <a:cubicBezTo>
                  <a:pt x="31" y="6"/>
                  <a:pt x="31" y="7"/>
                  <a:pt x="31" y="7"/>
                </a:cubicBezTo>
                <a:cubicBezTo>
                  <a:pt x="31" y="7"/>
                  <a:pt x="31" y="8"/>
                  <a:pt x="31" y="8"/>
                </a:cubicBezTo>
                <a:cubicBezTo>
                  <a:pt x="31" y="8"/>
                  <a:pt x="31" y="9"/>
                  <a:pt x="31" y="10"/>
                </a:cubicBezTo>
                <a:cubicBezTo>
                  <a:pt x="31" y="11"/>
                  <a:pt x="31" y="11"/>
                  <a:pt x="31" y="11"/>
                </a:cubicBezTo>
                <a:cubicBezTo>
                  <a:pt x="31" y="12"/>
                  <a:pt x="31" y="12"/>
                  <a:pt x="31" y="12"/>
                </a:cubicBezTo>
                <a:cubicBezTo>
                  <a:pt x="31" y="13"/>
                  <a:pt x="31" y="13"/>
                  <a:pt x="31" y="13"/>
                </a:cubicBezTo>
                <a:cubicBezTo>
                  <a:pt x="31" y="13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2" y="13"/>
                  <a:pt x="32" y="12"/>
                </a:cubicBezTo>
                <a:cubicBezTo>
                  <a:pt x="32" y="12"/>
                  <a:pt x="32" y="11"/>
                  <a:pt x="33" y="10"/>
                </a:cubicBezTo>
                <a:cubicBezTo>
                  <a:pt x="33" y="8"/>
                  <a:pt x="33" y="6"/>
                  <a:pt x="33" y="6"/>
                </a:cubicBezTo>
                <a:cubicBezTo>
                  <a:pt x="33" y="5"/>
                  <a:pt x="33" y="5"/>
                  <a:pt x="33" y="5"/>
                </a:cubicBezTo>
                <a:cubicBezTo>
                  <a:pt x="33" y="5"/>
                  <a:pt x="33" y="4"/>
                  <a:pt x="34" y="4"/>
                </a:cubicBezTo>
                <a:cubicBezTo>
                  <a:pt x="34" y="4"/>
                  <a:pt x="34" y="4"/>
                  <a:pt x="34" y="4"/>
                </a:cubicBezTo>
                <a:cubicBezTo>
                  <a:pt x="35" y="4"/>
                  <a:pt x="35" y="4"/>
                  <a:pt x="35" y="4"/>
                </a:cubicBezTo>
                <a:cubicBezTo>
                  <a:pt x="35" y="4"/>
                  <a:pt x="36" y="4"/>
                  <a:pt x="36" y="4"/>
                </a:cubicBezTo>
                <a:cubicBezTo>
                  <a:pt x="36" y="4"/>
                  <a:pt x="37" y="4"/>
                  <a:pt x="37" y="4"/>
                </a:cubicBezTo>
                <a:cubicBezTo>
                  <a:pt x="37" y="4"/>
                  <a:pt x="37" y="4"/>
                  <a:pt x="3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39" y="4"/>
                  <a:pt x="39" y="4"/>
                  <a:pt x="39" y="4"/>
                </a:cubicBezTo>
                <a:close/>
                <a:moveTo>
                  <a:pt x="52" y="6"/>
                </a:moveTo>
                <a:cubicBezTo>
                  <a:pt x="52" y="6"/>
                  <a:pt x="53" y="6"/>
                  <a:pt x="53" y="6"/>
                </a:cubicBezTo>
                <a:cubicBezTo>
                  <a:pt x="53" y="6"/>
                  <a:pt x="54" y="6"/>
                  <a:pt x="54" y="6"/>
                </a:cubicBezTo>
                <a:cubicBezTo>
                  <a:pt x="54" y="7"/>
                  <a:pt x="55" y="7"/>
                  <a:pt x="55" y="7"/>
                </a:cubicBezTo>
                <a:cubicBezTo>
                  <a:pt x="55" y="7"/>
                  <a:pt x="55" y="7"/>
                  <a:pt x="55" y="7"/>
                </a:cubicBezTo>
                <a:cubicBezTo>
                  <a:pt x="55" y="7"/>
                  <a:pt x="55" y="7"/>
                  <a:pt x="54" y="7"/>
                </a:cubicBezTo>
                <a:cubicBezTo>
                  <a:pt x="54" y="8"/>
                  <a:pt x="54" y="8"/>
                  <a:pt x="54" y="8"/>
                </a:cubicBezTo>
                <a:cubicBezTo>
                  <a:pt x="54" y="9"/>
                  <a:pt x="54" y="9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2" y="10"/>
                  <a:pt x="52" y="10"/>
                  <a:pt x="52" y="10"/>
                </a:cubicBezTo>
                <a:cubicBezTo>
                  <a:pt x="52" y="10"/>
                  <a:pt x="51" y="10"/>
                  <a:pt x="51" y="10"/>
                </a:cubicBezTo>
                <a:cubicBezTo>
                  <a:pt x="51" y="10"/>
                  <a:pt x="51" y="10"/>
                  <a:pt x="50" y="10"/>
                </a:cubicBezTo>
                <a:cubicBezTo>
                  <a:pt x="50" y="10"/>
                  <a:pt x="49" y="10"/>
                  <a:pt x="49" y="10"/>
                </a:cubicBezTo>
                <a:cubicBezTo>
                  <a:pt x="49" y="11"/>
                  <a:pt x="48" y="11"/>
                  <a:pt x="48" y="11"/>
                </a:cubicBezTo>
                <a:cubicBezTo>
                  <a:pt x="48" y="11"/>
                  <a:pt x="48" y="10"/>
                  <a:pt x="48" y="10"/>
                </a:cubicBezTo>
                <a:cubicBezTo>
                  <a:pt x="47" y="10"/>
                  <a:pt x="47" y="9"/>
                  <a:pt x="47" y="9"/>
                </a:cubicBezTo>
                <a:cubicBezTo>
                  <a:pt x="46" y="8"/>
                  <a:pt x="46" y="8"/>
                  <a:pt x="46" y="8"/>
                </a:cubicBezTo>
                <a:cubicBezTo>
                  <a:pt x="46" y="8"/>
                  <a:pt x="46" y="7"/>
                  <a:pt x="47" y="7"/>
                </a:cubicBezTo>
                <a:cubicBezTo>
                  <a:pt x="47" y="7"/>
                  <a:pt x="47" y="7"/>
                  <a:pt x="48" y="7"/>
                </a:cubicBezTo>
                <a:cubicBezTo>
                  <a:pt x="49" y="7"/>
                  <a:pt x="49" y="7"/>
                  <a:pt x="49" y="6"/>
                </a:cubicBezTo>
                <a:cubicBezTo>
                  <a:pt x="49" y="6"/>
                  <a:pt x="49" y="6"/>
                  <a:pt x="49" y="6"/>
                </a:cubicBezTo>
                <a:cubicBezTo>
                  <a:pt x="48" y="6"/>
                  <a:pt x="48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6" y="6"/>
                  <a:pt x="46" y="5"/>
                  <a:pt x="46" y="5"/>
                </a:cubicBezTo>
                <a:cubicBezTo>
                  <a:pt x="46" y="5"/>
                  <a:pt x="46" y="5"/>
                  <a:pt x="47" y="5"/>
                </a:cubicBezTo>
                <a:cubicBezTo>
                  <a:pt x="47" y="5"/>
                  <a:pt x="47" y="5"/>
                  <a:pt x="47" y="5"/>
                </a:cubicBezTo>
                <a:cubicBezTo>
                  <a:pt x="48" y="5"/>
                  <a:pt x="49" y="5"/>
                  <a:pt x="49" y="4"/>
                </a:cubicBezTo>
                <a:cubicBezTo>
                  <a:pt x="49" y="4"/>
                  <a:pt x="49" y="4"/>
                  <a:pt x="49" y="3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1" y="2"/>
                  <a:pt x="51" y="2"/>
                  <a:pt x="51" y="2"/>
                </a:cubicBezTo>
                <a:cubicBezTo>
                  <a:pt x="51" y="2"/>
                  <a:pt x="51" y="2"/>
                  <a:pt x="51" y="3"/>
                </a:cubicBezTo>
                <a:cubicBezTo>
                  <a:pt x="50" y="3"/>
                  <a:pt x="50" y="3"/>
                  <a:pt x="50" y="4"/>
                </a:cubicBezTo>
                <a:cubicBezTo>
                  <a:pt x="50" y="4"/>
                  <a:pt x="51" y="4"/>
                  <a:pt x="51" y="4"/>
                </a:cubicBezTo>
                <a:cubicBezTo>
                  <a:pt x="51" y="4"/>
                  <a:pt x="51" y="4"/>
                  <a:pt x="52" y="4"/>
                </a:cubicBezTo>
                <a:cubicBezTo>
                  <a:pt x="52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4" y="4"/>
                  <a:pt x="54" y="5"/>
                  <a:pt x="54" y="5"/>
                </a:cubicBezTo>
                <a:cubicBezTo>
                  <a:pt x="54" y="5"/>
                  <a:pt x="54" y="5"/>
                  <a:pt x="54" y="5"/>
                </a:cubicBezTo>
                <a:cubicBezTo>
                  <a:pt x="53" y="5"/>
                  <a:pt x="53" y="5"/>
                  <a:pt x="53" y="5"/>
                </a:cubicBezTo>
                <a:cubicBezTo>
                  <a:pt x="53" y="5"/>
                  <a:pt x="53" y="5"/>
                  <a:pt x="52" y="5"/>
                </a:cubicBezTo>
                <a:cubicBezTo>
                  <a:pt x="52" y="5"/>
                  <a:pt x="51" y="5"/>
                  <a:pt x="51" y="5"/>
                </a:cubicBezTo>
                <a:lnTo>
                  <a:pt x="50" y="6"/>
                </a:lnTo>
                <a:cubicBezTo>
                  <a:pt x="50" y="6"/>
                  <a:pt x="50" y="6"/>
                  <a:pt x="50" y="6"/>
                </a:cubicBezTo>
                <a:cubicBezTo>
                  <a:pt x="50" y="6"/>
                  <a:pt x="50" y="6"/>
                  <a:pt x="51" y="6"/>
                </a:cubicBezTo>
                <a:cubicBezTo>
                  <a:pt x="51" y="6"/>
                  <a:pt x="51" y="6"/>
                  <a:pt x="52" y="6"/>
                </a:cubicBezTo>
                <a:close/>
                <a:moveTo>
                  <a:pt x="45" y="3"/>
                </a:moveTo>
                <a:cubicBezTo>
                  <a:pt x="45" y="3"/>
                  <a:pt x="45" y="3"/>
                  <a:pt x="46" y="4"/>
                </a:cubicBezTo>
                <a:cubicBezTo>
                  <a:pt x="46" y="4"/>
                  <a:pt x="46" y="4"/>
                  <a:pt x="46" y="4"/>
                </a:cubicBezTo>
                <a:cubicBezTo>
                  <a:pt x="46" y="4"/>
                  <a:pt x="46" y="5"/>
                  <a:pt x="45" y="5"/>
                </a:cubicBezTo>
                <a:cubicBezTo>
                  <a:pt x="45" y="6"/>
                  <a:pt x="44" y="6"/>
                  <a:pt x="44" y="6"/>
                </a:cubicBezTo>
                <a:cubicBezTo>
                  <a:pt x="44" y="7"/>
                  <a:pt x="44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6"/>
                  <a:pt x="43" y="6"/>
                </a:cubicBezTo>
                <a:cubicBezTo>
                  <a:pt x="43" y="6"/>
                  <a:pt x="44" y="5"/>
                  <a:pt x="44" y="4"/>
                </a:cubicBezTo>
                <a:cubicBezTo>
                  <a:pt x="44" y="4"/>
                  <a:pt x="45" y="3"/>
                  <a:pt x="45" y="3"/>
                </a:cubicBezTo>
                <a:cubicBezTo>
                  <a:pt x="45" y="3"/>
                  <a:pt x="45" y="3"/>
                  <a:pt x="45" y="3"/>
                </a:cubicBezTo>
                <a:close/>
                <a:moveTo>
                  <a:pt x="45" y="6"/>
                </a:moveTo>
                <a:cubicBezTo>
                  <a:pt x="45" y="6"/>
                  <a:pt x="45" y="6"/>
                  <a:pt x="46" y="7"/>
                </a:cubicBezTo>
                <a:cubicBezTo>
                  <a:pt x="46" y="7"/>
                  <a:pt x="46" y="7"/>
                  <a:pt x="46" y="7"/>
                </a:cubicBezTo>
                <a:cubicBezTo>
                  <a:pt x="46" y="7"/>
                  <a:pt x="46" y="8"/>
                  <a:pt x="45" y="8"/>
                </a:cubicBezTo>
                <a:cubicBezTo>
                  <a:pt x="45" y="9"/>
                  <a:pt x="44" y="9"/>
                  <a:pt x="44" y="9"/>
                </a:cubicBezTo>
                <a:cubicBezTo>
                  <a:pt x="44" y="9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5" y="10"/>
                  <a:pt x="45" y="11"/>
                  <a:pt x="45" y="11"/>
                </a:cubicBezTo>
                <a:cubicBezTo>
                  <a:pt x="45" y="11"/>
                  <a:pt x="45" y="11"/>
                  <a:pt x="45" y="11"/>
                </a:cubicBezTo>
                <a:cubicBezTo>
                  <a:pt x="45" y="11"/>
                  <a:pt x="45" y="11"/>
                  <a:pt x="45" y="12"/>
                </a:cubicBezTo>
                <a:cubicBezTo>
                  <a:pt x="45" y="12"/>
                  <a:pt x="45" y="12"/>
                  <a:pt x="45" y="13"/>
                </a:cubicBezTo>
                <a:cubicBezTo>
                  <a:pt x="45" y="14"/>
                  <a:pt x="45" y="14"/>
                  <a:pt x="45" y="14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6"/>
                  <a:pt x="45" y="16"/>
                </a:cubicBezTo>
                <a:cubicBezTo>
                  <a:pt x="45" y="16"/>
                  <a:pt x="45" y="16"/>
                  <a:pt x="44" y="16"/>
                </a:cubicBezTo>
                <a:cubicBezTo>
                  <a:pt x="44" y="16"/>
                  <a:pt x="44" y="16"/>
                  <a:pt x="44" y="16"/>
                </a:cubicBezTo>
                <a:cubicBezTo>
                  <a:pt x="44" y="16"/>
                  <a:pt x="44" y="15"/>
                  <a:pt x="44" y="14"/>
                </a:cubicBezTo>
                <a:cubicBezTo>
                  <a:pt x="44" y="14"/>
                  <a:pt x="44" y="13"/>
                  <a:pt x="44" y="13"/>
                </a:cubicBezTo>
                <a:cubicBezTo>
                  <a:pt x="44" y="13"/>
                  <a:pt x="44" y="13"/>
                  <a:pt x="44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12"/>
                  <a:pt x="44" y="12"/>
                  <a:pt x="43" y="12"/>
                </a:cubicBezTo>
                <a:cubicBezTo>
                  <a:pt x="43" y="12"/>
                  <a:pt x="43" y="12"/>
                  <a:pt x="43" y="12"/>
                </a:cubicBezTo>
                <a:cubicBezTo>
                  <a:pt x="43" y="12"/>
                  <a:pt x="42" y="12"/>
                  <a:pt x="42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2"/>
                  <a:pt x="41" y="12"/>
                </a:cubicBezTo>
                <a:cubicBezTo>
                  <a:pt x="41" y="12"/>
                  <a:pt x="41" y="11"/>
                  <a:pt x="42" y="11"/>
                </a:cubicBezTo>
                <a:cubicBezTo>
                  <a:pt x="43" y="10"/>
                  <a:pt x="43" y="10"/>
                  <a:pt x="43" y="9"/>
                </a:cubicBezTo>
                <a:cubicBezTo>
                  <a:pt x="43" y="9"/>
                  <a:pt x="44" y="8"/>
                  <a:pt x="44" y="8"/>
                </a:cubicBezTo>
                <a:cubicBezTo>
                  <a:pt x="44" y="7"/>
                  <a:pt x="45" y="7"/>
                  <a:pt x="45" y="7"/>
                </a:cubicBezTo>
                <a:cubicBezTo>
                  <a:pt x="45" y="6"/>
                  <a:pt x="45" y="6"/>
                  <a:pt x="45" y="6"/>
                </a:cubicBezTo>
                <a:close/>
                <a:moveTo>
                  <a:pt x="52" y="12"/>
                </a:moveTo>
                <a:cubicBezTo>
                  <a:pt x="52" y="12"/>
                  <a:pt x="52" y="12"/>
                  <a:pt x="52" y="12"/>
                </a:cubicBezTo>
                <a:cubicBezTo>
                  <a:pt x="53" y="13"/>
                  <a:pt x="54" y="14"/>
                  <a:pt x="54" y="14"/>
                </a:cubicBezTo>
                <a:cubicBezTo>
                  <a:pt x="55" y="15"/>
                  <a:pt x="55" y="16"/>
                  <a:pt x="55" y="16"/>
                </a:cubicBezTo>
                <a:cubicBezTo>
                  <a:pt x="55" y="16"/>
                  <a:pt x="55" y="16"/>
                  <a:pt x="55" y="16"/>
                </a:cubicBezTo>
                <a:cubicBezTo>
                  <a:pt x="55" y="16"/>
                  <a:pt x="55" y="16"/>
                  <a:pt x="54" y="16"/>
                </a:cubicBezTo>
                <a:cubicBezTo>
                  <a:pt x="54" y="16"/>
                  <a:pt x="54" y="16"/>
                  <a:pt x="53" y="16"/>
                </a:cubicBezTo>
                <a:cubicBezTo>
                  <a:pt x="53" y="16"/>
                  <a:pt x="52" y="16"/>
                  <a:pt x="52" y="16"/>
                </a:cubicBezTo>
                <a:cubicBezTo>
                  <a:pt x="52" y="16"/>
                  <a:pt x="51" y="16"/>
                  <a:pt x="51" y="16"/>
                </a:cubicBezTo>
                <a:lnTo>
                  <a:pt x="50" y="16"/>
                </a:lnTo>
                <a:cubicBezTo>
                  <a:pt x="50" y="16"/>
                  <a:pt x="50" y="16"/>
                  <a:pt x="50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5"/>
                  <a:pt x="48" y="15"/>
                  <a:pt x="48" y="15"/>
                </a:cubicBezTo>
                <a:cubicBezTo>
                  <a:pt x="48" y="15"/>
                  <a:pt x="48" y="14"/>
                  <a:pt x="48" y="14"/>
                </a:cubicBezTo>
                <a:cubicBezTo>
                  <a:pt x="48" y="14"/>
                  <a:pt x="48" y="13"/>
                  <a:pt x="48" y="13"/>
                </a:cubicBezTo>
                <a:cubicBezTo>
                  <a:pt x="48" y="13"/>
                  <a:pt x="48" y="13"/>
                  <a:pt x="48" y="13"/>
                </a:cubicBezTo>
                <a:cubicBezTo>
                  <a:pt x="48" y="13"/>
                  <a:pt x="47" y="13"/>
                  <a:pt x="47" y="14"/>
                </a:cubicBezTo>
                <a:cubicBezTo>
                  <a:pt x="47" y="14"/>
                  <a:pt x="47" y="15"/>
                  <a:pt x="47" y="15"/>
                </a:cubicBezTo>
                <a:cubicBezTo>
                  <a:pt x="47" y="15"/>
                  <a:pt x="47" y="15"/>
                  <a:pt x="47" y="15"/>
                </a:cubicBezTo>
                <a:cubicBezTo>
                  <a:pt x="46" y="15"/>
                  <a:pt x="46" y="15"/>
                  <a:pt x="46" y="15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4"/>
                  <a:pt x="46" y="14"/>
                </a:cubicBezTo>
                <a:cubicBezTo>
                  <a:pt x="46" y="13"/>
                  <a:pt x="46" y="13"/>
                  <a:pt x="47" y="13"/>
                </a:cubicBezTo>
                <a:cubicBezTo>
                  <a:pt x="47" y="13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1"/>
                  <a:pt x="47" y="11"/>
                  <a:pt x="47" y="11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11"/>
                  <a:pt x="49" y="11"/>
                  <a:pt x="49" y="11"/>
                </a:cubicBezTo>
                <a:cubicBezTo>
                  <a:pt x="49" y="11"/>
                  <a:pt x="50" y="11"/>
                  <a:pt x="50" y="11"/>
                </a:cubicBezTo>
                <a:cubicBezTo>
                  <a:pt x="50" y="11"/>
                  <a:pt x="50" y="11"/>
                  <a:pt x="50" y="11"/>
                </a:cubicBezTo>
                <a:cubicBezTo>
                  <a:pt x="51" y="11"/>
                  <a:pt x="51" y="11"/>
                  <a:pt x="51" y="11"/>
                </a:cubicBezTo>
                <a:cubicBezTo>
                  <a:pt x="51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2"/>
                  <a:pt x="52" y="12"/>
                </a:cubicBezTo>
                <a:cubicBezTo>
                  <a:pt x="52" y="12"/>
                  <a:pt x="52" y="12"/>
                  <a:pt x="52" y="12"/>
                </a:cubicBezTo>
                <a:close/>
                <a:moveTo>
                  <a:pt x="57" y="13"/>
                </a:moveTo>
                <a:cubicBezTo>
                  <a:pt x="57" y="13"/>
                  <a:pt x="57" y="13"/>
                  <a:pt x="57" y="14"/>
                </a:cubicBezTo>
                <a:cubicBezTo>
                  <a:pt x="57" y="14"/>
                  <a:pt x="57" y="14"/>
                  <a:pt x="57" y="14"/>
                </a:cubicBezTo>
                <a:cubicBezTo>
                  <a:pt x="56" y="14"/>
                  <a:pt x="56" y="14"/>
                  <a:pt x="55" y="13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5" y="12"/>
                  <a:pt x="55" y="12"/>
                  <a:pt x="56" y="12"/>
                </a:cubicBezTo>
                <a:cubicBezTo>
                  <a:pt x="56" y="12"/>
                  <a:pt x="56" y="12"/>
                  <a:pt x="56" y="12"/>
                </a:cubicBezTo>
                <a:cubicBezTo>
                  <a:pt x="56" y="12"/>
                  <a:pt x="57" y="12"/>
                  <a:pt x="57" y="12"/>
                </a:cubicBezTo>
                <a:cubicBezTo>
                  <a:pt x="57" y="12"/>
                  <a:pt x="57" y="12"/>
                  <a:pt x="57" y="13"/>
                </a:cubicBezTo>
                <a:cubicBezTo>
                  <a:pt x="57" y="13"/>
                  <a:pt x="57" y="13"/>
                  <a:pt x="57" y="13"/>
                </a:cubicBezTo>
                <a:close/>
                <a:moveTo>
                  <a:pt x="71" y="5"/>
                </a:move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6"/>
                  <a:pt x="71" y="6"/>
                </a:cubicBezTo>
                <a:cubicBezTo>
                  <a:pt x="70" y="6"/>
                  <a:pt x="70" y="6"/>
                  <a:pt x="70" y="7"/>
                </a:cubicBezTo>
                <a:cubicBezTo>
                  <a:pt x="70" y="7"/>
                  <a:pt x="70" y="7"/>
                  <a:pt x="70" y="8"/>
                </a:cubicBezTo>
                <a:cubicBezTo>
                  <a:pt x="70" y="8"/>
                  <a:pt x="70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8"/>
                  <a:pt x="68" y="8"/>
                </a:cubicBezTo>
                <a:cubicBezTo>
                  <a:pt x="68" y="8"/>
                  <a:pt x="68" y="8"/>
                  <a:pt x="68" y="8"/>
                </a:cubicBezTo>
                <a:cubicBezTo>
                  <a:pt x="68" y="8"/>
                  <a:pt x="67" y="8"/>
                  <a:pt x="66" y="9"/>
                </a:cubicBezTo>
                <a:cubicBezTo>
                  <a:pt x="66" y="9"/>
                  <a:pt x="65" y="9"/>
                  <a:pt x="65" y="9"/>
                </a:cubicBezTo>
                <a:cubicBezTo>
                  <a:pt x="65" y="9"/>
                  <a:pt x="65" y="9"/>
                  <a:pt x="65" y="9"/>
                </a:cubicBezTo>
                <a:cubicBezTo>
                  <a:pt x="65" y="9"/>
                  <a:pt x="65" y="9"/>
                  <a:pt x="64" y="9"/>
                </a:cubicBezTo>
                <a:cubicBezTo>
                  <a:pt x="64" y="8"/>
                  <a:pt x="64" y="8"/>
                  <a:pt x="63" y="7"/>
                </a:cubicBezTo>
                <a:cubicBezTo>
                  <a:pt x="63" y="7"/>
                  <a:pt x="63" y="6"/>
                  <a:pt x="63" y="6"/>
                </a:cubicBezTo>
                <a:cubicBezTo>
                  <a:pt x="63" y="6"/>
                  <a:pt x="63" y="7"/>
                  <a:pt x="63" y="7"/>
                </a:cubicBezTo>
                <a:cubicBezTo>
                  <a:pt x="63" y="8"/>
                  <a:pt x="62" y="10"/>
                  <a:pt x="61" y="11"/>
                </a:cubicBezTo>
                <a:cubicBezTo>
                  <a:pt x="61" y="12"/>
                  <a:pt x="61" y="12"/>
                  <a:pt x="61" y="13"/>
                </a:cubicBezTo>
                <a:cubicBezTo>
                  <a:pt x="61" y="13"/>
                  <a:pt x="61" y="14"/>
                  <a:pt x="61" y="14"/>
                </a:cubicBezTo>
                <a:cubicBezTo>
                  <a:pt x="60" y="14"/>
                  <a:pt x="60" y="14"/>
                  <a:pt x="60" y="14"/>
                </a:cubicBezTo>
                <a:cubicBezTo>
                  <a:pt x="59" y="15"/>
                  <a:pt x="59" y="15"/>
                  <a:pt x="58" y="15"/>
                </a:cubicBezTo>
                <a:cubicBezTo>
                  <a:pt x="58" y="15"/>
                  <a:pt x="58" y="16"/>
                  <a:pt x="58" y="16"/>
                </a:cubicBezTo>
                <a:cubicBezTo>
                  <a:pt x="57" y="16"/>
                  <a:pt x="57" y="16"/>
                  <a:pt x="57" y="15"/>
                </a:cubicBezTo>
                <a:cubicBezTo>
                  <a:pt x="57" y="15"/>
                  <a:pt x="58" y="15"/>
                  <a:pt x="58" y="15"/>
                </a:cubicBezTo>
                <a:cubicBezTo>
                  <a:pt x="58" y="14"/>
                  <a:pt x="59" y="14"/>
                  <a:pt x="59" y="13"/>
                </a:cubicBezTo>
                <a:cubicBezTo>
                  <a:pt x="59" y="13"/>
                  <a:pt x="60" y="13"/>
                  <a:pt x="60" y="12"/>
                </a:cubicBezTo>
                <a:cubicBezTo>
                  <a:pt x="60" y="11"/>
                  <a:pt x="61" y="10"/>
                  <a:pt x="61" y="9"/>
                </a:cubicBezTo>
                <a:cubicBezTo>
                  <a:pt x="62" y="8"/>
                  <a:pt x="62" y="7"/>
                  <a:pt x="62" y="6"/>
                </a:cubicBezTo>
                <a:cubicBezTo>
                  <a:pt x="63" y="5"/>
                  <a:pt x="63" y="4"/>
                  <a:pt x="63" y="3"/>
                </a:cubicBezTo>
                <a:cubicBezTo>
                  <a:pt x="63" y="3"/>
                  <a:pt x="63" y="3"/>
                  <a:pt x="63" y="3"/>
                </a:cubicBezTo>
                <a:cubicBezTo>
                  <a:pt x="63" y="2"/>
                  <a:pt x="63" y="2"/>
                  <a:pt x="63" y="2"/>
                </a:cubicBezTo>
                <a:cubicBezTo>
                  <a:pt x="63" y="2"/>
                  <a:pt x="64" y="2"/>
                  <a:pt x="64" y="3"/>
                </a:cubicBezTo>
                <a:cubicBezTo>
                  <a:pt x="64" y="3"/>
                  <a:pt x="64" y="3"/>
                  <a:pt x="64" y="3"/>
                </a:cubicBezTo>
                <a:cubicBezTo>
                  <a:pt x="64" y="3"/>
                  <a:pt x="65" y="3"/>
                  <a:pt x="65" y="3"/>
                </a:cubicBezTo>
                <a:cubicBezTo>
                  <a:pt x="66" y="2"/>
                  <a:pt x="66" y="2"/>
                  <a:pt x="66" y="2"/>
                </a:cubicBezTo>
                <a:cubicBezTo>
                  <a:pt x="67" y="2"/>
                  <a:pt x="67" y="2"/>
                  <a:pt x="68" y="2"/>
                </a:cubicBezTo>
                <a:cubicBezTo>
                  <a:pt x="68" y="2"/>
                  <a:pt x="68" y="2"/>
                  <a:pt x="68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3"/>
                </a:cubicBezTo>
                <a:cubicBezTo>
                  <a:pt x="70" y="3"/>
                  <a:pt x="70" y="3"/>
                  <a:pt x="70" y="3"/>
                </a:cubicBezTo>
                <a:cubicBezTo>
                  <a:pt x="70" y="3"/>
                  <a:pt x="70" y="3"/>
                  <a:pt x="69" y="3"/>
                </a:cubicBezTo>
                <a:cubicBezTo>
                  <a:pt x="68" y="3"/>
                  <a:pt x="68" y="3"/>
                  <a:pt x="67" y="4"/>
                </a:cubicBezTo>
                <a:cubicBezTo>
                  <a:pt x="67" y="4"/>
                  <a:pt x="67" y="4"/>
                  <a:pt x="67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5" y="4"/>
                  <a:pt x="65" y="4"/>
                </a:cubicBezTo>
                <a:cubicBezTo>
                  <a:pt x="65" y="4"/>
                  <a:pt x="65" y="4"/>
                  <a:pt x="64" y="4"/>
                </a:cubicBezTo>
                <a:cubicBezTo>
                  <a:pt x="64" y="4"/>
                  <a:pt x="64" y="4"/>
                  <a:pt x="64" y="4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5" y="5"/>
                  <a:pt x="66" y="5"/>
                  <a:pt x="67" y="4"/>
                </a:cubicBezTo>
                <a:cubicBezTo>
                  <a:pt x="68" y="4"/>
                  <a:pt x="68" y="4"/>
                  <a:pt x="69" y="4"/>
                </a:cubicBezTo>
                <a:cubicBezTo>
                  <a:pt x="70" y="4"/>
                  <a:pt x="70" y="4"/>
                  <a:pt x="70" y="5"/>
                </a:cubicBez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5"/>
                  <a:pt x="71" y="5"/>
                </a:cubicBezTo>
                <a:close/>
                <a:moveTo>
                  <a:pt x="72" y="12"/>
                </a:moveTo>
                <a:cubicBezTo>
                  <a:pt x="72" y="12"/>
                  <a:pt x="72" y="12"/>
                  <a:pt x="72" y="12"/>
                </a:cubicBezTo>
                <a:cubicBezTo>
                  <a:pt x="72" y="12"/>
                  <a:pt x="73" y="12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2" y="13"/>
                  <a:pt x="72" y="13"/>
                </a:cubicBezTo>
                <a:cubicBezTo>
                  <a:pt x="72" y="13"/>
                  <a:pt x="71" y="13"/>
                  <a:pt x="70" y="13"/>
                </a:cubicBezTo>
                <a:cubicBezTo>
                  <a:pt x="69" y="13"/>
                  <a:pt x="69" y="13"/>
                  <a:pt x="69" y="13"/>
                </a:cubicBezTo>
                <a:cubicBezTo>
                  <a:pt x="68" y="13"/>
                  <a:pt x="68" y="13"/>
                  <a:pt x="68" y="13"/>
                </a:cubicBezTo>
                <a:lnTo>
                  <a:pt x="68" y="14"/>
                </a:lnTo>
                <a:cubicBezTo>
                  <a:pt x="68" y="15"/>
                  <a:pt x="68" y="16"/>
                  <a:pt x="68" y="16"/>
                </a:cubicBezTo>
                <a:cubicBezTo>
                  <a:pt x="68" y="17"/>
                  <a:pt x="68" y="17"/>
                  <a:pt x="68" y="17"/>
                </a:cubicBezTo>
                <a:cubicBezTo>
                  <a:pt x="68" y="18"/>
                  <a:pt x="68" y="18"/>
                  <a:pt x="68" y="18"/>
                </a:cubicBezTo>
                <a:cubicBezTo>
                  <a:pt x="67" y="18"/>
                  <a:pt x="67" y="18"/>
                  <a:pt x="66" y="17"/>
                </a:cubicBezTo>
                <a:cubicBezTo>
                  <a:pt x="65" y="17"/>
                  <a:pt x="65" y="17"/>
                  <a:pt x="64" y="17"/>
                </a:cubicBezTo>
                <a:cubicBezTo>
                  <a:pt x="64" y="16"/>
                  <a:pt x="63" y="16"/>
                  <a:pt x="63" y="16"/>
                </a:cubicBezTo>
                <a:cubicBezTo>
                  <a:pt x="63" y="16"/>
                  <a:pt x="63" y="16"/>
                  <a:pt x="64" y="16"/>
                </a:cubicBezTo>
                <a:cubicBezTo>
                  <a:pt x="64" y="16"/>
                  <a:pt x="64" y="16"/>
                  <a:pt x="64" y="16"/>
                </a:cubicBezTo>
                <a:cubicBezTo>
                  <a:pt x="64" y="16"/>
                  <a:pt x="65" y="16"/>
                  <a:pt x="65" y="16"/>
                </a:cubicBezTo>
                <a:cubicBezTo>
                  <a:pt x="66" y="16"/>
                  <a:pt x="66" y="16"/>
                  <a:pt x="66" y="16"/>
                </a:cubicBezTo>
                <a:cubicBezTo>
                  <a:pt x="66" y="16"/>
                  <a:pt x="67" y="16"/>
                  <a:pt x="67" y="16"/>
                </a:cubicBezTo>
                <a:cubicBezTo>
                  <a:pt x="67" y="16"/>
                  <a:pt x="67" y="16"/>
                  <a:pt x="67" y="16"/>
                </a:cubicBezTo>
                <a:cubicBezTo>
                  <a:pt x="67" y="16"/>
                  <a:pt x="67" y="15"/>
                  <a:pt x="67" y="15"/>
                </a:cubicBezTo>
                <a:cubicBezTo>
                  <a:pt x="67" y="15"/>
                  <a:pt x="67" y="14"/>
                  <a:pt x="67" y="14"/>
                </a:cubicBezTo>
                <a:cubicBezTo>
                  <a:pt x="67" y="14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6" y="13"/>
                  <a:pt x="65" y="13"/>
                  <a:pt x="64" y="13"/>
                </a:cubicBezTo>
                <a:cubicBezTo>
                  <a:pt x="64" y="14"/>
                  <a:pt x="64" y="14"/>
                  <a:pt x="63" y="14"/>
                </a:cubicBezTo>
                <a:cubicBezTo>
                  <a:pt x="63" y="14"/>
                  <a:pt x="63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3"/>
                  <a:pt x="62" y="13"/>
                </a:cubicBezTo>
                <a:cubicBezTo>
                  <a:pt x="62" y="13"/>
                  <a:pt x="62" y="13"/>
                  <a:pt x="62" y="13"/>
                </a:cubicBezTo>
                <a:cubicBezTo>
                  <a:pt x="62" y="13"/>
                  <a:pt x="62" y="13"/>
                  <a:pt x="63" y="13"/>
                </a:cubicBezTo>
                <a:cubicBezTo>
                  <a:pt x="63" y="13"/>
                  <a:pt x="63" y="13"/>
                  <a:pt x="63" y="13"/>
                </a:cubicBezTo>
                <a:cubicBezTo>
                  <a:pt x="64" y="13"/>
                  <a:pt x="65" y="12"/>
                  <a:pt x="66" y="12"/>
                </a:cubicBezTo>
                <a:cubicBezTo>
                  <a:pt x="67" y="12"/>
                  <a:pt x="67" y="12"/>
                  <a:pt x="67" y="12"/>
                </a:cubicBezTo>
                <a:cubicBezTo>
                  <a:pt x="67" y="12"/>
                  <a:pt x="67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7" y="11"/>
                  <a:pt x="67" y="11"/>
                  <a:pt x="67" y="11"/>
                </a:cubicBezTo>
                <a:cubicBezTo>
                  <a:pt x="67" y="11"/>
                  <a:pt x="68" y="11"/>
                  <a:pt x="68" y="10"/>
                </a:cubicBezTo>
                <a:cubicBezTo>
                  <a:pt x="68" y="10"/>
                  <a:pt x="68" y="10"/>
                  <a:pt x="68" y="10"/>
                </a:cubicBezTo>
                <a:cubicBezTo>
                  <a:pt x="68" y="10"/>
                  <a:pt x="68" y="9"/>
                  <a:pt x="68" y="9"/>
                </a:cubicBezTo>
                <a:cubicBezTo>
                  <a:pt x="68" y="9"/>
                  <a:pt x="67" y="10"/>
                  <a:pt x="66" y="10"/>
                </a:cubicBezTo>
                <a:cubicBezTo>
                  <a:pt x="65" y="11"/>
                  <a:pt x="65" y="11"/>
                  <a:pt x="64" y="11"/>
                </a:cubicBezTo>
                <a:cubicBezTo>
                  <a:pt x="64" y="11"/>
                  <a:pt x="64" y="11"/>
                  <a:pt x="64" y="11"/>
                </a:cubicBezTo>
                <a:cubicBezTo>
                  <a:pt x="64" y="11"/>
                  <a:pt x="63" y="11"/>
                  <a:pt x="63" y="11"/>
                </a:cubicBezTo>
                <a:cubicBezTo>
                  <a:pt x="63" y="11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4" y="10"/>
                  <a:pt x="64" y="10"/>
                </a:cubicBezTo>
                <a:cubicBezTo>
                  <a:pt x="64" y="10"/>
                  <a:pt x="65" y="10"/>
                  <a:pt x="66" y="9"/>
                </a:cubicBezTo>
                <a:cubicBezTo>
                  <a:pt x="67" y="9"/>
                  <a:pt x="67" y="9"/>
                  <a:pt x="68" y="9"/>
                </a:cubicBezTo>
                <a:cubicBezTo>
                  <a:pt x="68" y="9"/>
                  <a:pt x="68" y="9"/>
                  <a:pt x="68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70" y="9"/>
                  <a:pt x="70" y="10"/>
                  <a:pt x="70" y="10"/>
                </a:cubicBezTo>
                <a:cubicBezTo>
                  <a:pt x="70" y="10"/>
                  <a:pt x="70" y="10"/>
                  <a:pt x="69" y="10"/>
                </a:cubicBezTo>
                <a:cubicBezTo>
                  <a:pt x="69" y="11"/>
                  <a:pt x="69" y="11"/>
                  <a:pt x="68" y="11"/>
                </a:cubicBezTo>
                <a:cubicBezTo>
                  <a:pt x="68" y="11"/>
                  <a:pt x="68" y="11"/>
                  <a:pt x="68" y="11"/>
                </a:cubicBezTo>
                <a:cubicBezTo>
                  <a:pt x="68" y="11"/>
                  <a:pt x="68" y="12"/>
                  <a:pt x="68" y="12"/>
                </a:cubicBezTo>
                <a:cubicBezTo>
                  <a:pt x="68" y="12"/>
                  <a:pt x="68" y="12"/>
                  <a:pt x="69" y="12"/>
                </a:cubicBezTo>
                <a:lnTo>
                  <a:pt x="70" y="12"/>
                </a:lnTo>
                <a:cubicBezTo>
                  <a:pt x="70" y="12"/>
                  <a:pt x="71" y="12"/>
                  <a:pt x="71" y="12"/>
                </a:cubicBezTo>
                <a:cubicBezTo>
                  <a:pt x="71" y="12"/>
                  <a:pt x="71" y="12"/>
                  <a:pt x="72" y="12"/>
                </a:cubicBezTo>
                <a:close/>
                <a:moveTo>
                  <a:pt x="84" y="6"/>
                </a:moveTo>
                <a:cubicBezTo>
                  <a:pt x="84" y="6"/>
                  <a:pt x="84" y="6"/>
                  <a:pt x="85" y="6"/>
                </a:cubicBezTo>
                <a:cubicBezTo>
                  <a:pt x="85" y="6"/>
                  <a:pt x="85" y="6"/>
                  <a:pt x="86" y="6"/>
                </a:cubicBezTo>
                <a:cubicBezTo>
                  <a:pt x="86" y="6"/>
                  <a:pt x="86" y="6"/>
                  <a:pt x="87" y="6"/>
                </a:cubicBezTo>
                <a:cubicBezTo>
                  <a:pt x="87" y="6"/>
                  <a:pt x="87" y="6"/>
                  <a:pt x="88" y="7"/>
                </a:cubicBezTo>
                <a:cubicBezTo>
                  <a:pt x="88" y="7"/>
                  <a:pt x="89" y="8"/>
                  <a:pt x="89" y="8"/>
                </a:cubicBezTo>
                <a:cubicBezTo>
                  <a:pt x="89" y="8"/>
                  <a:pt x="89" y="8"/>
                  <a:pt x="89" y="8"/>
                </a:cubicBezTo>
                <a:cubicBezTo>
                  <a:pt x="89" y="8"/>
                  <a:pt x="89" y="9"/>
                  <a:pt x="89" y="9"/>
                </a:cubicBezTo>
                <a:cubicBezTo>
                  <a:pt x="89" y="9"/>
                  <a:pt x="89" y="9"/>
                  <a:pt x="89" y="9"/>
                </a:cubicBezTo>
                <a:cubicBezTo>
                  <a:pt x="89" y="9"/>
                  <a:pt x="89" y="9"/>
                  <a:pt x="88" y="9"/>
                </a:cubicBezTo>
                <a:cubicBezTo>
                  <a:pt x="88" y="9"/>
                  <a:pt x="88" y="9"/>
                  <a:pt x="87" y="9"/>
                </a:cubicBezTo>
                <a:lnTo>
                  <a:pt x="86" y="9"/>
                </a:lnTo>
                <a:cubicBezTo>
                  <a:pt x="86" y="9"/>
                  <a:pt x="86" y="9"/>
                  <a:pt x="86" y="9"/>
                </a:cubicBezTo>
                <a:cubicBezTo>
                  <a:pt x="85" y="9"/>
                  <a:pt x="85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5" y="11"/>
                  <a:pt x="86" y="11"/>
                  <a:pt x="87" y="11"/>
                </a:cubicBezTo>
                <a:cubicBezTo>
                  <a:pt x="87" y="11"/>
                  <a:pt x="88" y="11"/>
                  <a:pt x="88" y="11"/>
                </a:cubicBezTo>
                <a:cubicBezTo>
                  <a:pt x="88" y="11"/>
                  <a:pt x="88" y="11"/>
                  <a:pt x="88" y="11"/>
                </a:cubicBezTo>
                <a:cubicBezTo>
                  <a:pt x="88" y="12"/>
                  <a:pt x="88" y="12"/>
                  <a:pt x="88" y="12"/>
                </a:cubicBezTo>
                <a:cubicBezTo>
                  <a:pt x="88" y="12"/>
                  <a:pt x="88" y="12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7" y="13"/>
                  <a:pt x="87" y="12"/>
                  <a:pt x="86" y="12"/>
                </a:cubicBezTo>
                <a:cubicBezTo>
                  <a:pt x="85" y="12"/>
                  <a:pt x="84" y="12"/>
                  <a:pt x="84" y="13"/>
                </a:cubicBezTo>
                <a:cubicBezTo>
                  <a:pt x="84" y="13"/>
                  <a:pt x="84" y="13"/>
                  <a:pt x="84" y="13"/>
                </a:cubicBezTo>
                <a:cubicBezTo>
                  <a:pt x="84" y="13"/>
                  <a:pt x="84" y="14"/>
                  <a:pt x="84" y="15"/>
                </a:cubicBezTo>
                <a:cubicBezTo>
                  <a:pt x="84" y="15"/>
                  <a:pt x="84" y="16"/>
                  <a:pt x="84" y="16"/>
                </a:cubicBezTo>
                <a:cubicBezTo>
                  <a:pt x="83" y="17"/>
                  <a:pt x="83" y="17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2" y="18"/>
                  <a:pt x="82" y="18"/>
                  <a:pt x="82" y="18"/>
                </a:cubicBezTo>
                <a:cubicBezTo>
                  <a:pt x="81" y="17"/>
                  <a:pt x="80" y="17"/>
                  <a:pt x="80" y="17"/>
                </a:cubicBezTo>
                <a:cubicBezTo>
                  <a:pt x="80" y="17"/>
                  <a:pt x="79" y="16"/>
                  <a:pt x="79" y="16"/>
                </a:cubicBezTo>
                <a:cubicBezTo>
                  <a:pt x="79" y="16"/>
                  <a:pt x="79" y="16"/>
                  <a:pt x="80" y="16"/>
                </a:cubicBezTo>
                <a:cubicBezTo>
                  <a:pt x="80" y="16"/>
                  <a:pt x="80" y="16"/>
                  <a:pt x="81" y="16"/>
                </a:cubicBezTo>
                <a:cubicBezTo>
                  <a:pt x="81" y="16"/>
                  <a:pt x="81" y="16"/>
                  <a:pt x="81" y="16"/>
                </a:cubicBezTo>
                <a:cubicBezTo>
                  <a:pt x="82" y="16"/>
                  <a:pt x="82" y="16"/>
                  <a:pt x="82" y="16"/>
                </a:cubicBezTo>
                <a:cubicBezTo>
                  <a:pt x="82" y="16"/>
                  <a:pt x="82" y="15"/>
                  <a:pt x="82" y="15"/>
                </a:cubicBezTo>
                <a:cubicBezTo>
                  <a:pt x="82" y="15"/>
                  <a:pt x="82" y="14"/>
                  <a:pt x="82" y="14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1" y="13"/>
                </a:cubicBezTo>
                <a:cubicBezTo>
                  <a:pt x="80" y="13"/>
                  <a:pt x="79" y="13"/>
                  <a:pt x="78" y="13"/>
                </a:cubicBezTo>
                <a:cubicBezTo>
                  <a:pt x="78" y="14"/>
                  <a:pt x="78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8" y="13"/>
                  <a:pt x="78" y="13"/>
                  <a:pt x="79" y="12"/>
                </a:cubicBezTo>
                <a:cubicBezTo>
                  <a:pt x="80" y="12"/>
                  <a:pt x="81" y="12"/>
                  <a:pt x="82" y="12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0"/>
                  <a:pt x="82" y="10"/>
                </a:cubicBezTo>
                <a:cubicBezTo>
                  <a:pt x="82" y="10"/>
                  <a:pt x="82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4" y="10"/>
                  <a:pt x="84" y="9"/>
                  <a:pt x="84" y="9"/>
                </a:cubicBezTo>
                <a:cubicBezTo>
                  <a:pt x="84" y="9"/>
                  <a:pt x="84" y="9"/>
                  <a:pt x="84" y="9"/>
                </a:cubicBezTo>
                <a:cubicBezTo>
                  <a:pt x="84" y="9"/>
                  <a:pt x="84" y="9"/>
                  <a:pt x="83" y="9"/>
                </a:cubicBezTo>
                <a:cubicBezTo>
                  <a:pt x="83" y="9"/>
                  <a:pt x="83" y="9"/>
                  <a:pt x="82" y="9"/>
                </a:cubicBezTo>
                <a:cubicBezTo>
                  <a:pt x="82" y="9"/>
                  <a:pt x="82" y="9"/>
                  <a:pt x="82" y="9"/>
                </a:cubicBezTo>
                <a:cubicBezTo>
                  <a:pt x="82" y="9"/>
                  <a:pt x="82" y="10"/>
                  <a:pt x="81" y="10"/>
                </a:cubicBezTo>
                <a:cubicBezTo>
                  <a:pt x="81" y="10"/>
                  <a:pt x="81" y="10"/>
                  <a:pt x="81" y="10"/>
                </a:cubicBezTo>
                <a:cubicBezTo>
                  <a:pt x="80" y="10"/>
                  <a:pt x="80" y="10"/>
                  <a:pt x="80" y="10"/>
                </a:cubicBezTo>
                <a:cubicBezTo>
                  <a:pt x="80" y="10"/>
                  <a:pt x="80" y="11"/>
                  <a:pt x="80" y="11"/>
                </a:cubicBezTo>
                <a:cubicBezTo>
                  <a:pt x="80" y="11"/>
                  <a:pt x="79" y="10"/>
                  <a:pt x="79" y="10"/>
                </a:cubicBezTo>
                <a:cubicBezTo>
                  <a:pt x="79" y="10"/>
                  <a:pt x="79" y="10"/>
                  <a:pt x="79" y="9"/>
                </a:cubicBezTo>
                <a:cubicBezTo>
                  <a:pt x="79" y="9"/>
                  <a:pt x="79" y="9"/>
                  <a:pt x="79" y="9"/>
                </a:cubicBezTo>
                <a:cubicBezTo>
                  <a:pt x="80" y="9"/>
                  <a:pt x="81" y="9"/>
                  <a:pt x="81" y="9"/>
                </a:cubicBezTo>
                <a:cubicBezTo>
                  <a:pt x="82" y="8"/>
                  <a:pt x="83" y="8"/>
                  <a:pt x="84" y="8"/>
                </a:cubicBezTo>
                <a:cubicBezTo>
                  <a:pt x="84" y="8"/>
                  <a:pt x="84" y="8"/>
                  <a:pt x="85" y="8"/>
                </a:cubicBezTo>
                <a:cubicBezTo>
                  <a:pt x="85" y="8"/>
                  <a:pt x="85" y="8"/>
                  <a:pt x="85" y="9"/>
                </a:cubicBezTo>
                <a:cubicBezTo>
                  <a:pt x="86" y="9"/>
                  <a:pt x="86" y="9"/>
                  <a:pt x="86" y="9"/>
                </a:cubicBezTo>
                <a:cubicBezTo>
                  <a:pt x="86" y="9"/>
                  <a:pt x="86" y="9"/>
                  <a:pt x="87" y="8"/>
                </a:cubicBezTo>
                <a:cubicBezTo>
                  <a:pt x="87" y="8"/>
                  <a:pt x="87" y="8"/>
                  <a:pt x="87" y="7"/>
                </a:cubicBezTo>
                <a:cubicBezTo>
                  <a:pt x="87" y="7"/>
                  <a:pt x="87" y="7"/>
                  <a:pt x="87" y="7"/>
                </a:cubicBezTo>
                <a:cubicBezTo>
                  <a:pt x="86" y="6"/>
                  <a:pt x="86" y="6"/>
                  <a:pt x="86" y="6"/>
                </a:cubicBezTo>
                <a:cubicBezTo>
                  <a:pt x="86" y="6"/>
                  <a:pt x="85" y="6"/>
                  <a:pt x="84" y="7"/>
                </a:cubicBezTo>
                <a:cubicBezTo>
                  <a:pt x="84" y="7"/>
                  <a:pt x="83" y="7"/>
                  <a:pt x="83" y="7"/>
                </a:cubicBezTo>
                <a:cubicBezTo>
                  <a:pt x="83" y="7"/>
                  <a:pt x="82" y="7"/>
                  <a:pt x="82" y="7"/>
                </a:cubicBezTo>
                <a:cubicBezTo>
                  <a:pt x="81" y="7"/>
                  <a:pt x="81" y="7"/>
                  <a:pt x="80" y="8"/>
                </a:cubicBezTo>
                <a:cubicBezTo>
                  <a:pt x="80" y="8"/>
                  <a:pt x="80" y="8"/>
                  <a:pt x="79" y="8"/>
                </a:cubicBezTo>
                <a:cubicBezTo>
                  <a:pt x="79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9" y="7"/>
                </a:cubicBezTo>
                <a:cubicBezTo>
                  <a:pt x="80" y="7"/>
                  <a:pt x="81" y="6"/>
                  <a:pt x="82" y="6"/>
                </a:cubicBezTo>
                <a:cubicBezTo>
                  <a:pt x="82" y="6"/>
                  <a:pt x="83" y="6"/>
                  <a:pt x="83" y="5"/>
                </a:cubicBezTo>
                <a:cubicBezTo>
                  <a:pt x="84" y="4"/>
                  <a:pt x="84" y="3"/>
                  <a:pt x="85" y="2"/>
                </a:cubicBezTo>
                <a:cubicBezTo>
                  <a:pt x="85" y="2"/>
                  <a:pt x="85" y="2"/>
                  <a:pt x="85" y="2"/>
                </a:cubicBezTo>
                <a:cubicBezTo>
                  <a:pt x="86" y="2"/>
                  <a:pt x="86" y="2"/>
                  <a:pt x="86" y="2"/>
                </a:cubicBezTo>
                <a:cubicBezTo>
                  <a:pt x="86" y="3"/>
                  <a:pt x="87" y="3"/>
                  <a:pt x="87" y="3"/>
                </a:cubicBezTo>
                <a:cubicBezTo>
                  <a:pt x="87" y="3"/>
                  <a:pt x="87" y="3"/>
                  <a:pt x="86" y="3"/>
                </a:cubicBezTo>
                <a:cubicBezTo>
                  <a:pt x="86" y="3"/>
                  <a:pt x="86" y="4"/>
                  <a:pt x="86" y="4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4" y="5"/>
                  <a:pt x="84" y="5"/>
                </a:cubicBezTo>
                <a:cubicBezTo>
                  <a:pt x="84" y="5"/>
                  <a:pt x="84" y="5"/>
                  <a:pt x="84" y="6"/>
                </a:cubicBezTo>
                <a:close/>
                <a:moveTo>
                  <a:pt x="83" y="2"/>
                </a:moveTo>
                <a:cubicBezTo>
                  <a:pt x="83" y="2"/>
                  <a:pt x="83" y="2"/>
                  <a:pt x="83" y="3"/>
                </a:cubicBezTo>
                <a:cubicBezTo>
                  <a:pt x="83" y="3"/>
                  <a:pt x="83" y="3"/>
                  <a:pt x="83" y="3"/>
                </a:cubicBezTo>
                <a:cubicBezTo>
                  <a:pt x="82" y="3"/>
                  <a:pt x="82" y="4"/>
                  <a:pt x="82" y="4"/>
                </a:cubicBezTo>
                <a:cubicBezTo>
                  <a:pt x="82" y="4"/>
                  <a:pt x="82" y="4"/>
                  <a:pt x="82" y="4"/>
                </a:cubicBezTo>
                <a:cubicBezTo>
                  <a:pt x="82" y="4"/>
                  <a:pt x="81" y="4"/>
                  <a:pt x="81" y="4"/>
                </a:cubicBezTo>
                <a:cubicBezTo>
                  <a:pt x="81" y="4"/>
                  <a:pt x="81" y="3"/>
                  <a:pt x="81" y="3"/>
                </a:cubicBezTo>
                <a:cubicBezTo>
                  <a:pt x="81" y="3"/>
                  <a:pt x="81" y="3"/>
                  <a:pt x="81" y="3"/>
                </a:cubicBezTo>
                <a:cubicBezTo>
                  <a:pt x="81" y="3"/>
                  <a:pt x="81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3" y="3"/>
                </a:cubicBezTo>
                <a:cubicBezTo>
                  <a:pt x="83" y="2"/>
                  <a:pt x="83" y="2"/>
                  <a:pt x="83" y="2"/>
                </a:cubicBezTo>
                <a:close/>
                <a:moveTo>
                  <a:pt x="80" y="5"/>
                </a:moveTo>
                <a:cubicBezTo>
                  <a:pt x="80" y="6"/>
                  <a:pt x="80" y="6"/>
                  <a:pt x="80" y="6"/>
                </a:cubicBezTo>
                <a:cubicBezTo>
                  <a:pt x="80" y="6"/>
                  <a:pt x="80" y="6"/>
                  <a:pt x="80" y="6"/>
                </a:cubicBezTo>
                <a:cubicBezTo>
                  <a:pt x="79" y="6"/>
                  <a:pt x="79" y="6"/>
                  <a:pt x="79" y="6"/>
                </a:cubicBezTo>
                <a:cubicBezTo>
                  <a:pt x="79" y="6"/>
                  <a:pt x="78" y="6"/>
                  <a:pt x="78" y="6"/>
                </a:cubicBezTo>
                <a:cubicBezTo>
                  <a:pt x="78" y="6"/>
                  <a:pt x="78" y="5"/>
                  <a:pt x="78" y="5"/>
                </a:cubicBezTo>
                <a:cubicBezTo>
                  <a:pt x="78" y="5"/>
                  <a:pt x="78" y="5"/>
                  <a:pt x="78" y="4"/>
                </a:cubicBezTo>
                <a:cubicBezTo>
                  <a:pt x="78" y="4"/>
                  <a:pt x="78" y="4"/>
                  <a:pt x="78" y="4"/>
                </a:cubicBezTo>
                <a:cubicBezTo>
                  <a:pt x="78" y="4"/>
                  <a:pt x="78" y="4"/>
                  <a:pt x="79" y="4"/>
                </a:cubicBezTo>
                <a:cubicBezTo>
                  <a:pt x="79" y="4"/>
                  <a:pt x="79" y="4"/>
                  <a:pt x="79" y="4"/>
                </a:cubicBezTo>
                <a:cubicBezTo>
                  <a:pt x="79" y="4"/>
                  <a:pt x="79" y="4"/>
                  <a:pt x="80" y="4"/>
                </a:cubicBezTo>
                <a:cubicBezTo>
                  <a:pt x="80" y="5"/>
                  <a:pt x="80" y="5"/>
                  <a:pt x="80" y="5"/>
                </a:cubicBezTo>
                <a:close/>
                <a:moveTo>
                  <a:pt x="77" y="9"/>
                </a:move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1"/>
                  <a:pt x="77" y="11"/>
                </a:cubicBezTo>
                <a:cubicBezTo>
                  <a:pt x="76" y="11"/>
                  <a:pt x="76" y="10"/>
                  <a:pt x="76" y="10"/>
                </a:cubicBezTo>
                <a:cubicBezTo>
                  <a:pt x="75" y="10"/>
                  <a:pt x="75" y="10"/>
                  <a:pt x="75" y="10"/>
                </a:cubicBezTo>
                <a:cubicBezTo>
                  <a:pt x="75" y="10"/>
                  <a:pt x="75" y="9"/>
                  <a:pt x="75" y="9"/>
                </a:cubicBezTo>
                <a:cubicBezTo>
                  <a:pt x="75" y="9"/>
                  <a:pt x="76" y="9"/>
                  <a:pt x="76" y="9"/>
                </a:cubicBezTo>
                <a:cubicBezTo>
                  <a:pt x="76" y="8"/>
                  <a:pt x="77" y="8"/>
                  <a:pt x="77" y="8"/>
                </a:cubicBezTo>
                <a:cubicBezTo>
                  <a:pt x="77" y="8"/>
                  <a:pt x="77" y="8"/>
                  <a:pt x="77" y="8"/>
                </a:cubicBezTo>
                <a:cubicBezTo>
                  <a:pt x="77" y="9"/>
                  <a:pt x="77" y="9"/>
                  <a:pt x="77" y="9"/>
                </a:cubicBezTo>
                <a:cubicBezTo>
                  <a:pt x="77" y="9"/>
                  <a:pt x="77" y="9"/>
                  <a:pt x="77" y="9"/>
                </a:cubicBezTo>
                <a:close/>
                <a:moveTo>
                  <a:pt x="118" y="15"/>
                </a:moveTo>
                <a:cubicBezTo>
                  <a:pt x="118" y="15"/>
                  <a:pt x="118" y="15"/>
                  <a:pt x="117" y="15"/>
                </a:cubicBezTo>
                <a:cubicBezTo>
                  <a:pt x="117" y="15"/>
                  <a:pt x="117" y="15"/>
                  <a:pt x="116" y="15"/>
                </a:cubicBezTo>
                <a:cubicBezTo>
                  <a:pt x="115" y="15"/>
                  <a:pt x="114" y="15"/>
                  <a:pt x="114" y="15"/>
                </a:cubicBezTo>
                <a:cubicBezTo>
                  <a:pt x="113" y="15"/>
                  <a:pt x="113" y="15"/>
                  <a:pt x="113" y="14"/>
                </a:cubicBezTo>
                <a:cubicBezTo>
                  <a:pt x="113" y="14"/>
                  <a:pt x="113" y="14"/>
                  <a:pt x="113" y="14"/>
                </a:cubicBezTo>
                <a:cubicBezTo>
                  <a:pt x="113" y="13"/>
                  <a:pt x="112" y="13"/>
                  <a:pt x="112" y="13"/>
                </a:cubicBezTo>
                <a:cubicBezTo>
                  <a:pt x="111" y="12"/>
                  <a:pt x="111" y="12"/>
                  <a:pt x="110" y="12"/>
                </a:cubicBezTo>
                <a:cubicBezTo>
                  <a:pt x="110" y="12"/>
                  <a:pt x="110" y="11"/>
                  <a:pt x="110" y="11"/>
                </a:cubicBezTo>
                <a:cubicBezTo>
                  <a:pt x="110" y="11"/>
                  <a:pt x="110" y="12"/>
                  <a:pt x="110" y="12"/>
                </a:cubicBezTo>
                <a:cubicBezTo>
                  <a:pt x="110" y="12"/>
                  <a:pt x="110" y="12"/>
                  <a:pt x="110" y="13"/>
                </a:cubicBezTo>
                <a:cubicBezTo>
                  <a:pt x="110" y="14"/>
                  <a:pt x="110" y="14"/>
                  <a:pt x="110" y="15"/>
                </a:cubicBezTo>
                <a:cubicBezTo>
                  <a:pt x="110" y="16"/>
                  <a:pt x="110" y="16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09" y="17"/>
                  <a:pt x="109" y="17"/>
                  <a:pt x="109" y="17"/>
                </a:cubicBezTo>
                <a:cubicBezTo>
                  <a:pt x="109" y="17"/>
                  <a:pt x="108" y="17"/>
                  <a:pt x="108" y="17"/>
                </a:cubicBezTo>
                <a:cubicBezTo>
                  <a:pt x="107" y="16"/>
                  <a:pt x="107" y="16"/>
                  <a:pt x="106" y="16"/>
                </a:cubicBezTo>
                <a:cubicBezTo>
                  <a:pt x="106" y="15"/>
                  <a:pt x="105" y="15"/>
                  <a:pt x="105" y="15"/>
                </a:cubicBezTo>
                <a:cubicBezTo>
                  <a:pt x="105" y="15"/>
                  <a:pt x="105" y="15"/>
                  <a:pt x="105" y="15"/>
                </a:cubicBezTo>
                <a:cubicBezTo>
                  <a:pt x="105" y="15"/>
                  <a:pt x="105" y="15"/>
                  <a:pt x="106" y="15"/>
                </a:cubicBezTo>
                <a:cubicBezTo>
                  <a:pt x="106" y="15"/>
                  <a:pt x="107" y="15"/>
                  <a:pt x="107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4"/>
                  <a:pt x="108" y="14"/>
                  <a:pt x="108" y="13"/>
                </a:cubicBezTo>
                <a:cubicBezTo>
                  <a:pt x="108" y="12"/>
                  <a:pt x="108" y="12"/>
                  <a:pt x="108" y="11"/>
                </a:cubicBezTo>
                <a:cubicBezTo>
                  <a:pt x="108" y="10"/>
                  <a:pt x="108" y="9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7" y="8"/>
                  <a:pt x="106" y="8"/>
                </a:cubicBezTo>
                <a:cubicBezTo>
                  <a:pt x="106" y="8"/>
                  <a:pt x="105" y="8"/>
                  <a:pt x="105" y="8"/>
                </a:cubicBezTo>
                <a:cubicBezTo>
                  <a:pt x="105" y="8"/>
                  <a:pt x="105" y="8"/>
                  <a:pt x="105" y="8"/>
                </a:cubicBezTo>
                <a:cubicBezTo>
                  <a:pt x="104" y="8"/>
                  <a:pt x="104" y="8"/>
                  <a:pt x="104" y="8"/>
                </a:cubicBezTo>
                <a:cubicBezTo>
                  <a:pt x="104" y="8"/>
                  <a:pt x="104" y="8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5" y="6"/>
                  <a:pt x="105" y="6"/>
                </a:cubicBezTo>
                <a:cubicBezTo>
                  <a:pt x="106" y="6"/>
                  <a:pt x="107" y="6"/>
                  <a:pt x="107" y="6"/>
                </a:cubicBezTo>
                <a:cubicBezTo>
                  <a:pt x="107" y="6"/>
                  <a:pt x="108" y="6"/>
                  <a:pt x="108" y="6"/>
                </a:cubicBezTo>
                <a:cubicBezTo>
                  <a:pt x="108" y="6"/>
                  <a:pt x="108" y="6"/>
                  <a:pt x="108" y="6"/>
                </a:cubicBezTo>
                <a:lnTo>
                  <a:pt x="108" y="5"/>
                </a:lnTo>
                <a:cubicBezTo>
                  <a:pt x="108" y="4"/>
                  <a:pt x="108" y="4"/>
                  <a:pt x="108" y="3"/>
                </a:cubicBezTo>
                <a:cubicBezTo>
                  <a:pt x="108" y="3"/>
                  <a:pt x="108" y="3"/>
                  <a:pt x="109" y="2"/>
                </a:cubicBezTo>
                <a:cubicBezTo>
                  <a:pt x="109" y="2"/>
                  <a:pt x="109" y="1"/>
                  <a:pt x="109" y="1"/>
                </a:cubicBezTo>
                <a:cubicBezTo>
                  <a:pt x="109" y="1"/>
                  <a:pt x="109" y="1"/>
                  <a:pt x="109" y="1"/>
                </a:cubicBezTo>
                <a:cubicBezTo>
                  <a:pt x="109" y="1"/>
                  <a:pt x="109" y="1"/>
                  <a:pt x="110" y="1"/>
                </a:cubicBezTo>
                <a:cubicBezTo>
                  <a:pt x="110" y="1"/>
                  <a:pt x="110" y="1"/>
                  <a:pt x="110" y="1"/>
                </a:cubicBezTo>
                <a:cubicBezTo>
                  <a:pt x="110" y="2"/>
                  <a:pt x="110" y="2"/>
                  <a:pt x="110" y="2"/>
                </a:cubicBezTo>
                <a:cubicBezTo>
                  <a:pt x="110" y="2"/>
                  <a:pt x="110" y="3"/>
                  <a:pt x="110" y="3"/>
                </a:cubicBezTo>
                <a:lnTo>
                  <a:pt x="110" y="4"/>
                </a:lnTo>
                <a:lnTo>
                  <a:pt x="110" y="5"/>
                </a:lnTo>
                <a:cubicBezTo>
                  <a:pt x="110" y="5"/>
                  <a:pt x="110" y="5"/>
                  <a:pt x="110" y="5"/>
                </a:cubicBezTo>
                <a:cubicBezTo>
                  <a:pt x="110" y="5"/>
                  <a:pt x="110" y="5"/>
                  <a:pt x="110" y="5"/>
                </a:cubicBezTo>
                <a:cubicBezTo>
                  <a:pt x="111" y="5"/>
                  <a:pt x="111" y="5"/>
                  <a:pt x="111" y="5"/>
                </a:cubicBezTo>
                <a:cubicBezTo>
                  <a:pt x="111" y="5"/>
                  <a:pt x="112" y="5"/>
                  <a:pt x="112" y="5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7"/>
                  <a:pt x="112" y="7"/>
                  <a:pt x="112" y="7"/>
                </a:cubicBezTo>
                <a:cubicBezTo>
                  <a:pt x="112" y="7"/>
                  <a:pt x="111" y="7"/>
                  <a:pt x="111" y="7"/>
                </a:cubicBezTo>
                <a:cubicBezTo>
                  <a:pt x="111" y="7"/>
                  <a:pt x="110" y="7"/>
                  <a:pt x="110" y="7"/>
                </a:cubicBezTo>
                <a:cubicBezTo>
                  <a:pt x="110" y="7"/>
                  <a:pt x="110" y="7"/>
                  <a:pt x="110" y="7"/>
                </a:cubicBezTo>
                <a:cubicBezTo>
                  <a:pt x="109" y="7"/>
                  <a:pt x="109" y="8"/>
                  <a:pt x="109" y="8"/>
                </a:cubicBezTo>
                <a:cubicBezTo>
                  <a:pt x="109" y="8"/>
                  <a:pt x="109" y="8"/>
                  <a:pt x="109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1" y="9"/>
                  <a:pt x="111" y="9"/>
                </a:cubicBezTo>
                <a:cubicBezTo>
                  <a:pt x="112" y="8"/>
                  <a:pt x="112" y="8"/>
                  <a:pt x="113" y="7"/>
                </a:cubicBezTo>
                <a:cubicBezTo>
                  <a:pt x="113" y="7"/>
                  <a:pt x="113" y="7"/>
                  <a:pt x="113" y="7"/>
                </a:cubicBezTo>
                <a:cubicBezTo>
                  <a:pt x="113" y="7"/>
                  <a:pt x="113" y="7"/>
                  <a:pt x="114" y="8"/>
                </a:cubicBezTo>
                <a:cubicBezTo>
                  <a:pt x="114" y="8"/>
                  <a:pt x="114" y="8"/>
                  <a:pt x="114" y="8"/>
                </a:cubicBezTo>
                <a:cubicBezTo>
                  <a:pt x="114" y="8"/>
                  <a:pt x="114" y="8"/>
                  <a:pt x="113" y="8"/>
                </a:cubicBezTo>
                <a:cubicBezTo>
                  <a:pt x="113" y="8"/>
                  <a:pt x="113" y="9"/>
                  <a:pt x="113" y="9"/>
                </a:cubicBezTo>
                <a:cubicBezTo>
                  <a:pt x="112" y="9"/>
                  <a:pt x="112" y="9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1"/>
                  <a:pt x="111" y="11"/>
                  <a:pt x="112" y="11"/>
                </a:cubicBezTo>
                <a:cubicBezTo>
                  <a:pt x="112" y="12"/>
                  <a:pt x="113" y="12"/>
                  <a:pt x="113" y="12"/>
                </a:cubicBezTo>
                <a:cubicBezTo>
                  <a:pt x="114" y="13"/>
                  <a:pt x="114" y="13"/>
                  <a:pt x="115" y="13"/>
                </a:cubicBezTo>
                <a:cubicBezTo>
                  <a:pt x="117" y="14"/>
                  <a:pt x="118" y="14"/>
                  <a:pt x="118" y="15"/>
                </a:cubicBezTo>
                <a:close/>
                <a:moveTo>
                  <a:pt x="113" y="3"/>
                </a:moveTo>
                <a:cubicBezTo>
                  <a:pt x="113" y="3"/>
                  <a:pt x="113" y="3"/>
                  <a:pt x="113" y="3"/>
                </a:cubicBezTo>
                <a:cubicBezTo>
                  <a:pt x="113" y="3"/>
                  <a:pt x="113" y="3"/>
                  <a:pt x="114" y="3"/>
                </a:cubicBezTo>
                <a:cubicBezTo>
                  <a:pt x="114" y="4"/>
                  <a:pt x="114" y="4"/>
                  <a:pt x="114" y="4"/>
                </a:cubicBezTo>
                <a:cubicBezTo>
                  <a:pt x="115" y="4"/>
                  <a:pt x="115" y="5"/>
                  <a:pt x="115" y="5"/>
                </a:cubicBezTo>
                <a:cubicBezTo>
                  <a:pt x="115" y="5"/>
                  <a:pt x="115" y="5"/>
                  <a:pt x="114" y="5"/>
                </a:cubicBezTo>
                <a:cubicBezTo>
                  <a:pt x="114" y="5"/>
                  <a:pt x="114" y="5"/>
                  <a:pt x="113" y="5"/>
                </a:cubicBezTo>
                <a:cubicBezTo>
                  <a:pt x="113" y="5"/>
                  <a:pt x="113" y="5"/>
                  <a:pt x="113" y="5"/>
                </a:cubicBezTo>
                <a:cubicBezTo>
                  <a:pt x="112" y="5"/>
                  <a:pt x="112" y="5"/>
                  <a:pt x="112" y="4"/>
                </a:cubicBezTo>
                <a:cubicBezTo>
                  <a:pt x="112" y="4"/>
                  <a:pt x="112" y="4"/>
                  <a:pt x="112" y="4"/>
                </a:cubicBezTo>
                <a:cubicBezTo>
                  <a:pt x="112" y="4"/>
                  <a:pt x="112" y="3"/>
                  <a:pt x="112" y="3"/>
                </a:cubicBezTo>
                <a:cubicBezTo>
                  <a:pt x="112" y="3"/>
                  <a:pt x="113" y="3"/>
                  <a:pt x="113" y="3"/>
                </a:cubicBezTo>
                <a:close/>
                <a:moveTo>
                  <a:pt x="105" y="9"/>
                </a:move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6" y="9"/>
                </a:cubicBezTo>
                <a:cubicBezTo>
                  <a:pt x="106" y="10"/>
                  <a:pt x="107" y="10"/>
                  <a:pt x="107" y="10"/>
                </a:cubicBezTo>
                <a:cubicBezTo>
                  <a:pt x="107" y="11"/>
                  <a:pt x="106" y="11"/>
                  <a:pt x="106" y="11"/>
                </a:cubicBezTo>
                <a:cubicBezTo>
                  <a:pt x="105" y="11"/>
                  <a:pt x="105" y="11"/>
                  <a:pt x="105" y="11"/>
                </a:cubicBezTo>
                <a:cubicBezTo>
                  <a:pt x="105" y="11"/>
                  <a:pt x="104" y="11"/>
                  <a:pt x="104" y="10"/>
                </a:cubicBezTo>
                <a:cubicBezTo>
                  <a:pt x="104" y="10"/>
                  <a:pt x="104" y="10"/>
                  <a:pt x="104" y="10"/>
                </a:cubicBezTo>
                <a:cubicBezTo>
                  <a:pt x="104" y="9"/>
                  <a:pt x="104" y="9"/>
                  <a:pt x="104" y="9"/>
                </a:cubicBezTo>
                <a:cubicBezTo>
                  <a:pt x="104" y="9"/>
                  <a:pt x="105" y="9"/>
                  <a:pt x="105" y="9"/>
                </a:cubicBezTo>
                <a:close/>
                <a:moveTo>
                  <a:pt x="108" y="11"/>
                </a:moveTo>
                <a:cubicBezTo>
                  <a:pt x="108" y="11"/>
                  <a:pt x="107" y="11"/>
                  <a:pt x="107" y="11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6" y="12"/>
                  <a:pt x="106" y="12"/>
                  <a:pt x="106" y="13"/>
                </a:cubicBezTo>
                <a:cubicBezTo>
                  <a:pt x="106" y="13"/>
                  <a:pt x="105" y="14"/>
                  <a:pt x="104" y="14"/>
                </a:cubicBezTo>
                <a:cubicBezTo>
                  <a:pt x="104" y="14"/>
                  <a:pt x="104" y="14"/>
                  <a:pt x="104" y="15"/>
                </a:cubicBezTo>
                <a:cubicBezTo>
                  <a:pt x="104" y="15"/>
                  <a:pt x="104" y="15"/>
                  <a:pt x="104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2" y="14"/>
                  <a:pt x="102" y="14"/>
                  <a:pt x="102" y="14"/>
                </a:cubicBezTo>
                <a:cubicBezTo>
                  <a:pt x="102" y="14"/>
                  <a:pt x="102" y="14"/>
                  <a:pt x="103" y="14"/>
                </a:cubicBezTo>
                <a:cubicBezTo>
                  <a:pt x="103" y="13"/>
                  <a:pt x="104" y="13"/>
                  <a:pt x="104" y="13"/>
                </a:cubicBezTo>
                <a:cubicBezTo>
                  <a:pt x="105" y="12"/>
                  <a:pt x="106" y="11"/>
                  <a:pt x="107" y="11"/>
                </a:cubicBezTo>
                <a:cubicBezTo>
                  <a:pt x="107" y="11"/>
                  <a:pt x="107" y="11"/>
                  <a:pt x="107" y="11"/>
                </a:cubicBezTo>
                <a:cubicBezTo>
                  <a:pt x="107" y="11"/>
                  <a:pt x="108" y="11"/>
                  <a:pt x="108" y="11"/>
                </a:cubicBezTo>
                <a:close/>
                <a:moveTo>
                  <a:pt x="127" y="13"/>
                </a:moveTo>
                <a:cubicBezTo>
                  <a:pt x="127" y="13"/>
                  <a:pt x="127" y="13"/>
                  <a:pt x="127" y="14"/>
                </a:cubicBezTo>
                <a:cubicBezTo>
                  <a:pt x="127" y="14"/>
                  <a:pt x="127" y="14"/>
                  <a:pt x="128" y="14"/>
                </a:cubicBezTo>
                <a:cubicBezTo>
                  <a:pt x="128" y="14"/>
                  <a:pt x="129" y="15"/>
                  <a:pt x="129" y="15"/>
                </a:cubicBezTo>
                <a:cubicBezTo>
                  <a:pt x="130" y="15"/>
                  <a:pt x="130" y="15"/>
                  <a:pt x="131" y="15"/>
                </a:cubicBezTo>
                <a:cubicBezTo>
                  <a:pt x="131" y="16"/>
                  <a:pt x="132" y="16"/>
                  <a:pt x="134" y="16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4" y="18"/>
                  <a:pt x="134" y="18"/>
                  <a:pt x="133" y="18"/>
                </a:cubicBezTo>
                <a:cubicBezTo>
                  <a:pt x="133" y="18"/>
                  <a:pt x="132" y="18"/>
                  <a:pt x="131" y="18"/>
                </a:cubicBezTo>
                <a:cubicBezTo>
                  <a:pt x="131" y="18"/>
                  <a:pt x="130" y="17"/>
                  <a:pt x="130" y="17"/>
                </a:cubicBezTo>
                <a:cubicBezTo>
                  <a:pt x="130" y="17"/>
                  <a:pt x="129" y="17"/>
                  <a:pt x="129" y="17"/>
                </a:cubicBezTo>
                <a:cubicBezTo>
                  <a:pt x="129" y="17"/>
                  <a:pt x="129" y="17"/>
                  <a:pt x="129" y="17"/>
                </a:cubicBezTo>
                <a:cubicBezTo>
                  <a:pt x="129" y="16"/>
                  <a:pt x="129" y="16"/>
                  <a:pt x="129" y="16"/>
                </a:cubicBezTo>
                <a:cubicBezTo>
                  <a:pt x="128" y="15"/>
                  <a:pt x="128" y="15"/>
                  <a:pt x="127" y="15"/>
                </a:cubicBezTo>
                <a:cubicBezTo>
                  <a:pt x="126" y="15"/>
                  <a:pt x="126" y="14"/>
                  <a:pt x="126" y="14"/>
                </a:cubicBezTo>
                <a:cubicBezTo>
                  <a:pt x="125" y="14"/>
                  <a:pt x="125" y="14"/>
                  <a:pt x="124" y="14"/>
                </a:cubicBezTo>
                <a:cubicBezTo>
                  <a:pt x="124" y="13"/>
                  <a:pt x="123" y="13"/>
                  <a:pt x="123" y="13"/>
                </a:cubicBezTo>
                <a:cubicBezTo>
                  <a:pt x="123" y="13"/>
                  <a:pt x="123" y="13"/>
                  <a:pt x="123" y="14"/>
                </a:cubicBezTo>
                <a:cubicBezTo>
                  <a:pt x="123" y="14"/>
                  <a:pt x="122" y="14"/>
                  <a:pt x="122" y="14"/>
                </a:cubicBezTo>
                <a:cubicBezTo>
                  <a:pt x="122" y="14"/>
                  <a:pt x="122" y="15"/>
                  <a:pt x="122" y="15"/>
                </a:cubicBezTo>
                <a:cubicBezTo>
                  <a:pt x="122" y="15"/>
                  <a:pt x="122" y="15"/>
                  <a:pt x="122" y="15"/>
                </a:cubicBezTo>
                <a:cubicBezTo>
                  <a:pt x="121" y="15"/>
                  <a:pt x="121" y="15"/>
                  <a:pt x="120" y="15"/>
                </a:cubicBezTo>
                <a:cubicBezTo>
                  <a:pt x="120" y="16"/>
                  <a:pt x="119" y="16"/>
                  <a:pt x="119" y="16"/>
                </a:cubicBezTo>
                <a:cubicBezTo>
                  <a:pt x="119" y="16"/>
                  <a:pt x="119" y="16"/>
                  <a:pt x="118" y="16"/>
                </a:cubicBezTo>
                <a:cubicBezTo>
                  <a:pt x="118" y="15"/>
                  <a:pt x="118" y="15"/>
                  <a:pt x="118" y="15"/>
                </a:cubicBezTo>
                <a:cubicBezTo>
                  <a:pt x="118" y="15"/>
                  <a:pt x="119" y="15"/>
                  <a:pt x="119" y="15"/>
                </a:cubicBezTo>
                <a:cubicBezTo>
                  <a:pt x="120" y="15"/>
                  <a:pt x="120" y="15"/>
                  <a:pt x="121" y="14"/>
                </a:cubicBezTo>
                <a:cubicBezTo>
                  <a:pt x="121" y="14"/>
                  <a:pt x="122" y="13"/>
                  <a:pt x="122" y="12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0"/>
                  <a:pt x="123" y="10"/>
                  <a:pt x="123" y="10"/>
                </a:cubicBezTo>
                <a:cubicBezTo>
                  <a:pt x="122" y="10"/>
                  <a:pt x="122" y="11"/>
                  <a:pt x="122" y="11"/>
                </a:cubicBezTo>
                <a:cubicBezTo>
                  <a:pt x="122" y="11"/>
                  <a:pt x="121" y="11"/>
                  <a:pt x="121" y="11"/>
                </a:cubicBezTo>
                <a:cubicBezTo>
                  <a:pt x="120" y="11"/>
                  <a:pt x="120" y="11"/>
                  <a:pt x="120" y="11"/>
                </a:cubicBezTo>
                <a:cubicBezTo>
                  <a:pt x="120" y="11"/>
                  <a:pt x="119" y="11"/>
                  <a:pt x="119" y="11"/>
                </a:cubicBezTo>
                <a:cubicBezTo>
                  <a:pt x="119" y="11"/>
                  <a:pt x="119" y="11"/>
                  <a:pt x="119" y="11"/>
                </a:cubicBezTo>
                <a:cubicBezTo>
                  <a:pt x="119" y="11"/>
                  <a:pt x="119" y="11"/>
                  <a:pt x="119" y="10"/>
                </a:cubicBezTo>
                <a:cubicBezTo>
                  <a:pt x="119" y="10"/>
                  <a:pt x="119" y="10"/>
                  <a:pt x="119" y="10"/>
                </a:cubicBezTo>
                <a:cubicBezTo>
                  <a:pt x="120" y="10"/>
                  <a:pt x="121" y="10"/>
                  <a:pt x="123" y="9"/>
                </a:cubicBezTo>
                <a:cubicBezTo>
                  <a:pt x="124" y="9"/>
                  <a:pt x="126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6" y="7"/>
                  <a:pt x="126" y="7"/>
                  <a:pt x="126" y="7"/>
                </a:cubicBezTo>
                <a:cubicBezTo>
                  <a:pt x="126" y="7"/>
                  <a:pt x="126" y="7"/>
                  <a:pt x="125" y="7"/>
                </a:cubicBezTo>
                <a:cubicBezTo>
                  <a:pt x="125" y="8"/>
                  <a:pt x="125" y="8"/>
                  <a:pt x="125" y="8"/>
                </a:cubicBezTo>
                <a:cubicBezTo>
                  <a:pt x="125" y="8"/>
                  <a:pt x="124" y="8"/>
                  <a:pt x="124" y="8"/>
                </a:cubicBezTo>
                <a:cubicBezTo>
                  <a:pt x="124" y="8"/>
                  <a:pt x="124" y="8"/>
                  <a:pt x="123" y="7"/>
                </a:cubicBezTo>
                <a:cubicBezTo>
                  <a:pt x="123" y="7"/>
                  <a:pt x="123" y="7"/>
                  <a:pt x="123" y="6"/>
                </a:cubicBezTo>
                <a:cubicBezTo>
                  <a:pt x="123" y="5"/>
                  <a:pt x="123" y="4"/>
                  <a:pt x="123" y="3"/>
                </a:cubicBezTo>
                <a:cubicBezTo>
                  <a:pt x="123" y="3"/>
                  <a:pt x="123" y="2"/>
                  <a:pt x="124" y="2"/>
                </a:cubicBezTo>
                <a:cubicBezTo>
                  <a:pt x="124" y="2"/>
                  <a:pt x="124" y="2"/>
                  <a:pt x="125" y="2"/>
                </a:cubicBezTo>
                <a:cubicBezTo>
                  <a:pt x="126" y="2"/>
                  <a:pt x="127" y="2"/>
                  <a:pt x="128" y="2"/>
                </a:cubicBezTo>
                <a:cubicBezTo>
                  <a:pt x="128" y="2"/>
                  <a:pt x="129" y="2"/>
                  <a:pt x="129" y="2"/>
                </a:cubicBezTo>
                <a:cubicBezTo>
                  <a:pt x="129" y="2"/>
                  <a:pt x="130" y="2"/>
                  <a:pt x="130" y="2"/>
                </a:cubicBezTo>
                <a:cubicBezTo>
                  <a:pt x="130" y="2"/>
                  <a:pt x="130" y="2"/>
                  <a:pt x="129" y="3"/>
                </a:cubicBezTo>
                <a:cubicBezTo>
                  <a:pt x="129" y="3"/>
                  <a:pt x="129" y="3"/>
                  <a:pt x="129" y="3"/>
                </a:cubicBezTo>
                <a:cubicBezTo>
                  <a:pt x="129" y="4"/>
                  <a:pt x="129" y="4"/>
                  <a:pt x="129" y="4"/>
                </a:cubicBezTo>
                <a:lnTo>
                  <a:pt x="129" y="6"/>
                </a:lnTo>
                <a:cubicBezTo>
                  <a:pt x="129" y="7"/>
                  <a:pt x="129" y="7"/>
                  <a:pt x="129" y="7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30" y="8"/>
                  <a:pt x="130" y="8"/>
                </a:cubicBezTo>
                <a:cubicBezTo>
                  <a:pt x="130" y="8"/>
                  <a:pt x="130" y="8"/>
                  <a:pt x="131" y="8"/>
                </a:cubicBezTo>
                <a:cubicBezTo>
                  <a:pt x="131" y="8"/>
                  <a:pt x="131" y="8"/>
                  <a:pt x="131" y="8"/>
                </a:cubicBezTo>
                <a:cubicBezTo>
                  <a:pt x="131" y="8"/>
                  <a:pt x="131" y="8"/>
                  <a:pt x="131" y="9"/>
                </a:cubicBezTo>
                <a:cubicBezTo>
                  <a:pt x="131" y="9"/>
                  <a:pt x="131" y="9"/>
                  <a:pt x="131" y="9"/>
                </a:cubicBezTo>
                <a:cubicBezTo>
                  <a:pt x="131" y="9"/>
                  <a:pt x="131" y="10"/>
                  <a:pt x="131" y="10"/>
                </a:cubicBezTo>
                <a:cubicBezTo>
                  <a:pt x="130" y="10"/>
                  <a:pt x="130" y="10"/>
                  <a:pt x="129" y="10"/>
                </a:cubicBezTo>
                <a:cubicBezTo>
                  <a:pt x="128" y="10"/>
                  <a:pt x="128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1"/>
                  <a:pt x="127" y="11"/>
                </a:cubicBezTo>
                <a:cubicBezTo>
                  <a:pt x="127" y="11"/>
                  <a:pt x="127" y="11"/>
                  <a:pt x="128" y="11"/>
                </a:cubicBezTo>
                <a:cubicBezTo>
                  <a:pt x="128" y="11"/>
                  <a:pt x="128" y="11"/>
                  <a:pt x="128" y="11"/>
                </a:cubicBezTo>
                <a:cubicBezTo>
                  <a:pt x="128" y="10"/>
                  <a:pt x="129" y="10"/>
                  <a:pt x="129" y="10"/>
                </a:cubicBezTo>
                <a:cubicBezTo>
                  <a:pt x="129" y="10"/>
                  <a:pt x="129" y="11"/>
                  <a:pt x="129" y="11"/>
                </a:cubicBezTo>
                <a:cubicBezTo>
                  <a:pt x="129" y="11"/>
                  <a:pt x="129" y="11"/>
                  <a:pt x="129" y="11"/>
                </a:cubicBezTo>
                <a:cubicBezTo>
                  <a:pt x="129" y="11"/>
                  <a:pt x="129" y="12"/>
                  <a:pt x="129" y="12"/>
                </a:cubicBezTo>
                <a:cubicBezTo>
                  <a:pt x="129" y="12"/>
                  <a:pt x="129" y="12"/>
                  <a:pt x="128" y="12"/>
                </a:cubicBezTo>
                <a:cubicBezTo>
                  <a:pt x="128" y="12"/>
                  <a:pt x="128" y="12"/>
                  <a:pt x="127" y="12"/>
                </a:cubicBezTo>
                <a:cubicBezTo>
                  <a:pt x="127" y="12"/>
                  <a:pt x="127" y="12"/>
                  <a:pt x="127" y="12"/>
                </a:cubicBezTo>
                <a:cubicBezTo>
                  <a:pt x="127" y="12"/>
                  <a:pt x="127" y="13"/>
                  <a:pt x="127" y="13"/>
                </a:cubicBezTo>
                <a:cubicBezTo>
                  <a:pt x="127" y="13"/>
                  <a:pt x="127" y="13"/>
                  <a:pt x="127" y="13"/>
                </a:cubicBezTo>
                <a:close/>
                <a:moveTo>
                  <a:pt x="148" y="11"/>
                </a:moveTo>
                <a:cubicBezTo>
                  <a:pt x="148" y="12"/>
                  <a:pt x="148" y="13"/>
                  <a:pt x="148" y="14"/>
                </a:cubicBezTo>
                <a:cubicBezTo>
                  <a:pt x="148" y="15"/>
                  <a:pt x="148" y="15"/>
                  <a:pt x="148" y="16"/>
                </a:cubicBezTo>
                <a:cubicBezTo>
                  <a:pt x="148" y="16"/>
                  <a:pt x="148" y="16"/>
                  <a:pt x="148" y="17"/>
                </a:cubicBezTo>
                <a:cubicBezTo>
                  <a:pt x="148" y="17"/>
                  <a:pt x="148" y="17"/>
                  <a:pt x="148" y="17"/>
                </a:cubicBezTo>
                <a:cubicBezTo>
                  <a:pt x="148" y="18"/>
                  <a:pt x="148" y="18"/>
                  <a:pt x="148" y="18"/>
                </a:cubicBezTo>
                <a:cubicBezTo>
                  <a:pt x="148" y="18"/>
                  <a:pt x="147" y="18"/>
                  <a:pt x="146" y="17"/>
                </a:cubicBezTo>
                <a:cubicBezTo>
                  <a:pt x="145" y="17"/>
                  <a:pt x="144" y="16"/>
                  <a:pt x="144" y="16"/>
                </a:cubicBezTo>
                <a:cubicBezTo>
                  <a:pt x="143" y="16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4" y="16"/>
                  <a:pt x="145" y="16"/>
                  <a:pt x="146" y="16"/>
                </a:cubicBezTo>
                <a:cubicBezTo>
                  <a:pt x="146" y="16"/>
                  <a:pt x="147" y="16"/>
                  <a:pt x="147" y="16"/>
                </a:cubicBezTo>
                <a:cubicBezTo>
                  <a:pt x="147" y="16"/>
                  <a:pt x="147" y="15"/>
                  <a:pt x="147" y="15"/>
                </a:cubicBezTo>
                <a:cubicBezTo>
                  <a:pt x="147" y="14"/>
                  <a:pt x="147" y="14"/>
                  <a:pt x="147" y="12"/>
                </a:cubicBezTo>
                <a:cubicBezTo>
                  <a:pt x="147" y="11"/>
                  <a:pt x="146" y="9"/>
                  <a:pt x="146" y="8"/>
                </a:cubicBezTo>
                <a:lnTo>
                  <a:pt x="146" y="5"/>
                </a:lnTo>
                <a:lnTo>
                  <a:pt x="146" y="3"/>
                </a:lnTo>
                <a:cubicBezTo>
                  <a:pt x="146" y="3"/>
                  <a:pt x="147" y="3"/>
                  <a:pt x="147" y="3"/>
                </a:cubicBezTo>
                <a:cubicBezTo>
                  <a:pt x="147" y="3"/>
                  <a:pt x="147" y="3"/>
                  <a:pt x="148" y="3"/>
                </a:cubicBezTo>
                <a:cubicBezTo>
                  <a:pt x="148" y="3"/>
                  <a:pt x="148" y="3"/>
                  <a:pt x="148" y="3"/>
                </a:cubicBezTo>
                <a:cubicBezTo>
                  <a:pt x="148" y="4"/>
                  <a:pt x="148" y="4"/>
                  <a:pt x="148" y="4"/>
                </a:cubicBezTo>
                <a:cubicBezTo>
                  <a:pt x="148" y="4"/>
                  <a:pt x="148" y="5"/>
                  <a:pt x="148" y="6"/>
                </a:cubicBezTo>
                <a:cubicBezTo>
                  <a:pt x="148" y="6"/>
                  <a:pt x="148" y="6"/>
                  <a:pt x="148" y="7"/>
                </a:cubicBezTo>
                <a:cubicBezTo>
                  <a:pt x="148" y="9"/>
                  <a:pt x="148" y="9"/>
                  <a:pt x="148" y="10"/>
                </a:cubicBezTo>
                <a:lnTo>
                  <a:pt x="148" y="11"/>
                </a:lnTo>
                <a:close/>
                <a:moveTo>
                  <a:pt x="143" y="7"/>
                </a:moveTo>
                <a:cubicBezTo>
                  <a:pt x="143" y="7"/>
                  <a:pt x="143" y="7"/>
                  <a:pt x="142" y="7"/>
                </a:cubicBezTo>
                <a:cubicBezTo>
                  <a:pt x="142" y="7"/>
                  <a:pt x="142" y="7"/>
                  <a:pt x="141" y="7"/>
                </a:cubicBezTo>
                <a:cubicBezTo>
                  <a:pt x="141" y="7"/>
                  <a:pt x="141" y="7"/>
                  <a:pt x="141" y="7"/>
                </a:cubicBezTo>
                <a:cubicBezTo>
                  <a:pt x="141" y="7"/>
                  <a:pt x="141" y="7"/>
                  <a:pt x="140" y="7"/>
                </a:cubicBezTo>
                <a:cubicBezTo>
                  <a:pt x="140" y="7"/>
                  <a:pt x="140" y="6"/>
                  <a:pt x="140" y="6"/>
                </a:cubicBezTo>
                <a:cubicBezTo>
                  <a:pt x="140" y="6"/>
                  <a:pt x="140" y="7"/>
                  <a:pt x="140" y="7"/>
                </a:cubicBezTo>
                <a:cubicBezTo>
                  <a:pt x="139" y="7"/>
                  <a:pt x="139" y="7"/>
                  <a:pt x="139" y="7"/>
                </a:cubicBezTo>
                <a:cubicBezTo>
                  <a:pt x="138" y="8"/>
                  <a:pt x="138" y="8"/>
                  <a:pt x="138" y="9"/>
                </a:cubicBezTo>
                <a:cubicBezTo>
                  <a:pt x="138" y="9"/>
                  <a:pt x="137" y="9"/>
                  <a:pt x="137" y="10"/>
                </a:cubicBezTo>
                <a:cubicBezTo>
                  <a:pt x="137" y="10"/>
                  <a:pt x="138" y="10"/>
                  <a:pt x="138" y="10"/>
                </a:cubicBezTo>
                <a:cubicBezTo>
                  <a:pt x="138" y="10"/>
                  <a:pt x="138" y="10"/>
                  <a:pt x="138" y="10"/>
                </a:cubicBezTo>
                <a:cubicBezTo>
                  <a:pt x="139" y="9"/>
                  <a:pt x="140" y="9"/>
                  <a:pt x="141" y="9"/>
                </a:cubicBezTo>
                <a:cubicBezTo>
                  <a:pt x="141" y="9"/>
                  <a:pt x="141" y="9"/>
                  <a:pt x="141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10"/>
                  <a:pt x="142" y="10"/>
                  <a:pt x="142" y="10"/>
                </a:cubicBezTo>
                <a:cubicBezTo>
                  <a:pt x="142" y="11"/>
                  <a:pt x="141" y="11"/>
                  <a:pt x="141" y="12"/>
                </a:cubicBezTo>
                <a:cubicBezTo>
                  <a:pt x="141" y="12"/>
                  <a:pt x="141" y="13"/>
                  <a:pt x="141" y="13"/>
                </a:cubicBezTo>
                <a:cubicBezTo>
                  <a:pt x="141" y="13"/>
                  <a:pt x="140" y="13"/>
                  <a:pt x="140" y="13"/>
                </a:cubicBezTo>
                <a:cubicBezTo>
                  <a:pt x="140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4"/>
                </a:cubicBezTo>
                <a:cubicBezTo>
                  <a:pt x="138" y="14"/>
                  <a:pt x="138" y="14"/>
                  <a:pt x="138" y="15"/>
                </a:cubicBezTo>
                <a:cubicBezTo>
                  <a:pt x="138" y="15"/>
                  <a:pt x="138" y="15"/>
                  <a:pt x="139" y="15"/>
                </a:cubicBezTo>
                <a:cubicBezTo>
                  <a:pt x="139" y="15"/>
                  <a:pt x="139" y="15"/>
                  <a:pt x="139" y="15"/>
                </a:cubicBezTo>
                <a:cubicBezTo>
                  <a:pt x="139" y="15"/>
                  <a:pt x="140" y="15"/>
                  <a:pt x="140" y="15"/>
                </a:cubicBezTo>
                <a:cubicBezTo>
                  <a:pt x="140" y="15"/>
                  <a:pt x="140" y="15"/>
                  <a:pt x="141" y="15"/>
                </a:cubicBezTo>
                <a:cubicBezTo>
                  <a:pt x="141" y="15"/>
                  <a:pt x="141" y="14"/>
                  <a:pt x="141" y="14"/>
                </a:cubicBezTo>
                <a:cubicBezTo>
                  <a:pt x="141" y="14"/>
                  <a:pt x="141" y="13"/>
                  <a:pt x="141" y="13"/>
                </a:cubicBezTo>
                <a:cubicBezTo>
                  <a:pt x="141" y="13"/>
                  <a:pt x="141" y="14"/>
                  <a:pt x="142" y="14"/>
                </a:cubicBezTo>
                <a:cubicBezTo>
                  <a:pt x="142" y="15"/>
                  <a:pt x="142" y="15"/>
                  <a:pt x="142" y="16"/>
                </a:cubicBezTo>
                <a:cubicBezTo>
                  <a:pt x="142" y="16"/>
                  <a:pt x="142" y="16"/>
                  <a:pt x="141" y="16"/>
                </a:cubicBezTo>
                <a:cubicBezTo>
                  <a:pt x="141" y="16"/>
                  <a:pt x="141" y="16"/>
                  <a:pt x="141" y="16"/>
                </a:cubicBezTo>
                <a:cubicBezTo>
                  <a:pt x="140" y="16"/>
                  <a:pt x="140" y="16"/>
                  <a:pt x="139" y="16"/>
                </a:cubicBezTo>
                <a:cubicBezTo>
                  <a:pt x="139" y="16"/>
                  <a:pt x="138" y="16"/>
                  <a:pt x="138" y="16"/>
                </a:cubicBezTo>
                <a:cubicBezTo>
                  <a:pt x="138" y="16"/>
                  <a:pt x="137" y="15"/>
                  <a:pt x="137" y="14"/>
                </a:cubicBezTo>
                <a:cubicBezTo>
                  <a:pt x="137" y="14"/>
                  <a:pt x="138" y="13"/>
                  <a:pt x="138" y="13"/>
                </a:cubicBezTo>
                <a:cubicBezTo>
                  <a:pt x="138" y="12"/>
                  <a:pt x="138" y="12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9" y="11"/>
                  <a:pt x="139" y="11"/>
                </a:cubicBezTo>
                <a:cubicBezTo>
                  <a:pt x="139" y="11"/>
                  <a:pt x="139" y="11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40" y="12"/>
                  <a:pt x="140" y="12"/>
                  <a:pt x="140" y="11"/>
                </a:cubicBezTo>
                <a:cubicBezTo>
                  <a:pt x="140" y="11"/>
                  <a:pt x="140" y="11"/>
                  <a:pt x="140" y="10"/>
                </a:cubicBezTo>
                <a:cubicBezTo>
                  <a:pt x="140" y="10"/>
                  <a:pt x="140" y="10"/>
                  <a:pt x="140" y="10"/>
                </a:cubicBezTo>
                <a:cubicBezTo>
                  <a:pt x="139" y="10"/>
                  <a:pt x="139" y="10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8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6" y="12"/>
                </a:cubicBezTo>
                <a:cubicBezTo>
                  <a:pt x="135" y="12"/>
                  <a:pt x="135" y="12"/>
                  <a:pt x="135" y="12"/>
                </a:cubicBezTo>
                <a:cubicBezTo>
                  <a:pt x="134" y="12"/>
                  <a:pt x="134" y="12"/>
                  <a:pt x="134" y="12"/>
                </a:cubicBezTo>
                <a:cubicBezTo>
                  <a:pt x="134" y="12"/>
                  <a:pt x="133" y="12"/>
                  <a:pt x="133" y="12"/>
                </a:cubicBezTo>
                <a:cubicBezTo>
                  <a:pt x="133" y="12"/>
                  <a:pt x="134" y="12"/>
                  <a:pt x="134" y="12"/>
                </a:cubicBezTo>
                <a:cubicBezTo>
                  <a:pt x="134" y="11"/>
                  <a:pt x="135" y="11"/>
                  <a:pt x="135" y="10"/>
                </a:cubicBezTo>
                <a:cubicBezTo>
                  <a:pt x="136" y="10"/>
                  <a:pt x="136" y="9"/>
                  <a:pt x="137" y="8"/>
                </a:cubicBezTo>
                <a:cubicBezTo>
                  <a:pt x="137" y="8"/>
                  <a:pt x="138" y="7"/>
                  <a:pt x="138" y="7"/>
                </a:cubicBezTo>
                <a:cubicBezTo>
                  <a:pt x="138" y="7"/>
                  <a:pt x="138" y="6"/>
                  <a:pt x="139" y="6"/>
                </a:cubicBezTo>
                <a:cubicBezTo>
                  <a:pt x="139" y="5"/>
                  <a:pt x="140" y="4"/>
                  <a:pt x="140" y="4"/>
                </a:cubicBezTo>
                <a:cubicBezTo>
                  <a:pt x="140" y="4"/>
                  <a:pt x="140" y="4"/>
                  <a:pt x="140" y="4"/>
                </a:cubicBezTo>
                <a:cubicBezTo>
                  <a:pt x="140" y="4"/>
                  <a:pt x="141" y="3"/>
                  <a:pt x="141" y="3"/>
                </a:cubicBezTo>
                <a:cubicBezTo>
                  <a:pt x="141" y="3"/>
                  <a:pt x="141" y="4"/>
                  <a:pt x="141" y="4"/>
                </a:cubicBezTo>
                <a:cubicBezTo>
                  <a:pt x="141" y="4"/>
                  <a:pt x="141" y="4"/>
                  <a:pt x="141" y="4"/>
                </a:cubicBezTo>
                <a:cubicBezTo>
                  <a:pt x="141" y="5"/>
                  <a:pt x="141" y="5"/>
                  <a:pt x="141" y="5"/>
                </a:cubicBezTo>
                <a:cubicBezTo>
                  <a:pt x="141" y="5"/>
                  <a:pt x="141" y="5"/>
                  <a:pt x="141" y="6"/>
                </a:cubicBezTo>
                <a:cubicBezTo>
                  <a:pt x="141" y="6"/>
                  <a:pt x="141" y="6"/>
                  <a:pt x="141" y="6"/>
                </a:cubicBezTo>
                <a:cubicBezTo>
                  <a:pt x="141" y="6"/>
                  <a:pt x="141" y="6"/>
                  <a:pt x="142" y="6"/>
                </a:cubicBezTo>
                <a:cubicBezTo>
                  <a:pt x="142" y="6"/>
                  <a:pt x="143" y="6"/>
                  <a:pt x="143" y="7"/>
                </a:cubicBezTo>
                <a:close/>
                <a:moveTo>
                  <a:pt x="145" y="8"/>
                </a:move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9"/>
                  <a:pt x="145" y="9"/>
                </a:cubicBezTo>
                <a:cubicBezTo>
                  <a:pt x="145" y="9"/>
                  <a:pt x="145" y="10"/>
                  <a:pt x="145" y="10"/>
                </a:cubicBezTo>
                <a:cubicBezTo>
                  <a:pt x="145" y="11"/>
                  <a:pt x="145" y="11"/>
                  <a:pt x="144" y="11"/>
                </a:cubicBezTo>
                <a:cubicBezTo>
                  <a:pt x="144" y="11"/>
                  <a:pt x="144" y="11"/>
                  <a:pt x="144" y="11"/>
                </a:cubicBezTo>
                <a:cubicBezTo>
                  <a:pt x="144" y="11"/>
                  <a:pt x="143" y="11"/>
                  <a:pt x="143" y="10"/>
                </a:cubicBezTo>
                <a:cubicBezTo>
                  <a:pt x="143" y="9"/>
                  <a:pt x="143" y="9"/>
                  <a:pt x="143" y="9"/>
                </a:cubicBezTo>
                <a:lnTo>
                  <a:pt x="143" y="8"/>
                </a:lnTo>
                <a:cubicBezTo>
                  <a:pt x="143" y="8"/>
                  <a:pt x="143" y="8"/>
                  <a:pt x="144" y="8"/>
                </a:cubicBezTo>
                <a:cubicBezTo>
                  <a:pt x="144" y="8"/>
                  <a:pt x="144" y="8"/>
                  <a:pt x="144" y="8"/>
                </a:cubicBez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8"/>
                  <a:pt x="145" y="8"/>
                </a:cubicBezTo>
                <a:close/>
                <a:moveTo>
                  <a:pt x="157" y="2"/>
                </a:moveTo>
                <a:cubicBezTo>
                  <a:pt x="157" y="2"/>
                  <a:pt x="158" y="2"/>
                  <a:pt x="158" y="2"/>
                </a:cubicBezTo>
                <a:cubicBezTo>
                  <a:pt x="158" y="2"/>
                  <a:pt x="158" y="2"/>
                  <a:pt x="158" y="3"/>
                </a:cubicBezTo>
                <a:cubicBezTo>
                  <a:pt x="158" y="3"/>
                  <a:pt x="158" y="3"/>
                  <a:pt x="158" y="3"/>
                </a:cubicBezTo>
                <a:cubicBezTo>
                  <a:pt x="158" y="3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7" y="4"/>
                  <a:pt x="157" y="4"/>
                </a:cubicBezTo>
                <a:cubicBezTo>
                  <a:pt x="157" y="4"/>
                  <a:pt x="156" y="4"/>
                  <a:pt x="156" y="3"/>
                </a:cubicBezTo>
                <a:cubicBezTo>
                  <a:pt x="156" y="3"/>
                  <a:pt x="157" y="3"/>
                  <a:pt x="157" y="2"/>
                </a:cubicBezTo>
                <a:cubicBezTo>
                  <a:pt x="157" y="2"/>
                  <a:pt x="157" y="2"/>
                  <a:pt x="157" y="2"/>
                </a:cubicBezTo>
                <a:close/>
                <a:moveTo>
                  <a:pt x="159" y="5"/>
                </a:moveTo>
                <a:cubicBezTo>
                  <a:pt x="159" y="5"/>
                  <a:pt x="159" y="6"/>
                  <a:pt x="159" y="6"/>
                </a:cubicBezTo>
                <a:cubicBezTo>
                  <a:pt x="159" y="6"/>
                  <a:pt x="159" y="6"/>
                  <a:pt x="159" y="6"/>
                </a:cubicBezTo>
                <a:cubicBezTo>
                  <a:pt x="159" y="6"/>
                  <a:pt x="158" y="6"/>
                  <a:pt x="158" y="6"/>
                </a:cubicBezTo>
                <a:cubicBezTo>
                  <a:pt x="158" y="6"/>
                  <a:pt x="158" y="6"/>
                  <a:pt x="159" y="6"/>
                </a:cubicBezTo>
                <a:cubicBezTo>
                  <a:pt x="159" y="6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8"/>
                  <a:pt x="159" y="8"/>
                  <a:pt x="158" y="8"/>
                </a:cubicBezTo>
                <a:cubicBezTo>
                  <a:pt x="158" y="8"/>
                  <a:pt x="158" y="8"/>
                  <a:pt x="158" y="8"/>
                </a:cubicBezTo>
                <a:cubicBezTo>
                  <a:pt x="158" y="8"/>
                  <a:pt x="158" y="8"/>
                  <a:pt x="159" y="8"/>
                </a:cubicBezTo>
                <a:cubicBezTo>
                  <a:pt x="159" y="8"/>
                  <a:pt x="159" y="8"/>
                  <a:pt x="159" y="8"/>
                </a:cubicBezTo>
                <a:cubicBezTo>
                  <a:pt x="159" y="8"/>
                  <a:pt x="159" y="8"/>
                  <a:pt x="159" y="9"/>
                </a:cubicBezTo>
                <a:cubicBezTo>
                  <a:pt x="159" y="9"/>
                  <a:pt x="159" y="9"/>
                  <a:pt x="159" y="9"/>
                </a:cubicBezTo>
                <a:cubicBezTo>
                  <a:pt x="159" y="9"/>
                  <a:pt x="158" y="9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9" y="10"/>
                  <a:pt x="159" y="10"/>
                </a:cubicBezTo>
                <a:cubicBezTo>
                  <a:pt x="159" y="10"/>
                  <a:pt x="159" y="10"/>
                  <a:pt x="159" y="10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8" y="11"/>
                </a:cubicBezTo>
                <a:cubicBezTo>
                  <a:pt x="158" y="11"/>
                  <a:pt x="157" y="12"/>
                  <a:pt x="157" y="12"/>
                </a:cubicBezTo>
                <a:cubicBezTo>
                  <a:pt x="157" y="12"/>
                  <a:pt x="157" y="12"/>
                  <a:pt x="157" y="12"/>
                </a:cubicBezTo>
                <a:cubicBezTo>
                  <a:pt x="157" y="12"/>
                  <a:pt x="157" y="12"/>
                  <a:pt x="158" y="12"/>
                </a:cubicBezTo>
                <a:cubicBezTo>
                  <a:pt x="158" y="12"/>
                  <a:pt x="159" y="13"/>
                  <a:pt x="159" y="13"/>
                </a:cubicBezTo>
                <a:cubicBezTo>
                  <a:pt x="159" y="13"/>
                  <a:pt x="159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7" y="13"/>
                  <a:pt x="157" y="13"/>
                </a:cubicBezTo>
                <a:cubicBezTo>
                  <a:pt x="157" y="13"/>
                  <a:pt x="157" y="13"/>
                  <a:pt x="157" y="13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57" y="14"/>
                  <a:pt x="157" y="15"/>
                  <a:pt x="157" y="15"/>
                </a:cubicBezTo>
                <a:cubicBezTo>
                  <a:pt x="157" y="16"/>
                  <a:pt x="157" y="16"/>
                  <a:pt x="157" y="16"/>
                </a:cubicBezTo>
                <a:cubicBezTo>
                  <a:pt x="157" y="16"/>
                  <a:pt x="156" y="16"/>
                  <a:pt x="156" y="16"/>
                </a:cubicBezTo>
                <a:cubicBezTo>
                  <a:pt x="156" y="15"/>
                  <a:pt x="155" y="15"/>
                  <a:pt x="155" y="15"/>
                </a:cubicBezTo>
                <a:cubicBezTo>
                  <a:pt x="155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6"/>
                  <a:pt x="154" y="16"/>
                </a:cubicBezTo>
                <a:cubicBezTo>
                  <a:pt x="154" y="16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4"/>
                  <a:pt x="153" y="14"/>
                  <a:pt x="153" y="14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2"/>
                  <a:pt x="154" y="12"/>
                  <a:pt x="154" y="12"/>
                </a:cubicBezTo>
                <a:cubicBezTo>
                  <a:pt x="154" y="12"/>
                  <a:pt x="154" y="12"/>
                  <a:pt x="153" y="13"/>
                </a:cubicBezTo>
                <a:cubicBezTo>
                  <a:pt x="153" y="13"/>
                  <a:pt x="153" y="13"/>
                  <a:pt x="153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3" y="12"/>
                  <a:pt x="154" y="11"/>
                  <a:pt x="155" y="11"/>
                </a:cubicBezTo>
                <a:cubicBezTo>
                  <a:pt x="155" y="11"/>
                  <a:pt x="155" y="11"/>
                  <a:pt x="156" y="11"/>
                </a:cubicBezTo>
                <a:cubicBezTo>
                  <a:pt x="156" y="11"/>
                  <a:pt x="156" y="11"/>
                  <a:pt x="156" y="11"/>
                </a:cubicBezTo>
                <a:cubicBezTo>
                  <a:pt x="156" y="10"/>
                  <a:pt x="156" y="10"/>
                  <a:pt x="156" y="10"/>
                </a:cubicBezTo>
                <a:cubicBezTo>
                  <a:pt x="156" y="10"/>
                  <a:pt x="155" y="10"/>
                  <a:pt x="155" y="10"/>
                </a:cubicBezTo>
                <a:cubicBezTo>
                  <a:pt x="155" y="10"/>
                  <a:pt x="154" y="10"/>
                  <a:pt x="154" y="10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4" y="11"/>
                  <a:pt x="154" y="10"/>
                  <a:pt x="154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154" y="10"/>
                  <a:pt x="154" y="10"/>
                  <a:pt x="154" y="9"/>
                </a:cubicBezTo>
                <a:cubicBezTo>
                  <a:pt x="154" y="9"/>
                  <a:pt x="154" y="9"/>
                  <a:pt x="154" y="9"/>
                </a:cubicBezTo>
                <a:cubicBezTo>
                  <a:pt x="155" y="9"/>
                  <a:pt x="155" y="9"/>
                  <a:pt x="156" y="9"/>
                </a:cubicBezTo>
                <a:cubicBezTo>
                  <a:pt x="156" y="9"/>
                  <a:pt x="157" y="8"/>
                  <a:pt x="157" y="8"/>
                </a:cubicBezTo>
                <a:cubicBezTo>
                  <a:pt x="157" y="8"/>
                  <a:pt x="157" y="8"/>
                  <a:pt x="157" y="8"/>
                </a:cubicBezTo>
                <a:cubicBezTo>
                  <a:pt x="157" y="8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6" y="7"/>
                  <a:pt x="156" y="7"/>
                  <a:pt x="156" y="7"/>
                </a:cubicBezTo>
                <a:cubicBezTo>
                  <a:pt x="156" y="7"/>
                  <a:pt x="156" y="8"/>
                  <a:pt x="156" y="8"/>
                </a:cubicBezTo>
                <a:cubicBezTo>
                  <a:pt x="156" y="8"/>
                  <a:pt x="156" y="8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5" y="6"/>
                  <a:pt x="156" y="6"/>
                </a:cubicBezTo>
                <a:cubicBezTo>
                  <a:pt x="157" y="5"/>
                  <a:pt x="158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lose/>
                <a:moveTo>
                  <a:pt x="166" y="8"/>
                </a:moveTo>
                <a:cubicBezTo>
                  <a:pt x="166" y="8"/>
                  <a:pt x="166" y="8"/>
                  <a:pt x="166" y="8"/>
                </a:cubicBezTo>
                <a:cubicBezTo>
                  <a:pt x="166" y="8"/>
                  <a:pt x="166" y="8"/>
                  <a:pt x="166" y="9"/>
                </a:cubicBezTo>
                <a:cubicBezTo>
                  <a:pt x="167" y="9"/>
                  <a:pt x="167" y="9"/>
                  <a:pt x="167" y="9"/>
                </a:cubicBezTo>
                <a:cubicBezTo>
                  <a:pt x="167" y="9"/>
                  <a:pt x="167" y="9"/>
                  <a:pt x="167" y="10"/>
                </a:cubicBezTo>
                <a:cubicBezTo>
                  <a:pt x="167" y="10"/>
                  <a:pt x="167" y="10"/>
                  <a:pt x="167" y="10"/>
                </a:cubicBezTo>
                <a:cubicBezTo>
                  <a:pt x="167" y="10"/>
                  <a:pt x="166" y="10"/>
                  <a:pt x="166" y="10"/>
                </a:cubicBezTo>
                <a:cubicBezTo>
                  <a:pt x="166" y="10"/>
                  <a:pt x="166" y="10"/>
                  <a:pt x="165" y="10"/>
                </a:cubicBezTo>
                <a:cubicBezTo>
                  <a:pt x="165" y="10"/>
                  <a:pt x="164" y="10"/>
                  <a:pt x="164" y="10"/>
                </a:cubicBezTo>
                <a:cubicBezTo>
                  <a:pt x="164" y="10"/>
                  <a:pt x="164" y="10"/>
                  <a:pt x="164" y="11"/>
                </a:cubicBezTo>
                <a:cubicBezTo>
                  <a:pt x="164" y="12"/>
                  <a:pt x="164" y="12"/>
                  <a:pt x="164" y="13"/>
                </a:cubicBezTo>
                <a:cubicBezTo>
                  <a:pt x="164" y="13"/>
                  <a:pt x="164" y="13"/>
                  <a:pt x="164" y="14"/>
                </a:cubicBezTo>
                <a:cubicBezTo>
                  <a:pt x="164" y="14"/>
                  <a:pt x="164" y="14"/>
                  <a:pt x="164" y="15"/>
                </a:cubicBezTo>
                <a:cubicBezTo>
                  <a:pt x="164" y="15"/>
                  <a:pt x="164" y="15"/>
                  <a:pt x="164" y="16"/>
                </a:cubicBezTo>
                <a:cubicBezTo>
                  <a:pt x="164" y="16"/>
                  <a:pt x="164" y="16"/>
                  <a:pt x="164" y="16"/>
                </a:cubicBezTo>
                <a:cubicBezTo>
                  <a:pt x="164" y="17"/>
                  <a:pt x="164" y="17"/>
                  <a:pt x="164" y="17"/>
                </a:cubicBezTo>
                <a:cubicBezTo>
                  <a:pt x="164" y="17"/>
                  <a:pt x="164" y="18"/>
                  <a:pt x="164" y="18"/>
                </a:cubicBezTo>
                <a:cubicBezTo>
                  <a:pt x="164" y="18"/>
                  <a:pt x="164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lnTo>
                  <a:pt x="163" y="17"/>
                </a:lnTo>
                <a:cubicBezTo>
                  <a:pt x="163" y="17"/>
                  <a:pt x="163" y="15"/>
                  <a:pt x="163" y="14"/>
                </a:cubicBezTo>
                <a:cubicBezTo>
                  <a:pt x="163" y="12"/>
                  <a:pt x="163" y="11"/>
                  <a:pt x="163" y="11"/>
                </a:cubicBezTo>
                <a:cubicBezTo>
                  <a:pt x="163" y="11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1" y="10"/>
                  <a:pt x="161" y="10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0" y="12"/>
                  <a:pt x="160" y="12"/>
                  <a:pt x="160" y="12"/>
                </a:cubicBezTo>
                <a:lnTo>
                  <a:pt x="160" y="13"/>
                </a:lnTo>
                <a:cubicBezTo>
                  <a:pt x="160" y="13"/>
                  <a:pt x="160" y="13"/>
                  <a:pt x="160" y="14"/>
                </a:cubicBezTo>
                <a:cubicBezTo>
                  <a:pt x="160" y="14"/>
                  <a:pt x="159" y="14"/>
                  <a:pt x="159" y="15"/>
                </a:cubicBezTo>
                <a:cubicBezTo>
                  <a:pt x="159" y="15"/>
                  <a:pt x="158" y="15"/>
                  <a:pt x="158" y="15"/>
                </a:cubicBezTo>
                <a:cubicBezTo>
                  <a:pt x="158" y="15"/>
                  <a:pt x="158" y="15"/>
                  <a:pt x="158" y="15"/>
                </a:cubicBezTo>
                <a:cubicBezTo>
                  <a:pt x="158" y="15"/>
                  <a:pt x="158" y="14"/>
                  <a:pt x="159" y="14"/>
                </a:cubicBezTo>
                <a:cubicBezTo>
                  <a:pt x="159" y="13"/>
                  <a:pt x="159" y="12"/>
                  <a:pt x="160" y="12"/>
                </a:cubicBezTo>
                <a:cubicBezTo>
                  <a:pt x="160" y="11"/>
                  <a:pt x="160" y="11"/>
                  <a:pt x="160" y="10"/>
                </a:cubicBezTo>
                <a:cubicBezTo>
                  <a:pt x="160" y="9"/>
                  <a:pt x="160" y="8"/>
                  <a:pt x="160" y="8"/>
                </a:cubicBezTo>
                <a:lnTo>
                  <a:pt x="160" y="7"/>
                </a:lnTo>
                <a:cubicBezTo>
                  <a:pt x="160" y="7"/>
                  <a:pt x="160" y="6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6"/>
                  <a:pt x="162" y="6"/>
                  <a:pt x="162" y="6"/>
                </a:cubicBezTo>
                <a:cubicBezTo>
                  <a:pt x="163" y="5"/>
                  <a:pt x="164" y="5"/>
                  <a:pt x="164" y="5"/>
                </a:cubicBezTo>
                <a:cubicBezTo>
                  <a:pt x="164" y="5"/>
                  <a:pt x="165" y="5"/>
                  <a:pt x="165" y="5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7"/>
                  <a:pt x="164" y="7"/>
                  <a:pt x="164" y="7"/>
                </a:cubicBezTo>
                <a:cubicBezTo>
                  <a:pt x="164" y="7"/>
                  <a:pt x="164" y="7"/>
                  <a:pt x="164" y="7"/>
                </a:cubicBezTo>
                <a:cubicBezTo>
                  <a:pt x="163" y="7"/>
                  <a:pt x="163" y="7"/>
                  <a:pt x="163" y="7"/>
                </a:cubicBezTo>
                <a:cubicBezTo>
                  <a:pt x="162" y="7"/>
                  <a:pt x="162" y="7"/>
                  <a:pt x="161" y="8"/>
                </a:cubicBezTo>
                <a:cubicBezTo>
                  <a:pt x="161" y="8"/>
                  <a:pt x="161" y="9"/>
                  <a:pt x="161" y="9"/>
                </a:cubicBezTo>
                <a:cubicBezTo>
                  <a:pt x="161" y="9"/>
                  <a:pt x="161" y="9"/>
                  <a:pt x="161" y="9"/>
                </a:cubicBezTo>
                <a:cubicBezTo>
                  <a:pt x="161" y="9"/>
                  <a:pt x="162" y="9"/>
                  <a:pt x="163" y="9"/>
                </a:cubicBezTo>
                <a:cubicBezTo>
                  <a:pt x="163" y="8"/>
                  <a:pt x="164" y="8"/>
                  <a:pt x="165" y="8"/>
                </a:cubicBezTo>
                <a:cubicBezTo>
                  <a:pt x="165" y="8"/>
                  <a:pt x="165" y="8"/>
                  <a:pt x="166" y="8"/>
                </a:cubicBezTo>
                <a:close/>
              </a:path>
              <a:path w="192" h="20">
                <a:moveTo>
                  <a:pt x="28" y="11"/>
                </a:moveTo>
                <a:cubicBezTo>
                  <a:pt x="28" y="11"/>
                  <a:pt x="28" y="11"/>
                  <a:pt x="28" y="11"/>
                </a:cubicBezTo>
                <a:cubicBezTo>
                  <a:pt x="28" y="11"/>
                  <a:pt x="29" y="10"/>
                  <a:pt x="30" y="10"/>
                </a:cubicBezTo>
                <a:cubicBezTo>
                  <a:pt x="30" y="10"/>
                  <a:pt x="30" y="10"/>
                  <a:pt x="30" y="10"/>
                </a:cubicBezTo>
                <a:cubicBezTo>
                  <a:pt x="30" y="10"/>
                  <a:pt x="30" y="9"/>
                  <a:pt x="30" y="9"/>
                </a:cubicBezTo>
                <a:lnTo>
                  <a:pt x="30" y="7"/>
                </a:lnTo>
                <a:cubicBezTo>
                  <a:pt x="30" y="6"/>
                  <a:pt x="30" y="6"/>
                  <a:pt x="30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8" y="6"/>
                  <a:pt x="28" y="6"/>
                  <a:pt x="28" y="6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8"/>
                  <a:pt x="29" y="8"/>
                  <a:pt x="29" y="8"/>
                </a:cubicBezTo>
                <a:cubicBezTo>
                  <a:pt x="29" y="8"/>
                  <a:pt x="29" y="8"/>
                  <a:pt x="29" y="9"/>
                </a:cubicBez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28" y="9"/>
                  <a:pt x="28" y="9"/>
                </a:cubicBezTo>
                <a:cubicBezTo>
                  <a:pt x="28" y="9"/>
                  <a:pt x="28" y="9"/>
                  <a:pt x="28" y="10"/>
                </a:cubicBezTo>
                <a:cubicBezTo>
                  <a:pt x="28" y="10"/>
                  <a:pt x="28" y="10"/>
                  <a:pt x="28" y="10"/>
                </a:cubicBezTo>
                <a:cubicBezTo>
                  <a:pt x="28" y="10"/>
                  <a:pt x="28" y="11"/>
                  <a:pt x="28" y="11"/>
                </a:cubicBezTo>
                <a:cubicBezTo>
                  <a:pt x="28" y="11"/>
                  <a:pt x="28" y="11"/>
                  <a:pt x="28" y="11"/>
                </a:cubicBezTo>
                <a:close/>
              </a:path>
              <a:path w="192" h="20">
                <a:moveTo>
                  <a:pt x="53" y="8"/>
                </a:moveTo>
                <a:cubicBezTo>
                  <a:pt x="53" y="7"/>
                  <a:pt x="53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8"/>
                </a:cubicBezTo>
                <a:cubicBezTo>
                  <a:pt x="51" y="8"/>
                  <a:pt x="51" y="9"/>
                  <a:pt x="51" y="9"/>
                </a:cubicBezTo>
                <a:cubicBezTo>
                  <a:pt x="51" y="9"/>
                  <a:pt x="52" y="9"/>
                  <a:pt x="52" y="9"/>
                </a:cubicBezTo>
                <a:cubicBezTo>
                  <a:pt x="52" y="9"/>
                  <a:pt x="52" y="9"/>
                  <a:pt x="52" y="9"/>
                </a:cubicBezTo>
                <a:cubicBezTo>
                  <a:pt x="53" y="8"/>
                  <a:pt x="53" y="8"/>
                  <a:pt x="53" y="8"/>
                </a:cubicBezTo>
                <a:close/>
              </a:path>
              <a:path w="192" h="20">
                <a:moveTo>
                  <a:pt x="50" y="8"/>
                </a:moveTo>
                <a:cubicBezTo>
                  <a:pt x="50" y="8"/>
                  <a:pt x="50" y="8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8"/>
                  <a:pt x="50" y="8"/>
                </a:cubicBezTo>
                <a:cubicBezTo>
                  <a:pt x="50" y="8"/>
                  <a:pt x="50" y="8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8"/>
                  <a:pt x="50" y="8"/>
                  <a:pt x="50" y="8"/>
                </a:cubicBezTo>
                <a:close/>
              </a:path>
              <a:path w="192" h="20">
                <a:moveTo>
                  <a:pt x="49" y="9"/>
                </a:moveTo>
                <a:cubicBezTo>
                  <a:pt x="49" y="9"/>
                  <a:pt x="49" y="9"/>
                  <a:pt x="49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9"/>
                  <a:pt x="48" y="9"/>
                  <a:pt x="48" y="9"/>
                </a:cubicBezTo>
                <a:cubicBezTo>
                  <a:pt x="48" y="9"/>
                  <a:pt x="48" y="9"/>
                  <a:pt x="48" y="9"/>
                </a:cubicBezTo>
                <a:cubicBezTo>
                  <a:pt x="49" y="9"/>
                  <a:pt x="49" y="9"/>
                  <a:pt x="49" y="9"/>
                </a:cubicBezTo>
                <a:close/>
              </a:path>
              <a:path w="192" h="20">
                <a:moveTo>
                  <a:pt x="51" y="13"/>
                </a:moveTo>
                <a:cubicBezTo>
                  <a:pt x="51" y="13"/>
                  <a:pt x="51" y="13"/>
                  <a:pt x="51" y="13"/>
                </a:cubicBezTo>
                <a:cubicBezTo>
                  <a:pt x="51" y="13"/>
                  <a:pt x="52" y="13"/>
                  <a:pt x="52" y="13"/>
                </a:cubicBezTo>
                <a:cubicBezTo>
                  <a:pt x="52" y="13"/>
                  <a:pt x="52" y="12"/>
                  <a:pt x="52" y="12"/>
                </a:cubicBezTo>
                <a:cubicBezTo>
                  <a:pt x="52" y="12"/>
                  <a:pt x="52" y="12"/>
                  <a:pt x="51" y="12"/>
                </a:cubicBezTo>
                <a:cubicBezTo>
                  <a:pt x="51" y="12"/>
                  <a:pt x="51" y="12"/>
                  <a:pt x="51" y="12"/>
                </a:cubicBezTo>
                <a:cubicBezTo>
                  <a:pt x="51" y="12"/>
                  <a:pt x="51" y="12"/>
                  <a:pt x="50" y="12"/>
                </a:cubicBezTo>
                <a:cubicBezTo>
                  <a:pt x="50" y="12"/>
                  <a:pt x="50" y="12"/>
                  <a:pt x="50" y="12"/>
                </a:cubicBezTo>
                <a:cubicBezTo>
                  <a:pt x="50" y="12"/>
                  <a:pt x="50" y="12"/>
                  <a:pt x="50" y="13"/>
                </a:cubicBezTo>
                <a:cubicBezTo>
                  <a:pt x="50" y="13"/>
                  <a:pt x="50" y="13"/>
                  <a:pt x="51" y="13"/>
                </a:cubicBezTo>
                <a:close/>
              </a:path>
              <a:path w="192" h="20">
                <a:moveTo>
                  <a:pt x="51" y="15"/>
                </a:moveTo>
                <a:cubicBezTo>
                  <a:pt x="52" y="15"/>
                  <a:pt x="52" y="15"/>
                  <a:pt x="52" y="15"/>
                </a:cubicBezTo>
                <a:cubicBezTo>
                  <a:pt x="53" y="15"/>
                  <a:pt x="53" y="15"/>
                  <a:pt x="53" y="14"/>
                </a:cubicBezTo>
                <a:cubicBezTo>
                  <a:pt x="53" y="14"/>
                  <a:pt x="53" y="14"/>
                  <a:pt x="53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1" y="14"/>
                  <a:pt x="51" y="14"/>
                </a:cubicBezTo>
                <a:cubicBezTo>
                  <a:pt x="51" y="14"/>
                  <a:pt x="51" y="14"/>
                  <a:pt x="51" y="14"/>
                </a:cubicBezTo>
                <a:lnTo>
                  <a:pt x="50" y="14"/>
                </a:lnTo>
                <a:cubicBezTo>
                  <a:pt x="50" y="14"/>
                  <a:pt x="50" y="14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3"/>
                </a:cubicBezTo>
                <a:cubicBezTo>
                  <a:pt x="49" y="13"/>
                  <a:pt x="49" y="13"/>
                  <a:pt x="49" y="13"/>
                </a:cubicBezTo>
                <a:cubicBezTo>
                  <a:pt x="49" y="14"/>
                  <a:pt x="49" y="14"/>
                  <a:pt x="49" y="15"/>
                </a:cubicBezTo>
                <a:cubicBezTo>
                  <a:pt x="50" y="15"/>
                  <a:pt x="50" y="15"/>
                  <a:pt x="51" y="15"/>
                </a:cubicBezTo>
                <a:close/>
              </a:path>
              <a:path w="192" h="20">
                <a:moveTo>
                  <a:pt x="68" y="8"/>
                </a:moveTo>
                <a:cubicBezTo>
                  <a:pt x="68" y="8"/>
                  <a:pt x="69" y="8"/>
                  <a:pt x="69" y="8"/>
                </a:cubicBezTo>
                <a:cubicBezTo>
                  <a:pt x="69" y="8"/>
                  <a:pt x="69" y="7"/>
                  <a:pt x="69" y="7"/>
                </a:cubicBezTo>
                <a:cubicBezTo>
                  <a:pt x="69" y="7"/>
                  <a:pt x="69" y="6"/>
                  <a:pt x="69" y="6"/>
                </a:cubicBezTo>
                <a:cubicBezTo>
                  <a:pt x="69" y="6"/>
                  <a:pt x="69" y="5"/>
                  <a:pt x="69" y="5"/>
                </a:cubicBezTo>
                <a:cubicBezTo>
                  <a:pt x="68" y="5"/>
                  <a:pt x="68" y="5"/>
                  <a:pt x="68" y="5"/>
                </a:cubicBezTo>
                <a:cubicBezTo>
                  <a:pt x="68" y="5"/>
                  <a:pt x="67" y="5"/>
                  <a:pt x="67" y="5"/>
                </a:cubicBezTo>
                <a:cubicBezTo>
                  <a:pt x="67" y="5"/>
                  <a:pt x="67" y="5"/>
                  <a:pt x="66" y="5"/>
                </a:cubicBezTo>
                <a:cubicBezTo>
                  <a:pt x="66" y="6"/>
                  <a:pt x="66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7"/>
                  <a:pt x="65" y="7"/>
                  <a:pt x="65" y="8"/>
                </a:cubicBezTo>
                <a:cubicBezTo>
                  <a:pt x="65" y="8"/>
                  <a:pt x="65" y="8"/>
                  <a:pt x="65" y="8"/>
                </a:cubicBezTo>
                <a:cubicBezTo>
                  <a:pt x="66" y="8"/>
                  <a:pt x="66" y="8"/>
                  <a:pt x="66" y="8"/>
                </a:cubicBezTo>
                <a:cubicBezTo>
                  <a:pt x="67" y="7"/>
                  <a:pt x="68" y="7"/>
                  <a:pt x="68" y="7"/>
                </a:cubicBezTo>
                <a:cubicBezTo>
                  <a:pt x="68" y="7"/>
                  <a:pt x="68" y="7"/>
                  <a:pt x="68" y="8"/>
                </a:cubicBezTo>
                <a:cubicBezTo>
                  <a:pt x="68" y="8"/>
                  <a:pt x="68" y="8"/>
                  <a:pt x="68" y="8"/>
                </a:cubicBezTo>
                <a:close/>
                <a:moveTo>
                  <a:pt x="68" y="6"/>
                </a:moveTo>
                <a:cubicBezTo>
                  <a:pt x="68" y="6"/>
                  <a:pt x="68" y="6"/>
                  <a:pt x="68" y="6"/>
                </a:cubicBezTo>
                <a:cubicBezTo>
                  <a:pt x="68" y="7"/>
                  <a:pt x="68" y="7"/>
                  <a:pt x="67" y="7"/>
                </a:cubicBezTo>
                <a:cubicBezTo>
                  <a:pt x="67" y="7"/>
                  <a:pt x="66" y="7"/>
                  <a:pt x="66" y="7"/>
                </a:cubicBezTo>
                <a:cubicBezTo>
                  <a:pt x="66" y="7"/>
                  <a:pt x="66" y="7"/>
                  <a:pt x="66" y="7"/>
                </a:cubicBezTo>
                <a:cubicBezTo>
                  <a:pt x="65" y="7"/>
                  <a:pt x="65" y="7"/>
                  <a:pt x="65" y="6"/>
                </a:cubicBezTo>
                <a:cubicBezTo>
                  <a:pt x="65" y="6"/>
                  <a:pt x="66" y="6"/>
                  <a:pt x="66" y="6"/>
                </a:cubicBezTo>
                <a:cubicBezTo>
                  <a:pt x="66" y="6"/>
                  <a:pt x="67" y="6"/>
                  <a:pt x="67" y="6"/>
                </a:cubicBezTo>
                <a:cubicBezTo>
                  <a:pt x="67" y="6"/>
                  <a:pt x="67" y="6"/>
                  <a:pt x="68" y="6"/>
                </a:cubicBezTo>
                <a:close/>
              </a:path>
              <a:path w="192" h="20">
                <a:moveTo>
                  <a:pt x="127" y="7"/>
                </a:moveTo>
                <a:cubicBezTo>
                  <a:pt x="127" y="7"/>
                  <a:pt x="127" y="7"/>
                  <a:pt x="127" y="7"/>
                </a:cubicBezTo>
                <a:cubicBezTo>
                  <a:pt x="127" y="7"/>
                  <a:pt x="127" y="7"/>
                  <a:pt x="127" y="6"/>
                </a:cubicBezTo>
                <a:cubicBezTo>
                  <a:pt x="127" y="6"/>
                  <a:pt x="127" y="5"/>
                  <a:pt x="127" y="5"/>
                </a:cubicBezTo>
                <a:cubicBezTo>
                  <a:pt x="127" y="4"/>
                  <a:pt x="127" y="4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6" y="3"/>
                  <a:pt x="126" y="3"/>
                </a:cubicBezTo>
                <a:cubicBezTo>
                  <a:pt x="125" y="3"/>
                  <a:pt x="125" y="3"/>
                  <a:pt x="125" y="4"/>
                </a:cubicBezTo>
                <a:cubicBezTo>
                  <a:pt x="125" y="4"/>
                  <a:pt x="125" y="4"/>
                  <a:pt x="125" y="4"/>
                </a:cubicBezTo>
                <a:cubicBezTo>
                  <a:pt x="125" y="4"/>
                  <a:pt x="125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5"/>
                  <a:pt x="126" y="5"/>
                  <a:pt x="126" y="5"/>
                </a:cubicBezTo>
                <a:cubicBezTo>
                  <a:pt x="125" y="5"/>
                  <a:pt x="125" y="5"/>
                  <a:pt x="125" y="5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7" y="7"/>
                </a:cubicBezTo>
                <a:cubicBezTo>
                  <a:pt x="127" y="7"/>
                  <a:pt x="127" y="7"/>
                  <a:pt x="127" y="7"/>
                </a:cubicBezTo>
                <a:close/>
              </a:path>
              <a:path w="192" h="20">
                <a:moveTo>
                  <a:pt x="125" y="13"/>
                </a:moveTo>
                <a:cubicBezTo>
                  <a:pt x="125" y="13"/>
                  <a:pt x="125" y="13"/>
                  <a:pt x="125" y="13"/>
                </a:cubicBezTo>
                <a:cubicBezTo>
                  <a:pt x="125" y="13"/>
                  <a:pt x="125" y="12"/>
                  <a:pt x="125" y="12"/>
                </a:cubicBezTo>
                <a:cubicBezTo>
                  <a:pt x="126" y="12"/>
                  <a:pt x="126" y="11"/>
                  <a:pt x="126" y="11"/>
                </a:cubicBezTo>
                <a:cubicBezTo>
                  <a:pt x="126" y="11"/>
                  <a:pt x="125" y="11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4" y="10"/>
                  <a:pt x="124" y="10"/>
                  <a:pt x="124" y="11"/>
                </a:cubicBezTo>
                <a:cubicBezTo>
                  <a:pt x="124" y="11"/>
                  <a:pt x="124" y="11"/>
                  <a:pt x="124" y="11"/>
                </a:cubicBezTo>
                <a:cubicBezTo>
                  <a:pt x="124" y="12"/>
                  <a:pt x="124" y="12"/>
                  <a:pt x="124" y="12"/>
                </a:cubicBezTo>
                <a:cubicBezTo>
                  <a:pt x="125" y="12"/>
                  <a:pt x="125" y="12"/>
                  <a:pt x="125" y="12"/>
                </a:cubicBezTo>
                <a:cubicBezTo>
                  <a:pt x="125" y="13"/>
                  <a:pt x="125" y="13"/>
                  <a:pt x="125" y="13"/>
                </a:cubicBezTo>
                <a:close/>
              </a:path>
              <a:path w="192" h="20">
                <a:moveTo>
                  <a:pt x="156" y="13"/>
                </a:moveTo>
                <a:cubicBezTo>
                  <a:pt x="156" y="13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5" y="12"/>
                </a:cubicBezTo>
                <a:cubicBezTo>
                  <a:pt x="155" y="12"/>
                  <a:pt x="155" y="12"/>
                  <a:pt x="155" y="12"/>
                </a:cubicBezTo>
                <a:cubicBezTo>
                  <a:pt x="155" y="12"/>
                  <a:pt x="155" y="12"/>
                  <a:pt x="155" y="13"/>
                </a:cubicBezTo>
                <a:cubicBezTo>
                  <a:pt x="155" y="13"/>
                  <a:pt x="155" y="13"/>
                  <a:pt x="155" y="13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3"/>
                  <a:pt x="156" y="13"/>
                  <a:pt x="156" y="13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8" name="Rectangle 13"/>
          <p:cNvSpPr>
            <a:spLocks noGrp="1"/>
          </p:cNvSpPr>
          <p:nvPr/>
        </p:nvSpPr>
        <p:spPr>
          <a:xfrm>
            <a:off x="9972040" y="260350"/>
            <a:ext cx="182880" cy="6350"/>
          </a:xfrm>
          <a:prstGeom prst="rect">
            <a:avLst/>
          </a:prstGeom>
          <a:solidFill>
            <a:srgbClr val="005A9F"/>
          </a:solidFill>
          <a:ln>
            <a:noFill/>
          </a:ln>
        </p:spPr>
      </p:sp>
      <p:sp>
        <p:nvSpPr>
          <p:cNvPr id="19" name="Freeform 14"/>
          <p:cNvSpPr>
            <a:spLocks noGrp="1"/>
          </p:cNvSpPr>
          <p:nvPr/>
        </p:nvSpPr>
        <p:spPr>
          <a:xfrm>
            <a:off x="9881870" y="177800"/>
            <a:ext cx="358140" cy="91440"/>
          </a:xfrm>
          <a:custGeom>
            <a:avLst/>
            <a:gdLst/>
            <a:ahLst/>
            <a:cxnLst/>
            <a:rect l="l" t="t" r="r" b="b"/>
            <a:pathLst>
              <a:path w="232" h="59">
                <a:moveTo>
                  <a:pt x="7" y="34"/>
                </a:moveTo>
                <a:lnTo>
                  <a:pt x="2" y="31"/>
                </a:lnTo>
                <a:lnTo>
                  <a:pt x="1" y="31"/>
                </a:lnTo>
                <a:lnTo>
                  <a:pt x="1" y="30"/>
                </a:lnTo>
                <a:lnTo>
                  <a:pt x="2" y="30"/>
                </a:lnTo>
                <a:lnTo>
                  <a:pt x="3" y="30"/>
                </a:lnTo>
                <a:lnTo>
                  <a:pt x="3" y="29"/>
                </a:lnTo>
                <a:lnTo>
                  <a:pt x="4" y="29"/>
                </a:lnTo>
                <a:lnTo>
                  <a:pt x="5" y="30"/>
                </a:lnTo>
                <a:lnTo>
                  <a:pt x="6" y="30"/>
                </a:lnTo>
                <a:lnTo>
                  <a:pt x="7" y="31"/>
                </a:lnTo>
                <a:lnTo>
                  <a:pt x="7" y="32"/>
                </a:lnTo>
                <a:lnTo>
                  <a:pt x="8" y="34"/>
                </a:lnTo>
                <a:lnTo>
                  <a:pt x="9" y="33"/>
                </a:lnTo>
                <a:lnTo>
                  <a:pt x="9" y="28"/>
                </a:lnTo>
                <a:lnTo>
                  <a:pt x="9" y="27"/>
                </a:lnTo>
                <a:lnTo>
                  <a:pt x="9" y="26"/>
                </a:lnTo>
                <a:lnTo>
                  <a:pt x="10" y="26"/>
                </a:lnTo>
                <a:lnTo>
                  <a:pt x="11" y="26"/>
                </a:lnTo>
                <a:lnTo>
                  <a:pt x="12" y="26"/>
                </a:lnTo>
                <a:lnTo>
                  <a:pt x="13" y="26"/>
                </a:lnTo>
                <a:lnTo>
                  <a:pt x="14" y="27"/>
                </a:lnTo>
                <a:lnTo>
                  <a:pt x="14" y="28"/>
                </a:lnTo>
                <a:lnTo>
                  <a:pt x="15" y="28"/>
                </a:lnTo>
                <a:lnTo>
                  <a:pt x="15" y="29"/>
                </a:lnTo>
                <a:lnTo>
                  <a:pt x="14" y="29"/>
                </a:lnTo>
                <a:lnTo>
                  <a:pt x="12" y="32"/>
                </a:lnTo>
                <a:lnTo>
                  <a:pt x="12" y="33"/>
                </a:lnTo>
                <a:lnTo>
                  <a:pt x="11" y="33"/>
                </a:lnTo>
                <a:lnTo>
                  <a:pt x="11" y="34"/>
                </a:lnTo>
                <a:lnTo>
                  <a:pt x="11" y="35"/>
                </a:lnTo>
                <a:lnTo>
                  <a:pt x="11" y="37"/>
                </a:lnTo>
                <a:lnTo>
                  <a:pt x="13" y="37"/>
                </a:lnTo>
                <a:lnTo>
                  <a:pt x="14" y="36"/>
                </a:lnTo>
                <a:lnTo>
                  <a:pt x="14" y="35"/>
                </a:lnTo>
                <a:lnTo>
                  <a:pt x="14" y="34"/>
                </a:lnTo>
                <a:lnTo>
                  <a:pt x="14" y="33"/>
                </a:lnTo>
                <a:lnTo>
                  <a:pt x="13" y="33"/>
                </a:lnTo>
                <a:lnTo>
                  <a:pt x="13" y="32"/>
                </a:lnTo>
                <a:lnTo>
                  <a:pt x="14" y="32"/>
                </a:lnTo>
                <a:lnTo>
                  <a:pt x="16" y="32"/>
                </a:lnTo>
                <a:lnTo>
                  <a:pt x="17" y="32"/>
                </a:lnTo>
                <a:lnTo>
                  <a:pt x="18" y="32"/>
                </a:lnTo>
                <a:lnTo>
                  <a:pt x="18" y="33"/>
                </a:lnTo>
                <a:lnTo>
                  <a:pt x="18" y="34"/>
                </a:lnTo>
                <a:lnTo>
                  <a:pt x="17" y="34"/>
                </a:lnTo>
                <a:lnTo>
                  <a:pt x="17" y="35"/>
                </a:lnTo>
                <a:lnTo>
                  <a:pt x="17" y="36"/>
                </a:lnTo>
                <a:lnTo>
                  <a:pt x="16" y="36"/>
                </a:lnTo>
                <a:lnTo>
                  <a:pt x="16" y="38"/>
                </a:lnTo>
                <a:lnTo>
                  <a:pt x="17" y="38"/>
                </a:lnTo>
                <a:lnTo>
                  <a:pt x="19" y="35"/>
                </a:lnTo>
                <a:lnTo>
                  <a:pt x="19" y="34"/>
                </a:lnTo>
                <a:lnTo>
                  <a:pt x="20" y="34"/>
                </a:lnTo>
                <a:lnTo>
                  <a:pt x="21" y="34"/>
                </a:lnTo>
                <a:lnTo>
                  <a:pt x="22" y="34"/>
                </a:lnTo>
                <a:lnTo>
                  <a:pt x="22" y="35"/>
                </a:lnTo>
                <a:lnTo>
                  <a:pt x="23" y="35"/>
                </a:lnTo>
                <a:lnTo>
                  <a:pt x="23" y="36"/>
                </a:lnTo>
                <a:lnTo>
                  <a:pt x="22" y="36"/>
                </a:lnTo>
                <a:lnTo>
                  <a:pt x="19" y="42"/>
                </a:lnTo>
                <a:lnTo>
                  <a:pt x="18" y="42"/>
                </a:lnTo>
                <a:lnTo>
                  <a:pt x="18" y="43"/>
                </a:lnTo>
                <a:lnTo>
                  <a:pt x="19" y="43"/>
                </a:lnTo>
                <a:lnTo>
                  <a:pt x="20" y="43"/>
                </a:lnTo>
                <a:lnTo>
                  <a:pt x="22" y="43"/>
                </a:lnTo>
                <a:lnTo>
                  <a:pt x="23" y="43"/>
                </a:lnTo>
                <a:lnTo>
                  <a:pt x="23" y="44"/>
                </a:lnTo>
                <a:lnTo>
                  <a:pt x="20" y="48"/>
                </a:lnTo>
                <a:lnTo>
                  <a:pt x="24" y="54"/>
                </a:lnTo>
                <a:lnTo>
                  <a:pt x="24" y="56"/>
                </a:lnTo>
                <a:lnTo>
                  <a:pt x="25" y="57"/>
                </a:lnTo>
                <a:lnTo>
                  <a:pt x="25" y="58"/>
                </a:lnTo>
                <a:lnTo>
                  <a:pt x="25" y="59"/>
                </a:lnTo>
                <a:lnTo>
                  <a:pt x="24" y="59"/>
                </a:lnTo>
                <a:lnTo>
                  <a:pt x="23" y="59"/>
                </a:lnTo>
                <a:lnTo>
                  <a:pt x="22" y="59"/>
                </a:lnTo>
                <a:lnTo>
                  <a:pt x="22" y="58"/>
                </a:lnTo>
                <a:lnTo>
                  <a:pt x="17" y="51"/>
                </a:lnTo>
                <a:lnTo>
                  <a:pt x="13" y="57"/>
                </a:lnTo>
                <a:lnTo>
                  <a:pt x="12" y="58"/>
                </a:lnTo>
                <a:lnTo>
                  <a:pt x="11" y="58"/>
                </a:lnTo>
                <a:lnTo>
                  <a:pt x="10" y="58"/>
                </a:lnTo>
                <a:lnTo>
                  <a:pt x="10" y="57"/>
                </a:lnTo>
                <a:lnTo>
                  <a:pt x="12" y="52"/>
                </a:lnTo>
                <a:lnTo>
                  <a:pt x="14" y="47"/>
                </a:lnTo>
                <a:lnTo>
                  <a:pt x="14" y="46"/>
                </a:lnTo>
                <a:lnTo>
                  <a:pt x="13" y="46"/>
                </a:lnTo>
                <a:lnTo>
                  <a:pt x="8" y="53"/>
                </a:lnTo>
                <a:lnTo>
                  <a:pt x="7" y="54"/>
                </a:lnTo>
                <a:lnTo>
                  <a:pt x="7" y="55"/>
                </a:lnTo>
                <a:lnTo>
                  <a:pt x="6" y="55"/>
                </a:lnTo>
                <a:lnTo>
                  <a:pt x="5" y="56"/>
                </a:lnTo>
                <a:lnTo>
                  <a:pt x="3" y="56"/>
                </a:lnTo>
                <a:lnTo>
                  <a:pt x="2" y="55"/>
                </a:lnTo>
                <a:lnTo>
                  <a:pt x="12" y="44"/>
                </a:lnTo>
                <a:lnTo>
                  <a:pt x="11" y="42"/>
                </a:lnTo>
                <a:lnTo>
                  <a:pt x="11" y="43"/>
                </a:lnTo>
                <a:lnTo>
                  <a:pt x="10" y="43"/>
                </a:lnTo>
                <a:lnTo>
                  <a:pt x="10" y="44"/>
                </a:lnTo>
                <a:lnTo>
                  <a:pt x="10" y="45"/>
                </a:lnTo>
                <a:lnTo>
                  <a:pt x="10" y="46"/>
                </a:lnTo>
                <a:lnTo>
                  <a:pt x="9" y="47"/>
                </a:lnTo>
                <a:lnTo>
                  <a:pt x="5" y="46"/>
                </a:lnTo>
                <a:lnTo>
                  <a:pt x="5" y="45"/>
                </a:lnTo>
                <a:lnTo>
                  <a:pt x="5" y="44"/>
                </a:lnTo>
                <a:lnTo>
                  <a:pt x="3" y="43"/>
                </a:lnTo>
                <a:lnTo>
                  <a:pt x="3" y="42"/>
                </a:lnTo>
                <a:lnTo>
                  <a:pt x="4" y="42"/>
                </a:lnTo>
                <a:lnTo>
                  <a:pt x="7" y="42"/>
                </a:lnTo>
                <a:lnTo>
                  <a:pt x="8" y="42"/>
                </a:lnTo>
                <a:lnTo>
                  <a:pt x="8" y="41"/>
                </a:lnTo>
                <a:lnTo>
                  <a:pt x="9" y="41"/>
                </a:lnTo>
                <a:lnTo>
                  <a:pt x="10" y="41"/>
                </a:lnTo>
                <a:lnTo>
                  <a:pt x="10" y="40"/>
                </a:lnTo>
                <a:lnTo>
                  <a:pt x="8" y="39"/>
                </a:lnTo>
                <a:lnTo>
                  <a:pt x="8" y="38"/>
                </a:lnTo>
                <a:lnTo>
                  <a:pt x="8" y="37"/>
                </a:lnTo>
                <a:lnTo>
                  <a:pt x="9" y="37"/>
                </a:lnTo>
                <a:lnTo>
                  <a:pt x="10" y="37"/>
                </a:lnTo>
                <a:lnTo>
                  <a:pt x="10" y="36"/>
                </a:lnTo>
                <a:lnTo>
                  <a:pt x="10" y="35"/>
                </a:lnTo>
                <a:lnTo>
                  <a:pt x="9" y="35"/>
                </a:lnTo>
                <a:lnTo>
                  <a:pt x="5" y="39"/>
                </a:lnTo>
                <a:lnTo>
                  <a:pt x="4" y="40"/>
                </a:lnTo>
                <a:lnTo>
                  <a:pt x="3" y="40"/>
                </a:lnTo>
                <a:lnTo>
                  <a:pt x="2" y="40"/>
                </a:lnTo>
                <a:lnTo>
                  <a:pt x="1" y="40"/>
                </a:lnTo>
                <a:lnTo>
                  <a:pt x="0" y="40"/>
                </a:lnTo>
                <a:lnTo>
                  <a:pt x="0" y="39"/>
                </a:lnTo>
                <a:lnTo>
                  <a:pt x="1" y="38"/>
                </a:lnTo>
                <a:lnTo>
                  <a:pt x="7" y="34"/>
                </a:lnTo>
                <a:close/>
                <a:moveTo>
                  <a:pt x="17" y="45"/>
                </a:moveTo>
                <a:lnTo>
                  <a:pt x="17" y="45"/>
                </a:lnTo>
                <a:lnTo>
                  <a:pt x="18" y="45"/>
                </a:lnTo>
                <a:lnTo>
                  <a:pt x="18" y="46"/>
                </a:lnTo>
                <a:lnTo>
                  <a:pt x="19" y="46"/>
                </a:lnTo>
                <a:lnTo>
                  <a:pt x="19" y="45"/>
                </a:lnTo>
                <a:lnTo>
                  <a:pt x="18" y="44"/>
                </a:lnTo>
                <a:lnTo>
                  <a:pt x="17" y="44"/>
                </a:lnTo>
                <a:lnTo>
                  <a:pt x="17" y="45"/>
                </a:lnTo>
                <a:close/>
                <a:moveTo>
                  <a:pt x="16" y="42"/>
                </a:moveTo>
                <a:lnTo>
                  <a:pt x="18" y="39"/>
                </a:lnTo>
                <a:lnTo>
                  <a:pt x="19" y="39"/>
                </a:lnTo>
                <a:lnTo>
                  <a:pt x="17" y="42"/>
                </a:lnTo>
                <a:lnTo>
                  <a:pt x="17" y="43"/>
                </a:lnTo>
                <a:lnTo>
                  <a:pt x="16" y="43"/>
                </a:lnTo>
                <a:lnTo>
                  <a:pt x="16" y="42"/>
                </a:lnTo>
                <a:close/>
                <a:moveTo>
                  <a:pt x="13" y="38"/>
                </a:moveTo>
                <a:lnTo>
                  <a:pt x="15" y="41"/>
                </a:lnTo>
                <a:lnTo>
                  <a:pt x="15" y="40"/>
                </a:lnTo>
                <a:lnTo>
                  <a:pt x="16" y="40"/>
                </a:lnTo>
                <a:lnTo>
                  <a:pt x="16" y="39"/>
                </a:lnTo>
                <a:lnTo>
                  <a:pt x="15" y="39"/>
                </a:lnTo>
                <a:lnTo>
                  <a:pt x="15" y="38"/>
                </a:lnTo>
                <a:lnTo>
                  <a:pt x="15" y="37"/>
                </a:lnTo>
                <a:lnTo>
                  <a:pt x="14" y="37"/>
                </a:lnTo>
                <a:lnTo>
                  <a:pt x="13" y="38"/>
                </a:lnTo>
                <a:close/>
                <a:moveTo>
                  <a:pt x="11" y="29"/>
                </a:moveTo>
                <a:lnTo>
                  <a:pt x="11" y="29"/>
                </a:lnTo>
                <a:lnTo>
                  <a:pt x="11" y="28"/>
                </a:lnTo>
                <a:lnTo>
                  <a:pt x="12" y="28"/>
                </a:lnTo>
                <a:lnTo>
                  <a:pt x="12" y="29"/>
                </a:lnTo>
                <a:lnTo>
                  <a:pt x="12" y="30"/>
                </a:lnTo>
                <a:lnTo>
                  <a:pt x="12" y="31"/>
                </a:lnTo>
                <a:lnTo>
                  <a:pt x="11" y="31"/>
                </a:lnTo>
                <a:lnTo>
                  <a:pt x="11" y="30"/>
                </a:lnTo>
                <a:lnTo>
                  <a:pt x="11" y="29"/>
                </a:lnTo>
                <a:close/>
                <a:moveTo>
                  <a:pt x="15" y="48"/>
                </a:moveTo>
                <a:lnTo>
                  <a:pt x="16" y="49"/>
                </a:lnTo>
                <a:lnTo>
                  <a:pt x="13" y="53"/>
                </a:lnTo>
                <a:lnTo>
                  <a:pt x="12" y="53"/>
                </a:lnTo>
                <a:lnTo>
                  <a:pt x="15" y="48"/>
                </a:lnTo>
                <a:close/>
              </a:path>
              <a:path w="232" h="59">
                <a:moveTo>
                  <a:pt x="204" y="57"/>
                </a:moveTo>
                <a:cubicBezTo>
                  <a:pt x="202" y="54"/>
                  <a:pt x="202" y="53"/>
                  <a:pt x="201" y="52"/>
                </a:cubicBezTo>
                <a:cubicBezTo>
                  <a:pt x="201" y="52"/>
                  <a:pt x="201" y="52"/>
                  <a:pt x="201" y="52"/>
                </a:cubicBezTo>
                <a:cubicBezTo>
                  <a:pt x="203" y="53"/>
                  <a:pt x="204" y="54"/>
                  <a:pt x="206" y="52"/>
                </a:cubicBezTo>
                <a:cubicBezTo>
                  <a:pt x="208" y="50"/>
                  <a:pt x="209" y="48"/>
                  <a:pt x="210" y="46"/>
                </a:cubicBezTo>
                <a:cubicBezTo>
                  <a:pt x="210" y="45"/>
                  <a:pt x="210" y="45"/>
                  <a:pt x="210" y="45"/>
                </a:cubicBezTo>
                <a:cubicBezTo>
                  <a:pt x="207" y="45"/>
                  <a:pt x="204" y="46"/>
                  <a:pt x="200" y="46"/>
                </a:cubicBezTo>
                <a:cubicBezTo>
                  <a:pt x="199" y="45"/>
                  <a:pt x="198" y="43"/>
                  <a:pt x="198" y="42"/>
                </a:cubicBezTo>
                <a:cubicBezTo>
                  <a:pt x="198" y="42"/>
                  <a:pt x="198" y="42"/>
                  <a:pt x="198" y="42"/>
                </a:cubicBezTo>
                <a:cubicBezTo>
                  <a:pt x="203" y="42"/>
                  <a:pt x="208" y="44"/>
                  <a:pt x="213" y="43"/>
                </a:cubicBezTo>
                <a:cubicBezTo>
                  <a:pt x="214" y="43"/>
                  <a:pt x="217" y="41"/>
                  <a:pt x="216" y="41"/>
                </a:cubicBezTo>
                <a:cubicBezTo>
                  <a:pt x="215" y="39"/>
                  <a:pt x="210" y="41"/>
                  <a:pt x="209" y="38"/>
                </a:cubicBezTo>
                <a:cubicBezTo>
                  <a:pt x="209" y="38"/>
                  <a:pt x="209" y="38"/>
                  <a:pt x="209" y="38"/>
                </a:cubicBezTo>
                <a:cubicBezTo>
                  <a:pt x="213" y="38"/>
                  <a:pt x="216" y="39"/>
                  <a:pt x="219" y="39"/>
                </a:cubicBezTo>
                <a:cubicBezTo>
                  <a:pt x="221" y="38"/>
                  <a:pt x="223" y="37"/>
                  <a:pt x="224" y="37"/>
                </a:cubicBezTo>
                <a:cubicBezTo>
                  <a:pt x="225" y="36"/>
                  <a:pt x="225" y="36"/>
                  <a:pt x="226" y="35"/>
                </a:cubicBezTo>
                <a:cubicBezTo>
                  <a:pt x="225" y="34"/>
                  <a:pt x="222" y="33"/>
                  <a:pt x="222" y="34"/>
                </a:cubicBezTo>
                <a:cubicBezTo>
                  <a:pt x="221" y="36"/>
                  <a:pt x="221" y="38"/>
                  <a:pt x="218" y="38"/>
                </a:cubicBezTo>
                <a:cubicBezTo>
                  <a:pt x="216" y="38"/>
                  <a:pt x="216" y="37"/>
                  <a:pt x="215" y="36"/>
                </a:cubicBezTo>
                <a:cubicBezTo>
                  <a:pt x="215" y="33"/>
                  <a:pt x="217" y="33"/>
                  <a:pt x="218" y="32"/>
                </a:cubicBezTo>
                <a:cubicBezTo>
                  <a:pt x="217" y="31"/>
                  <a:pt x="216" y="32"/>
                  <a:pt x="215" y="32"/>
                </a:cubicBezTo>
                <a:cubicBezTo>
                  <a:pt x="215" y="33"/>
                  <a:pt x="215" y="33"/>
                  <a:pt x="214" y="34"/>
                </a:cubicBezTo>
                <a:cubicBezTo>
                  <a:pt x="214" y="35"/>
                  <a:pt x="214" y="36"/>
                  <a:pt x="213" y="36"/>
                </a:cubicBezTo>
                <a:cubicBezTo>
                  <a:pt x="212" y="36"/>
                  <a:pt x="212" y="34"/>
                  <a:pt x="212" y="34"/>
                </a:cubicBezTo>
                <a:cubicBezTo>
                  <a:pt x="211" y="34"/>
                  <a:pt x="211" y="35"/>
                  <a:pt x="210" y="36"/>
                </a:cubicBezTo>
                <a:cubicBezTo>
                  <a:pt x="209" y="36"/>
                  <a:pt x="209" y="36"/>
                  <a:pt x="209" y="35"/>
                </a:cubicBezTo>
                <a:cubicBezTo>
                  <a:pt x="210" y="33"/>
                  <a:pt x="210" y="29"/>
                  <a:pt x="211" y="27"/>
                </a:cubicBezTo>
                <a:cubicBezTo>
                  <a:pt x="212" y="27"/>
                  <a:pt x="211" y="29"/>
                  <a:pt x="212" y="30"/>
                </a:cubicBezTo>
                <a:cubicBezTo>
                  <a:pt x="212" y="30"/>
                  <a:pt x="213" y="30"/>
                  <a:pt x="213" y="30"/>
                </a:cubicBezTo>
                <a:cubicBezTo>
                  <a:pt x="213" y="28"/>
                  <a:pt x="213" y="26"/>
                  <a:pt x="213" y="24"/>
                </a:cubicBezTo>
                <a:cubicBezTo>
                  <a:pt x="213" y="24"/>
                  <a:pt x="213" y="24"/>
                  <a:pt x="213" y="24"/>
                </a:cubicBezTo>
                <a:cubicBezTo>
                  <a:pt x="214" y="23"/>
                  <a:pt x="215" y="26"/>
                  <a:pt x="215" y="27"/>
                </a:cubicBezTo>
                <a:cubicBezTo>
                  <a:pt x="215" y="28"/>
                  <a:pt x="215" y="29"/>
                  <a:pt x="215" y="30"/>
                </a:cubicBezTo>
                <a:cubicBezTo>
                  <a:pt x="216" y="31"/>
                  <a:pt x="217" y="31"/>
                  <a:pt x="218" y="30"/>
                </a:cubicBezTo>
                <a:cubicBezTo>
                  <a:pt x="218" y="29"/>
                  <a:pt x="217" y="28"/>
                  <a:pt x="218" y="27"/>
                </a:cubicBezTo>
                <a:cubicBezTo>
                  <a:pt x="219" y="27"/>
                  <a:pt x="219" y="29"/>
                  <a:pt x="221" y="29"/>
                </a:cubicBezTo>
                <a:cubicBezTo>
                  <a:pt x="221" y="28"/>
                  <a:pt x="222" y="28"/>
                  <a:pt x="223" y="27"/>
                </a:cubicBezTo>
                <a:cubicBezTo>
                  <a:pt x="224" y="28"/>
                  <a:pt x="225" y="30"/>
                  <a:pt x="224" y="31"/>
                </a:cubicBezTo>
                <a:cubicBezTo>
                  <a:pt x="224" y="31"/>
                  <a:pt x="223" y="31"/>
                  <a:pt x="223" y="32"/>
                </a:cubicBezTo>
                <a:cubicBezTo>
                  <a:pt x="224" y="32"/>
                  <a:pt x="228" y="33"/>
                  <a:pt x="229" y="33"/>
                </a:cubicBezTo>
                <a:cubicBezTo>
                  <a:pt x="230" y="33"/>
                  <a:pt x="232" y="37"/>
                  <a:pt x="230" y="39"/>
                </a:cubicBezTo>
                <a:cubicBezTo>
                  <a:pt x="229" y="39"/>
                  <a:pt x="226" y="39"/>
                  <a:pt x="225" y="39"/>
                </a:cubicBezTo>
                <a:cubicBezTo>
                  <a:pt x="223" y="39"/>
                  <a:pt x="223" y="39"/>
                  <a:pt x="222" y="39"/>
                </a:cubicBezTo>
                <a:cubicBezTo>
                  <a:pt x="221" y="40"/>
                  <a:pt x="221" y="40"/>
                  <a:pt x="222" y="42"/>
                </a:cubicBezTo>
                <a:cubicBezTo>
                  <a:pt x="221" y="44"/>
                  <a:pt x="218" y="42"/>
                  <a:pt x="217" y="44"/>
                </a:cubicBezTo>
                <a:cubicBezTo>
                  <a:pt x="218" y="45"/>
                  <a:pt x="220" y="46"/>
                  <a:pt x="219" y="48"/>
                </a:cubicBezTo>
                <a:cubicBezTo>
                  <a:pt x="218" y="49"/>
                  <a:pt x="215" y="49"/>
                  <a:pt x="214" y="48"/>
                </a:cubicBezTo>
                <a:cubicBezTo>
                  <a:pt x="215" y="46"/>
                  <a:pt x="215" y="46"/>
                  <a:pt x="215" y="46"/>
                </a:cubicBezTo>
                <a:cubicBezTo>
                  <a:pt x="215" y="46"/>
                  <a:pt x="215" y="46"/>
                  <a:pt x="214" y="46"/>
                </a:cubicBezTo>
                <a:cubicBezTo>
                  <a:pt x="212" y="46"/>
                  <a:pt x="210" y="51"/>
                  <a:pt x="209" y="53"/>
                </a:cubicBezTo>
                <a:cubicBezTo>
                  <a:pt x="208" y="54"/>
                  <a:pt x="207" y="58"/>
                  <a:pt x="204" y="57"/>
                </a:cubicBezTo>
                <a:close/>
                <a:moveTo>
                  <a:pt x="218" y="36"/>
                </a:moveTo>
                <a:cubicBezTo>
                  <a:pt x="218" y="35"/>
                  <a:pt x="218" y="35"/>
                  <a:pt x="218" y="35"/>
                </a:cubicBezTo>
                <a:cubicBezTo>
                  <a:pt x="218" y="35"/>
                  <a:pt x="219" y="34"/>
                  <a:pt x="219" y="34"/>
                </a:cubicBezTo>
                <a:cubicBezTo>
                  <a:pt x="219" y="35"/>
                  <a:pt x="219" y="35"/>
                  <a:pt x="218" y="36"/>
                </a:cubicBezTo>
                <a:cubicBezTo>
                  <a:pt x="218" y="36"/>
                  <a:pt x="218" y="36"/>
                  <a:pt x="218" y="36"/>
                </a:cubicBezTo>
                <a:close/>
              </a:path>
              <a:path w="232" h="59">
                <a:moveTo>
                  <a:pt x="177" y="37"/>
                </a:moveTo>
                <a:cubicBezTo>
                  <a:pt x="176" y="36"/>
                  <a:pt x="176" y="36"/>
                  <a:pt x="176" y="35"/>
                </a:cubicBezTo>
                <a:cubicBezTo>
                  <a:pt x="177" y="33"/>
                  <a:pt x="177" y="28"/>
                  <a:pt x="178" y="27"/>
                </a:cubicBezTo>
                <a:cubicBezTo>
                  <a:pt x="179" y="27"/>
                  <a:pt x="179" y="27"/>
                  <a:pt x="179" y="27"/>
                </a:cubicBezTo>
                <a:cubicBezTo>
                  <a:pt x="179" y="27"/>
                  <a:pt x="179" y="27"/>
                  <a:pt x="179" y="28"/>
                </a:cubicBezTo>
                <a:cubicBezTo>
                  <a:pt x="179" y="32"/>
                  <a:pt x="180" y="35"/>
                  <a:pt x="183" y="38"/>
                </a:cubicBezTo>
                <a:cubicBezTo>
                  <a:pt x="183" y="38"/>
                  <a:pt x="183" y="38"/>
                  <a:pt x="183" y="38"/>
                </a:cubicBezTo>
                <a:cubicBezTo>
                  <a:pt x="183" y="39"/>
                  <a:pt x="178" y="37"/>
                  <a:pt x="177" y="37"/>
                </a:cubicBezTo>
                <a:close/>
              </a:path>
              <a:path w="232" h="59">
                <a:moveTo>
                  <a:pt x="163" y="29"/>
                </a:moveTo>
                <a:cubicBezTo>
                  <a:pt x="163" y="28"/>
                  <a:pt x="163" y="28"/>
                  <a:pt x="162" y="28"/>
                </a:cubicBezTo>
                <a:cubicBezTo>
                  <a:pt x="162" y="27"/>
                  <a:pt x="162" y="27"/>
                  <a:pt x="162" y="27"/>
                </a:cubicBezTo>
                <a:cubicBezTo>
                  <a:pt x="164" y="28"/>
                  <a:pt x="165" y="28"/>
                  <a:pt x="166" y="28"/>
                </a:cubicBezTo>
                <a:cubicBezTo>
                  <a:pt x="169" y="28"/>
                  <a:pt x="171" y="27"/>
                  <a:pt x="173" y="26"/>
                </a:cubicBezTo>
                <a:cubicBezTo>
                  <a:pt x="172" y="25"/>
                  <a:pt x="170" y="25"/>
                  <a:pt x="169" y="26"/>
                </a:cubicBezTo>
                <a:cubicBezTo>
                  <a:pt x="167" y="25"/>
                  <a:pt x="166" y="21"/>
                  <a:pt x="166" y="21"/>
                </a:cubicBezTo>
                <a:cubicBezTo>
                  <a:pt x="168" y="21"/>
                  <a:pt x="172" y="23"/>
                  <a:pt x="173" y="22"/>
                </a:cubicBezTo>
                <a:cubicBezTo>
                  <a:pt x="178" y="23"/>
                  <a:pt x="178" y="21"/>
                  <a:pt x="181" y="17"/>
                </a:cubicBezTo>
                <a:cubicBezTo>
                  <a:pt x="182" y="16"/>
                  <a:pt x="184" y="12"/>
                  <a:pt x="185" y="12"/>
                </a:cubicBezTo>
                <a:cubicBezTo>
                  <a:pt x="186" y="13"/>
                  <a:pt x="186" y="15"/>
                  <a:pt x="186" y="17"/>
                </a:cubicBezTo>
                <a:cubicBezTo>
                  <a:pt x="185" y="19"/>
                  <a:pt x="183" y="20"/>
                  <a:pt x="182" y="23"/>
                </a:cubicBezTo>
                <a:cubicBezTo>
                  <a:pt x="184" y="24"/>
                  <a:pt x="185" y="22"/>
                  <a:pt x="187" y="24"/>
                </a:cubicBezTo>
                <a:cubicBezTo>
                  <a:pt x="187" y="25"/>
                  <a:pt x="187" y="25"/>
                  <a:pt x="187" y="25"/>
                </a:cubicBezTo>
                <a:cubicBezTo>
                  <a:pt x="186" y="26"/>
                  <a:pt x="184" y="25"/>
                  <a:pt x="183" y="25"/>
                </a:cubicBezTo>
                <a:cubicBezTo>
                  <a:pt x="180" y="25"/>
                  <a:pt x="180" y="25"/>
                  <a:pt x="179" y="25"/>
                </a:cubicBezTo>
                <a:cubicBezTo>
                  <a:pt x="175" y="28"/>
                  <a:pt x="169" y="33"/>
                  <a:pt x="163" y="29"/>
                </a:cubicBezTo>
                <a:close/>
              </a:path>
              <a:path w="232" h="59">
                <a:moveTo>
                  <a:pt x="134" y="18"/>
                </a:moveTo>
                <a:cubicBezTo>
                  <a:pt x="133" y="16"/>
                  <a:pt x="134" y="15"/>
                  <a:pt x="134" y="14"/>
                </a:cubicBezTo>
                <a:cubicBezTo>
                  <a:pt x="134" y="14"/>
                  <a:pt x="134" y="14"/>
                  <a:pt x="134" y="14"/>
                </a:cubicBezTo>
                <a:cubicBezTo>
                  <a:pt x="133" y="15"/>
                  <a:pt x="132" y="15"/>
                  <a:pt x="132" y="15"/>
                </a:cubicBezTo>
                <a:cubicBezTo>
                  <a:pt x="131" y="16"/>
                  <a:pt x="130" y="17"/>
                  <a:pt x="129" y="19"/>
                </a:cubicBezTo>
                <a:cubicBezTo>
                  <a:pt x="129" y="20"/>
                  <a:pt x="129" y="30"/>
                  <a:pt x="126" y="30"/>
                </a:cubicBezTo>
                <a:cubicBezTo>
                  <a:pt x="124" y="28"/>
                  <a:pt x="125" y="27"/>
                  <a:pt x="125" y="25"/>
                </a:cubicBezTo>
                <a:cubicBezTo>
                  <a:pt x="125" y="24"/>
                  <a:pt x="125" y="24"/>
                  <a:pt x="126" y="23"/>
                </a:cubicBezTo>
                <a:cubicBezTo>
                  <a:pt x="125" y="23"/>
                  <a:pt x="123" y="25"/>
                  <a:pt x="123" y="25"/>
                </a:cubicBezTo>
                <a:cubicBezTo>
                  <a:pt x="121" y="26"/>
                  <a:pt x="120" y="25"/>
                  <a:pt x="120" y="23"/>
                </a:cubicBezTo>
                <a:cubicBezTo>
                  <a:pt x="122" y="23"/>
                  <a:pt x="124" y="21"/>
                  <a:pt x="126" y="19"/>
                </a:cubicBezTo>
                <a:cubicBezTo>
                  <a:pt x="126" y="17"/>
                  <a:pt x="126" y="17"/>
                  <a:pt x="126" y="14"/>
                </a:cubicBezTo>
                <a:cubicBezTo>
                  <a:pt x="126" y="14"/>
                  <a:pt x="126" y="14"/>
                  <a:pt x="126" y="14"/>
                </a:cubicBezTo>
                <a:cubicBezTo>
                  <a:pt x="125" y="15"/>
                  <a:pt x="125" y="15"/>
                  <a:pt x="124" y="16"/>
                </a:cubicBezTo>
                <a:cubicBezTo>
                  <a:pt x="122" y="18"/>
                  <a:pt x="119" y="16"/>
                  <a:pt x="120" y="14"/>
                </a:cubicBezTo>
                <a:cubicBezTo>
                  <a:pt x="122" y="14"/>
                  <a:pt x="124" y="12"/>
                  <a:pt x="126" y="11"/>
                </a:cubicBezTo>
                <a:cubicBezTo>
                  <a:pt x="127" y="9"/>
                  <a:pt x="127" y="6"/>
                  <a:pt x="127" y="4"/>
                </a:cubicBezTo>
                <a:cubicBezTo>
                  <a:pt x="126" y="3"/>
                  <a:pt x="128" y="2"/>
                  <a:pt x="129" y="1"/>
                </a:cubicBezTo>
                <a:cubicBezTo>
                  <a:pt x="132" y="2"/>
                  <a:pt x="130" y="5"/>
                  <a:pt x="130" y="7"/>
                </a:cubicBezTo>
                <a:cubicBezTo>
                  <a:pt x="130" y="8"/>
                  <a:pt x="130" y="8"/>
                  <a:pt x="130" y="9"/>
                </a:cubicBezTo>
                <a:cubicBezTo>
                  <a:pt x="130" y="9"/>
                  <a:pt x="131" y="8"/>
                  <a:pt x="132" y="8"/>
                </a:cubicBezTo>
                <a:cubicBezTo>
                  <a:pt x="132" y="8"/>
                  <a:pt x="132" y="8"/>
                  <a:pt x="132" y="9"/>
                </a:cubicBezTo>
                <a:cubicBezTo>
                  <a:pt x="129" y="12"/>
                  <a:pt x="129" y="11"/>
                  <a:pt x="129" y="15"/>
                </a:cubicBezTo>
                <a:cubicBezTo>
                  <a:pt x="130" y="15"/>
                  <a:pt x="131" y="14"/>
                  <a:pt x="131" y="13"/>
                </a:cubicBezTo>
                <a:cubicBezTo>
                  <a:pt x="130" y="12"/>
                  <a:pt x="130" y="12"/>
                  <a:pt x="130" y="12"/>
                </a:cubicBezTo>
                <a:cubicBezTo>
                  <a:pt x="132" y="12"/>
                  <a:pt x="134" y="11"/>
                  <a:pt x="136" y="10"/>
                </a:cubicBezTo>
                <a:cubicBezTo>
                  <a:pt x="136" y="8"/>
                  <a:pt x="137" y="7"/>
                  <a:pt x="138" y="4"/>
                </a:cubicBezTo>
                <a:cubicBezTo>
                  <a:pt x="140" y="2"/>
                  <a:pt x="143" y="5"/>
                  <a:pt x="142" y="8"/>
                </a:cubicBezTo>
                <a:cubicBezTo>
                  <a:pt x="142" y="9"/>
                  <a:pt x="138" y="11"/>
                  <a:pt x="137" y="12"/>
                </a:cubicBezTo>
                <a:cubicBezTo>
                  <a:pt x="137" y="12"/>
                  <a:pt x="136" y="15"/>
                  <a:pt x="136" y="15"/>
                </a:cubicBezTo>
                <a:cubicBezTo>
                  <a:pt x="138" y="16"/>
                  <a:pt x="139" y="11"/>
                  <a:pt x="142" y="13"/>
                </a:cubicBezTo>
                <a:cubicBezTo>
                  <a:pt x="143" y="14"/>
                  <a:pt x="143" y="14"/>
                  <a:pt x="143" y="15"/>
                </a:cubicBezTo>
                <a:cubicBezTo>
                  <a:pt x="142" y="17"/>
                  <a:pt x="140" y="20"/>
                  <a:pt x="139" y="23"/>
                </a:cubicBezTo>
                <a:cubicBezTo>
                  <a:pt x="141" y="25"/>
                  <a:pt x="143" y="26"/>
                  <a:pt x="146" y="27"/>
                </a:cubicBezTo>
                <a:cubicBezTo>
                  <a:pt x="146" y="27"/>
                  <a:pt x="142" y="29"/>
                  <a:pt x="141" y="29"/>
                </a:cubicBezTo>
                <a:cubicBezTo>
                  <a:pt x="138" y="30"/>
                  <a:pt x="138" y="27"/>
                  <a:pt x="137" y="25"/>
                </a:cubicBezTo>
                <a:cubicBezTo>
                  <a:pt x="135" y="27"/>
                  <a:pt x="132" y="28"/>
                  <a:pt x="129" y="27"/>
                </a:cubicBezTo>
                <a:cubicBezTo>
                  <a:pt x="129" y="27"/>
                  <a:pt x="129" y="27"/>
                  <a:pt x="129" y="27"/>
                </a:cubicBezTo>
                <a:cubicBezTo>
                  <a:pt x="131" y="26"/>
                  <a:pt x="133" y="26"/>
                  <a:pt x="134" y="24"/>
                </a:cubicBezTo>
                <a:cubicBezTo>
                  <a:pt x="137" y="22"/>
                  <a:pt x="132" y="20"/>
                  <a:pt x="133" y="18"/>
                </a:cubicBezTo>
                <a:cubicBezTo>
                  <a:pt x="133" y="18"/>
                  <a:pt x="133" y="18"/>
                  <a:pt x="134" y="18"/>
                </a:cubicBezTo>
                <a:cubicBezTo>
                  <a:pt x="134" y="19"/>
                  <a:pt x="136" y="20"/>
                  <a:pt x="137" y="20"/>
                </a:cubicBezTo>
                <a:cubicBezTo>
                  <a:pt x="137" y="19"/>
                  <a:pt x="138" y="18"/>
                  <a:pt x="139" y="17"/>
                </a:cubicBezTo>
                <a:cubicBezTo>
                  <a:pt x="138" y="17"/>
                  <a:pt x="137" y="18"/>
                  <a:pt x="136" y="19"/>
                </a:cubicBezTo>
                <a:cubicBezTo>
                  <a:pt x="136" y="18"/>
                  <a:pt x="135" y="18"/>
                  <a:pt x="134" y="18"/>
                </a:cubicBezTo>
                <a:close/>
              </a:path>
              <a:path w="232" h="59">
                <a:moveTo>
                  <a:pt x="84" y="9"/>
                </a:moveTo>
                <a:cubicBezTo>
                  <a:pt x="86" y="9"/>
                  <a:pt x="87" y="10"/>
                  <a:pt x="87" y="12"/>
                </a:cubicBezTo>
                <a:cubicBezTo>
                  <a:pt x="88" y="11"/>
                  <a:pt x="87" y="10"/>
                  <a:pt x="90" y="11"/>
                </a:cubicBezTo>
                <a:cubicBezTo>
                  <a:pt x="90" y="12"/>
                  <a:pt x="90" y="12"/>
                  <a:pt x="90" y="14"/>
                </a:cubicBezTo>
                <a:cubicBezTo>
                  <a:pt x="89" y="15"/>
                  <a:pt x="88" y="16"/>
                  <a:pt x="87" y="17"/>
                </a:cubicBezTo>
                <a:cubicBezTo>
                  <a:pt x="88" y="19"/>
                  <a:pt x="87" y="19"/>
                  <a:pt x="88" y="20"/>
                </a:cubicBezTo>
                <a:cubicBezTo>
                  <a:pt x="88" y="20"/>
                  <a:pt x="89" y="19"/>
                  <a:pt x="90" y="18"/>
                </a:cubicBezTo>
                <a:cubicBezTo>
                  <a:pt x="90" y="20"/>
                  <a:pt x="89" y="20"/>
                  <a:pt x="88" y="21"/>
                </a:cubicBezTo>
                <a:cubicBezTo>
                  <a:pt x="88" y="24"/>
                  <a:pt x="90" y="28"/>
                  <a:pt x="88" y="30"/>
                </a:cubicBezTo>
                <a:cubicBezTo>
                  <a:pt x="85" y="31"/>
                  <a:pt x="86" y="26"/>
                  <a:pt x="85" y="25"/>
                </a:cubicBezTo>
                <a:cubicBezTo>
                  <a:pt x="85" y="25"/>
                  <a:pt x="85" y="25"/>
                  <a:pt x="85" y="25"/>
                </a:cubicBezTo>
                <a:cubicBezTo>
                  <a:pt x="84" y="26"/>
                  <a:pt x="82" y="28"/>
                  <a:pt x="81" y="27"/>
                </a:cubicBezTo>
                <a:cubicBezTo>
                  <a:pt x="80" y="26"/>
                  <a:pt x="81" y="24"/>
                  <a:pt x="82" y="22"/>
                </a:cubicBezTo>
                <a:cubicBezTo>
                  <a:pt x="83" y="21"/>
                  <a:pt x="85" y="18"/>
                  <a:pt x="85" y="18"/>
                </a:cubicBezTo>
                <a:cubicBezTo>
                  <a:pt x="85" y="17"/>
                  <a:pt x="85" y="17"/>
                  <a:pt x="85" y="17"/>
                </a:cubicBezTo>
                <a:cubicBezTo>
                  <a:pt x="85" y="17"/>
                  <a:pt x="84" y="16"/>
                  <a:pt x="84" y="16"/>
                </a:cubicBezTo>
                <a:cubicBezTo>
                  <a:pt x="83" y="18"/>
                  <a:pt x="81" y="20"/>
                  <a:pt x="79" y="20"/>
                </a:cubicBezTo>
                <a:cubicBezTo>
                  <a:pt x="78" y="19"/>
                  <a:pt x="78" y="19"/>
                  <a:pt x="78" y="18"/>
                </a:cubicBezTo>
                <a:cubicBezTo>
                  <a:pt x="80" y="17"/>
                  <a:pt x="82" y="15"/>
                  <a:pt x="84" y="14"/>
                </a:cubicBezTo>
                <a:cubicBezTo>
                  <a:pt x="84" y="12"/>
                  <a:pt x="83" y="11"/>
                  <a:pt x="84" y="9"/>
                </a:cubicBezTo>
                <a:cubicBezTo>
                  <a:pt x="82" y="9"/>
                  <a:pt x="81" y="10"/>
                  <a:pt x="80" y="10"/>
                </a:cubicBezTo>
                <a:cubicBezTo>
                  <a:pt x="80" y="10"/>
                  <a:pt x="80" y="10"/>
                  <a:pt x="81" y="9"/>
                </a:cubicBezTo>
                <a:cubicBezTo>
                  <a:pt x="85" y="6"/>
                  <a:pt x="86" y="5"/>
                  <a:pt x="86" y="4"/>
                </a:cubicBezTo>
                <a:cubicBezTo>
                  <a:pt x="87" y="3"/>
                  <a:pt x="87" y="2"/>
                  <a:pt x="89" y="3"/>
                </a:cubicBezTo>
                <a:cubicBezTo>
                  <a:pt x="90" y="3"/>
                  <a:pt x="90" y="5"/>
                  <a:pt x="90" y="5"/>
                </a:cubicBezTo>
                <a:cubicBezTo>
                  <a:pt x="88" y="7"/>
                  <a:pt x="86" y="8"/>
                  <a:pt x="84" y="9"/>
                </a:cubicBezTo>
                <a:cubicBezTo>
                  <a:pt x="84" y="9"/>
                  <a:pt x="84" y="9"/>
                  <a:pt x="84" y="9"/>
                </a:cubicBezTo>
                <a:close/>
                <a:moveTo>
                  <a:pt x="84" y="23"/>
                </a:moveTo>
                <a:cubicBezTo>
                  <a:pt x="84" y="22"/>
                  <a:pt x="84" y="22"/>
                  <a:pt x="85" y="21"/>
                </a:cubicBezTo>
                <a:cubicBezTo>
                  <a:pt x="85" y="21"/>
                  <a:pt x="85" y="21"/>
                  <a:pt x="85" y="22"/>
                </a:cubicBezTo>
                <a:cubicBezTo>
                  <a:pt x="85" y="22"/>
                  <a:pt x="85" y="23"/>
                  <a:pt x="84" y="23"/>
                </a:cubicBezTo>
                <a:close/>
              </a:path>
              <a:path w="232" h="59">
                <a:moveTo>
                  <a:pt x="99" y="32"/>
                </a:moveTo>
                <a:cubicBezTo>
                  <a:pt x="99" y="32"/>
                  <a:pt x="98" y="32"/>
                  <a:pt x="98" y="31"/>
                </a:cubicBezTo>
                <a:cubicBezTo>
                  <a:pt x="98" y="28"/>
                  <a:pt x="97" y="25"/>
                  <a:pt x="97" y="22"/>
                </a:cubicBezTo>
                <a:cubicBezTo>
                  <a:pt x="96" y="22"/>
                  <a:pt x="95" y="23"/>
                  <a:pt x="94" y="24"/>
                </a:cubicBezTo>
                <a:cubicBezTo>
                  <a:pt x="93" y="24"/>
                  <a:pt x="92" y="24"/>
                  <a:pt x="92" y="23"/>
                </a:cubicBezTo>
                <a:cubicBezTo>
                  <a:pt x="92" y="23"/>
                  <a:pt x="92" y="22"/>
                  <a:pt x="92" y="22"/>
                </a:cubicBezTo>
                <a:cubicBezTo>
                  <a:pt x="92" y="20"/>
                  <a:pt x="93" y="16"/>
                  <a:pt x="91" y="16"/>
                </a:cubicBezTo>
                <a:cubicBezTo>
                  <a:pt x="90" y="15"/>
                  <a:pt x="90" y="15"/>
                  <a:pt x="90" y="14"/>
                </a:cubicBezTo>
                <a:cubicBezTo>
                  <a:pt x="92" y="14"/>
                  <a:pt x="91" y="11"/>
                  <a:pt x="91" y="10"/>
                </a:cubicBezTo>
                <a:cubicBezTo>
                  <a:pt x="89" y="9"/>
                  <a:pt x="87" y="8"/>
                  <a:pt x="89" y="7"/>
                </a:cubicBezTo>
                <a:cubicBezTo>
                  <a:pt x="91" y="7"/>
                  <a:pt x="93" y="7"/>
                  <a:pt x="94" y="9"/>
                </a:cubicBezTo>
                <a:cubicBezTo>
                  <a:pt x="94" y="10"/>
                  <a:pt x="92" y="12"/>
                  <a:pt x="92" y="13"/>
                </a:cubicBezTo>
                <a:cubicBezTo>
                  <a:pt x="94" y="13"/>
                  <a:pt x="95" y="14"/>
                  <a:pt x="95" y="16"/>
                </a:cubicBezTo>
                <a:cubicBezTo>
                  <a:pt x="93" y="17"/>
                  <a:pt x="93" y="18"/>
                  <a:pt x="94" y="20"/>
                </a:cubicBezTo>
                <a:cubicBezTo>
                  <a:pt x="95" y="19"/>
                  <a:pt x="95" y="18"/>
                  <a:pt x="96" y="17"/>
                </a:cubicBezTo>
                <a:cubicBezTo>
                  <a:pt x="96" y="11"/>
                  <a:pt x="93" y="7"/>
                  <a:pt x="93" y="2"/>
                </a:cubicBezTo>
                <a:cubicBezTo>
                  <a:pt x="94" y="0"/>
                  <a:pt x="96" y="0"/>
                  <a:pt x="97" y="2"/>
                </a:cubicBezTo>
                <a:cubicBezTo>
                  <a:pt x="97" y="5"/>
                  <a:pt x="97" y="11"/>
                  <a:pt x="99" y="14"/>
                </a:cubicBezTo>
                <a:cubicBezTo>
                  <a:pt x="99" y="13"/>
                  <a:pt x="100" y="12"/>
                  <a:pt x="100" y="11"/>
                </a:cubicBezTo>
                <a:cubicBezTo>
                  <a:pt x="101" y="11"/>
                  <a:pt x="102" y="12"/>
                  <a:pt x="103" y="14"/>
                </a:cubicBezTo>
                <a:cubicBezTo>
                  <a:pt x="101" y="15"/>
                  <a:pt x="100" y="16"/>
                  <a:pt x="99" y="18"/>
                </a:cubicBezTo>
                <a:cubicBezTo>
                  <a:pt x="100" y="23"/>
                  <a:pt x="100" y="26"/>
                  <a:pt x="101" y="29"/>
                </a:cubicBezTo>
                <a:cubicBezTo>
                  <a:pt x="100" y="30"/>
                  <a:pt x="100" y="32"/>
                  <a:pt x="99" y="32"/>
                </a:cubicBezTo>
                <a:close/>
              </a:path>
              <a:path w="232" h="59">
                <a:moveTo>
                  <a:pt x="58" y="41"/>
                </a:moveTo>
                <a:cubicBezTo>
                  <a:pt x="58" y="42"/>
                  <a:pt x="57" y="41"/>
                  <a:pt x="57" y="41"/>
                </a:cubicBezTo>
                <a:cubicBezTo>
                  <a:pt x="52" y="36"/>
                  <a:pt x="53" y="29"/>
                  <a:pt x="50" y="25"/>
                </a:cubicBezTo>
                <a:cubicBezTo>
                  <a:pt x="48" y="26"/>
                  <a:pt x="48" y="30"/>
                  <a:pt x="47" y="31"/>
                </a:cubicBezTo>
                <a:cubicBezTo>
                  <a:pt x="44" y="33"/>
                  <a:pt x="43" y="28"/>
                  <a:pt x="43" y="26"/>
                </a:cubicBezTo>
                <a:cubicBezTo>
                  <a:pt x="43" y="25"/>
                  <a:pt x="43" y="24"/>
                  <a:pt x="43" y="23"/>
                </a:cubicBezTo>
                <a:cubicBezTo>
                  <a:pt x="44" y="23"/>
                  <a:pt x="45" y="25"/>
                  <a:pt x="46" y="26"/>
                </a:cubicBezTo>
                <a:cubicBezTo>
                  <a:pt x="47" y="26"/>
                  <a:pt x="47" y="26"/>
                  <a:pt x="47" y="26"/>
                </a:cubicBezTo>
                <a:cubicBezTo>
                  <a:pt x="50" y="21"/>
                  <a:pt x="47" y="18"/>
                  <a:pt x="44" y="15"/>
                </a:cubicBezTo>
                <a:cubicBezTo>
                  <a:pt x="44" y="14"/>
                  <a:pt x="44" y="13"/>
                  <a:pt x="45" y="12"/>
                </a:cubicBezTo>
                <a:cubicBezTo>
                  <a:pt x="45" y="12"/>
                  <a:pt x="47" y="12"/>
                  <a:pt x="48" y="12"/>
                </a:cubicBezTo>
                <a:cubicBezTo>
                  <a:pt x="48" y="12"/>
                  <a:pt x="48" y="12"/>
                  <a:pt x="48" y="12"/>
                </a:cubicBezTo>
                <a:cubicBezTo>
                  <a:pt x="49" y="14"/>
                  <a:pt x="50" y="16"/>
                  <a:pt x="50" y="17"/>
                </a:cubicBezTo>
                <a:cubicBezTo>
                  <a:pt x="50" y="17"/>
                  <a:pt x="51" y="17"/>
                  <a:pt x="51" y="17"/>
                </a:cubicBezTo>
                <a:cubicBezTo>
                  <a:pt x="52" y="16"/>
                  <a:pt x="53" y="14"/>
                  <a:pt x="54" y="12"/>
                </a:cubicBezTo>
                <a:cubicBezTo>
                  <a:pt x="55" y="12"/>
                  <a:pt x="57" y="10"/>
                  <a:pt x="58" y="13"/>
                </a:cubicBezTo>
                <a:cubicBezTo>
                  <a:pt x="58" y="15"/>
                  <a:pt x="53" y="19"/>
                  <a:pt x="57" y="20"/>
                </a:cubicBezTo>
                <a:cubicBezTo>
                  <a:pt x="57" y="20"/>
                  <a:pt x="57" y="21"/>
                  <a:pt x="57" y="21"/>
                </a:cubicBezTo>
                <a:cubicBezTo>
                  <a:pt x="57" y="23"/>
                  <a:pt x="55" y="25"/>
                  <a:pt x="53" y="26"/>
                </a:cubicBezTo>
                <a:cubicBezTo>
                  <a:pt x="54" y="30"/>
                  <a:pt x="57" y="34"/>
                  <a:pt x="58" y="37"/>
                </a:cubicBezTo>
                <a:cubicBezTo>
                  <a:pt x="59" y="39"/>
                  <a:pt x="59" y="40"/>
                  <a:pt x="58" y="41"/>
                </a:cubicBezTo>
                <a:close/>
                <a:moveTo>
                  <a:pt x="53" y="23"/>
                </a:moveTo>
                <a:cubicBezTo>
                  <a:pt x="52" y="23"/>
                  <a:pt x="51" y="21"/>
                  <a:pt x="51" y="21"/>
                </a:cubicBezTo>
                <a:cubicBezTo>
                  <a:pt x="51" y="20"/>
                  <a:pt x="52" y="18"/>
                  <a:pt x="53" y="18"/>
                </a:cubicBezTo>
                <a:cubicBezTo>
                  <a:pt x="54" y="20"/>
                  <a:pt x="54" y="21"/>
                  <a:pt x="53" y="2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0" name="Freeform 15"/>
          <p:cNvSpPr>
            <a:spLocks noGrp="1"/>
          </p:cNvSpPr>
          <p:nvPr/>
        </p:nvSpPr>
        <p:spPr>
          <a:xfrm>
            <a:off x="9803130" y="257810"/>
            <a:ext cx="519430" cy="294640"/>
          </a:xfrm>
          <a:custGeom>
            <a:avLst/>
            <a:gdLst/>
            <a:ahLst/>
            <a:cxnLst/>
            <a:rect l="l" t="t" r="r" b="b"/>
            <a:pathLst>
              <a:path w="336" h="189">
                <a:moveTo>
                  <a:pt x="293" y="24"/>
                </a:moveTo>
                <a:lnTo>
                  <a:pt x="299" y="19"/>
                </a:lnTo>
                <a:lnTo>
                  <a:pt x="300" y="19"/>
                </a:lnTo>
                <a:cubicBezTo>
                  <a:pt x="298" y="20"/>
                  <a:pt x="297" y="22"/>
                  <a:pt x="297" y="23"/>
                </a:cubicBezTo>
                <a:cubicBezTo>
                  <a:pt x="296" y="24"/>
                  <a:pt x="296" y="26"/>
                  <a:pt x="297" y="27"/>
                </a:cubicBezTo>
                <a:cubicBezTo>
                  <a:pt x="298" y="28"/>
                  <a:pt x="299" y="28"/>
                  <a:pt x="302" y="27"/>
                </a:cubicBezTo>
                <a:cubicBezTo>
                  <a:pt x="304" y="27"/>
                  <a:pt x="307" y="25"/>
                  <a:pt x="309" y="23"/>
                </a:cubicBezTo>
                <a:cubicBezTo>
                  <a:pt x="311" y="22"/>
                  <a:pt x="313" y="20"/>
                  <a:pt x="314" y="19"/>
                </a:cubicBezTo>
                <a:cubicBezTo>
                  <a:pt x="316" y="17"/>
                  <a:pt x="316" y="16"/>
                  <a:pt x="317" y="14"/>
                </a:cubicBezTo>
                <a:cubicBezTo>
                  <a:pt x="317" y="13"/>
                  <a:pt x="317" y="12"/>
                  <a:pt x="317" y="12"/>
                </a:cubicBezTo>
                <a:cubicBezTo>
                  <a:pt x="316" y="11"/>
                  <a:pt x="316" y="11"/>
                  <a:pt x="315" y="11"/>
                </a:cubicBezTo>
                <a:cubicBezTo>
                  <a:pt x="315" y="11"/>
                  <a:pt x="314" y="10"/>
                  <a:pt x="314" y="10"/>
                </a:cubicBezTo>
                <a:lnTo>
                  <a:pt x="308" y="15"/>
                </a:lnTo>
                <a:cubicBezTo>
                  <a:pt x="307" y="16"/>
                  <a:pt x="306" y="16"/>
                  <a:pt x="306" y="17"/>
                </a:cubicBezTo>
                <a:cubicBezTo>
                  <a:pt x="305" y="17"/>
                  <a:pt x="305" y="17"/>
                  <a:pt x="305" y="18"/>
                </a:cubicBezTo>
                <a:cubicBezTo>
                  <a:pt x="305" y="18"/>
                  <a:pt x="305" y="18"/>
                  <a:pt x="306" y="19"/>
                </a:cubicBezTo>
                <a:lnTo>
                  <a:pt x="305" y="19"/>
                </a:lnTo>
                <a:lnTo>
                  <a:pt x="302" y="15"/>
                </a:lnTo>
                <a:lnTo>
                  <a:pt x="303" y="15"/>
                </a:lnTo>
                <a:cubicBezTo>
                  <a:pt x="303" y="15"/>
                  <a:pt x="304" y="15"/>
                  <a:pt x="304" y="15"/>
                </a:cubicBezTo>
                <a:cubicBezTo>
                  <a:pt x="305" y="15"/>
                  <a:pt x="305" y="14"/>
                  <a:pt x="307" y="13"/>
                </a:cubicBezTo>
                <a:lnTo>
                  <a:pt x="313" y="9"/>
                </a:lnTo>
                <a:cubicBezTo>
                  <a:pt x="314" y="9"/>
                  <a:pt x="315" y="9"/>
                  <a:pt x="316" y="9"/>
                </a:cubicBezTo>
                <a:cubicBezTo>
                  <a:pt x="316" y="10"/>
                  <a:pt x="317" y="10"/>
                  <a:pt x="318" y="11"/>
                </a:cubicBezTo>
                <a:cubicBezTo>
                  <a:pt x="319" y="13"/>
                  <a:pt x="319" y="15"/>
                  <a:pt x="317" y="18"/>
                </a:cubicBezTo>
                <a:cubicBezTo>
                  <a:pt x="316" y="21"/>
                  <a:pt x="314" y="23"/>
                  <a:pt x="311" y="25"/>
                </a:cubicBezTo>
                <a:cubicBezTo>
                  <a:pt x="309" y="26"/>
                  <a:pt x="307" y="27"/>
                  <a:pt x="305" y="28"/>
                </a:cubicBezTo>
                <a:cubicBezTo>
                  <a:pt x="303" y="29"/>
                  <a:pt x="301" y="29"/>
                  <a:pt x="299" y="29"/>
                </a:cubicBezTo>
                <a:cubicBezTo>
                  <a:pt x="298" y="29"/>
                  <a:pt x="296" y="29"/>
                  <a:pt x="296" y="28"/>
                </a:cubicBezTo>
                <a:cubicBezTo>
                  <a:pt x="295" y="27"/>
                  <a:pt x="295" y="27"/>
                  <a:pt x="295" y="26"/>
                </a:cubicBezTo>
                <a:cubicBezTo>
                  <a:pt x="295" y="26"/>
                  <a:pt x="295" y="25"/>
                  <a:pt x="295" y="24"/>
                </a:cubicBezTo>
                <a:cubicBezTo>
                  <a:pt x="295" y="24"/>
                  <a:pt x="295" y="24"/>
                  <a:pt x="295" y="24"/>
                </a:cubicBezTo>
                <a:cubicBezTo>
                  <a:pt x="295" y="23"/>
                  <a:pt x="295" y="23"/>
                  <a:pt x="294" y="24"/>
                </a:cubicBezTo>
                <a:cubicBezTo>
                  <a:pt x="294" y="24"/>
                  <a:pt x="294" y="24"/>
                  <a:pt x="293" y="24"/>
                </a:cubicBezTo>
                <a:close/>
              </a:path>
              <a:path w="336" h="189">
                <a:moveTo>
                  <a:pt x="293" y="145"/>
                </a:moveTo>
                <a:lnTo>
                  <a:pt x="292" y="145"/>
                </a:lnTo>
                <a:lnTo>
                  <a:pt x="293" y="144"/>
                </a:lnTo>
                <a:cubicBezTo>
                  <a:pt x="293" y="144"/>
                  <a:pt x="293" y="144"/>
                  <a:pt x="293" y="143"/>
                </a:cubicBezTo>
                <a:cubicBezTo>
                  <a:pt x="293" y="143"/>
                  <a:pt x="292" y="142"/>
                  <a:pt x="292" y="141"/>
                </a:cubicBezTo>
                <a:lnTo>
                  <a:pt x="282" y="128"/>
                </a:lnTo>
                <a:cubicBezTo>
                  <a:pt x="281" y="126"/>
                  <a:pt x="280" y="126"/>
                  <a:pt x="280" y="126"/>
                </a:cubicBezTo>
                <a:cubicBezTo>
                  <a:pt x="279" y="125"/>
                  <a:pt x="279" y="125"/>
                  <a:pt x="278" y="126"/>
                </a:cubicBezTo>
                <a:lnTo>
                  <a:pt x="277" y="125"/>
                </a:lnTo>
                <a:lnTo>
                  <a:pt x="282" y="122"/>
                </a:lnTo>
                <a:cubicBezTo>
                  <a:pt x="283" y="121"/>
                  <a:pt x="284" y="120"/>
                  <a:pt x="286" y="121"/>
                </a:cubicBezTo>
                <a:cubicBezTo>
                  <a:pt x="287" y="121"/>
                  <a:pt x="288" y="121"/>
                  <a:pt x="290" y="123"/>
                </a:cubicBezTo>
                <a:cubicBezTo>
                  <a:pt x="292" y="124"/>
                  <a:pt x="293" y="125"/>
                  <a:pt x="295" y="128"/>
                </a:cubicBezTo>
                <a:cubicBezTo>
                  <a:pt x="297" y="130"/>
                  <a:pt x="299" y="133"/>
                  <a:pt x="299" y="135"/>
                </a:cubicBezTo>
                <a:cubicBezTo>
                  <a:pt x="300" y="138"/>
                  <a:pt x="299" y="140"/>
                  <a:pt x="297" y="142"/>
                </a:cubicBezTo>
                <a:lnTo>
                  <a:pt x="293" y="145"/>
                </a:lnTo>
                <a:close/>
                <a:moveTo>
                  <a:pt x="295" y="142"/>
                </a:moveTo>
                <a:cubicBezTo>
                  <a:pt x="295" y="141"/>
                  <a:pt x="296" y="141"/>
                  <a:pt x="296" y="141"/>
                </a:cubicBezTo>
                <a:cubicBezTo>
                  <a:pt x="298" y="140"/>
                  <a:pt x="298" y="139"/>
                  <a:pt x="297" y="136"/>
                </a:cubicBezTo>
                <a:cubicBezTo>
                  <a:pt x="297" y="134"/>
                  <a:pt x="296" y="132"/>
                  <a:pt x="293" y="129"/>
                </a:cubicBezTo>
                <a:cubicBezTo>
                  <a:pt x="291" y="126"/>
                  <a:pt x="289" y="124"/>
                  <a:pt x="287" y="123"/>
                </a:cubicBezTo>
                <a:cubicBezTo>
                  <a:pt x="285" y="122"/>
                  <a:pt x="284" y="122"/>
                  <a:pt x="283" y="123"/>
                </a:cubicBezTo>
                <a:cubicBezTo>
                  <a:pt x="282" y="123"/>
                  <a:pt x="282" y="124"/>
                  <a:pt x="281" y="125"/>
                </a:cubicBezTo>
                <a:lnTo>
                  <a:pt x="295" y="142"/>
                </a:lnTo>
                <a:close/>
              </a:path>
              <a:path w="336" h="189">
                <a:moveTo>
                  <a:pt x="266" y="134"/>
                </a:moveTo>
                <a:lnTo>
                  <a:pt x="268" y="132"/>
                </a:lnTo>
                <a:lnTo>
                  <a:pt x="286" y="143"/>
                </a:lnTo>
                <a:lnTo>
                  <a:pt x="277" y="131"/>
                </a:lnTo>
                <a:cubicBezTo>
                  <a:pt x="276" y="130"/>
                  <a:pt x="276" y="129"/>
                  <a:pt x="275" y="129"/>
                </a:cubicBezTo>
                <a:cubicBezTo>
                  <a:pt x="275" y="129"/>
                  <a:pt x="274" y="129"/>
                  <a:pt x="274" y="129"/>
                </a:cubicBezTo>
                <a:lnTo>
                  <a:pt x="273" y="129"/>
                </a:lnTo>
                <a:lnTo>
                  <a:pt x="277" y="126"/>
                </a:lnTo>
                <a:lnTo>
                  <a:pt x="277" y="127"/>
                </a:lnTo>
                <a:cubicBezTo>
                  <a:pt x="276" y="127"/>
                  <a:pt x="276" y="128"/>
                  <a:pt x="276" y="128"/>
                </a:cubicBezTo>
                <a:cubicBezTo>
                  <a:pt x="277" y="129"/>
                  <a:pt x="277" y="129"/>
                  <a:pt x="278" y="130"/>
                </a:cubicBezTo>
                <a:lnTo>
                  <a:pt x="291" y="147"/>
                </a:lnTo>
                <a:lnTo>
                  <a:pt x="290" y="148"/>
                </a:lnTo>
                <a:lnTo>
                  <a:pt x="272" y="136"/>
                </a:lnTo>
                <a:lnTo>
                  <a:pt x="281" y="149"/>
                </a:lnTo>
                <a:cubicBezTo>
                  <a:pt x="282" y="150"/>
                  <a:pt x="283" y="151"/>
                  <a:pt x="283" y="151"/>
                </a:cubicBezTo>
                <a:cubicBezTo>
                  <a:pt x="284" y="151"/>
                  <a:pt x="284" y="151"/>
                  <a:pt x="284" y="151"/>
                </a:cubicBezTo>
                <a:lnTo>
                  <a:pt x="285" y="151"/>
                </a:lnTo>
                <a:lnTo>
                  <a:pt x="282" y="154"/>
                </a:lnTo>
                <a:lnTo>
                  <a:pt x="281" y="153"/>
                </a:lnTo>
                <a:lnTo>
                  <a:pt x="282" y="153"/>
                </a:lnTo>
                <a:cubicBezTo>
                  <a:pt x="282" y="153"/>
                  <a:pt x="282" y="152"/>
                  <a:pt x="282" y="152"/>
                </a:cubicBezTo>
                <a:cubicBezTo>
                  <a:pt x="282" y="151"/>
                  <a:pt x="281" y="150"/>
                  <a:pt x="280" y="149"/>
                </a:cubicBezTo>
                <a:lnTo>
                  <a:pt x="270" y="135"/>
                </a:lnTo>
                <a:cubicBezTo>
                  <a:pt x="269" y="135"/>
                  <a:pt x="268" y="135"/>
                  <a:pt x="268" y="134"/>
                </a:cubicBezTo>
                <a:cubicBezTo>
                  <a:pt x="268" y="134"/>
                  <a:pt x="267" y="134"/>
                  <a:pt x="267" y="134"/>
                </a:cubicBezTo>
                <a:cubicBezTo>
                  <a:pt x="267" y="134"/>
                  <a:pt x="267" y="135"/>
                  <a:pt x="266" y="135"/>
                </a:cubicBezTo>
                <a:lnTo>
                  <a:pt x="266" y="134"/>
                </a:lnTo>
                <a:close/>
              </a:path>
              <a:path w="336" h="189">
                <a:moveTo>
                  <a:pt x="272" y="151"/>
                </a:moveTo>
                <a:lnTo>
                  <a:pt x="268" y="154"/>
                </a:lnTo>
                <a:lnTo>
                  <a:pt x="270" y="157"/>
                </a:lnTo>
                <a:cubicBezTo>
                  <a:pt x="270" y="158"/>
                  <a:pt x="270" y="159"/>
                  <a:pt x="271" y="159"/>
                </a:cubicBezTo>
                <a:cubicBezTo>
                  <a:pt x="271" y="160"/>
                  <a:pt x="271" y="160"/>
                  <a:pt x="272" y="160"/>
                </a:cubicBezTo>
                <a:cubicBezTo>
                  <a:pt x="272" y="160"/>
                  <a:pt x="272" y="160"/>
                  <a:pt x="273" y="160"/>
                </a:cubicBezTo>
                <a:lnTo>
                  <a:pt x="270" y="163"/>
                </a:lnTo>
                <a:lnTo>
                  <a:pt x="270" y="162"/>
                </a:lnTo>
                <a:cubicBezTo>
                  <a:pt x="270" y="162"/>
                  <a:pt x="270" y="161"/>
                  <a:pt x="270" y="161"/>
                </a:cubicBezTo>
                <a:cubicBezTo>
                  <a:pt x="270" y="160"/>
                  <a:pt x="270" y="159"/>
                  <a:pt x="269" y="157"/>
                </a:cubicBezTo>
                <a:lnTo>
                  <a:pt x="260" y="138"/>
                </a:lnTo>
                <a:lnTo>
                  <a:pt x="276" y="152"/>
                </a:lnTo>
                <a:cubicBezTo>
                  <a:pt x="277" y="153"/>
                  <a:pt x="278" y="154"/>
                  <a:pt x="279" y="154"/>
                </a:cubicBezTo>
                <a:cubicBezTo>
                  <a:pt x="279" y="154"/>
                  <a:pt x="280" y="154"/>
                  <a:pt x="280" y="154"/>
                </a:cubicBezTo>
                <a:lnTo>
                  <a:pt x="281" y="155"/>
                </a:lnTo>
                <a:lnTo>
                  <a:pt x="277" y="158"/>
                </a:lnTo>
                <a:lnTo>
                  <a:pt x="276" y="157"/>
                </a:lnTo>
                <a:cubicBezTo>
                  <a:pt x="277" y="157"/>
                  <a:pt x="277" y="156"/>
                  <a:pt x="277" y="156"/>
                </a:cubicBezTo>
                <a:cubicBezTo>
                  <a:pt x="277" y="156"/>
                  <a:pt x="277" y="155"/>
                  <a:pt x="276" y="155"/>
                </a:cubicBezTo>
                <a:cubicBezTo>
                  <a:pt x="276" y="155"/>
                  <a:pt x="276" y="154"/>
                  <a:pt x="275" y="153"/>
                </a:cubicBezTo>
                <a:lnTo>
                  <a:pt x="272" y="151"/>
                </a:lnTo>
                <a:close/>
                <a:moveTo>
                  <a:pt x="271" y="150"/>
                </a:moveTo>
                <a:lnTo>
                  <a:pt x="263" y="143"/>
                </a:lnTo>
                <a:lnTo>
                  <a:pt x="267" y="152"/>
                </a:lnTo>
                <a:lnTo>
                  <a:pt x="271" y="150"/>
                </a:lnTo>
                <a:close/>
              </a:path>
              <a:path w="336" h="189">
                <a:moveTo>
                  <a:pt x="319" y="86"/>
                </a:moveTo>
                <a:lnTo>
                  <a:pt x="320" y="81"/>
                </a:lnTo>
                <a:lnTo>
                  <a:pt x="313" y="79"/>
                </a:lnTo>
                <a:cubicBezTo>
                  <a:pt x="311" y="79"/>
                  <a:pt x="311" y="79"/>
                  <a:pt x="310" y="79"/>
                </a:cubicBezTo>
                <a:cubicBezTo>
                  <a:pt x="310" y="79"/>
                  <a:pt x="310" y="79"/>
                  <a:pt x="309" y="79"/>
                </a:cubicBezTo>
                <a:cubicBezTo>
                  <a:pt x="309" y="79"/>
                  <a:pt x="309" y="80"/>
                  <a:pt x="309" y="80"/>
                </a:cubicBezTo>
                <a:lnTo>
                  <a:pt x="308" y="80"/>
                </a:lnTo>
                <a:lnTo>
                  <a:pt x="309" y="75"/>
                </a:lnTo>
                <a:lnTo>
                  <a:pt x="310" y="75"/>
                </a:lnTo>
                <a:cubicBezTo>
                  <a:pt x="309" y="76"/>
                  <a:pt x="310" y="76"/>
                  <a:pt x="310" y="76"/>
                </a:cubicBezTo>
                <a:cubicBezTo>
                  <a:pt x="310" y="77"/>
                  <a:pt x="310" y="77"/>
                  <a:pt x="311" y="77"/>
                </a:cubicBezTo>
                <a:cubicBezTo>
                  <a:pt x="311" y="77"/>
                  <a:pt x="312" y="77"/>
                  <a:pt x="313" y="77"/>
                </a:cubicBezTo>
                <a:lnTo>
                  <a:pt x="330" y="80"/>
                </a:lnTo>
                <a:cubicBezTo>
                  <a:pt x="331" y="81"/>
                  <a:pt x="332" y="81"/>
                  <a:pt x="332" y="81"/>
                </a:cubicBezTo>
                <a:cubicBezTo>
                  <a:pt x="333" y="81"/>
                  <a:pt x="333" y="81"/>
                  <a:pt x="333" y="81"/>
                </a:cubicBezTo>
                <a:cubicBezTo>
                  <a:pt x="334" y="80"/>
                  <a:pt x="334" y="80"/>
                  <a:pt x="334" y="80"/>
                </a:cubicBezTo>
                <a:lnTo>
                  <a:pt x="334" y="79"/>
                </a:lnTo>
                <a:lnTo>
                  <a:pt x="335" y="80"/>
                </a:lnTo>
                <a:lnTo>
                  <a:pt x="334" y="85"/>
                </a:lnTo>
                <a:lnTo>
                  <a:pt x="333" y="85"/>
                </a:lnTo>
                <a:lnTo>
                  <a:pt x="333" y="84"/>
                </a:lnTo>
                <a:cubicBezTo>
                  <a:pt x="333" y="84"/>
                  <a:pt x="333" y="83"/>
                  <a:pt x="332" y="83"/>
                </a:cubicBezTo>
                <a:cubicBezTo>
                  <a:pt x="332" y="83"/>
                  <a:pt x="331" y="83"/>
                  <a:pt x="329" y="82"/>
                </a:cubicBezTo>
                <a:lnTo>
                  <a:pt x="322" y="81"/>
                </a:lnTo>
                <a:lnTo>
                  <a:pt x="320" y="87"/>
                </a:lnTo>
                <a:lnTo>
                  <a:pt x="328" y="88"/>
                </a:lnTo>
                <a:cubicBezTo>
                  <a:pt x="330" y="88"/>
                  <a:pt x="331" y="88"/>
                  <a:pt x="331" y="88"/>
                </a:cubicBezTo>
                <a:cubicBezTo>
                  <a:pt x="331" y="88"/>
                  <a:pt x="332" y="88"/>
                  <a:pt x="332" y="88"/>
                </a:cubicBezTo>
                <a:cubicBezTo>
                  <a:pt x="332" y="88"/>
                  <a:pt x="332" y="88"/>
                  <a:pt x="333" y="87"/>
                </a:cubicBezTo>
                <a:lnTo>
                  <a:pt x="332" y="92"/>
                </a:lnTo>
                <a:cubicBezTo>
                  <a:pt x="332" y="91"/>
                  <a:pt x="331" y="91"/>
                  <a:pt x="331" y="90"/>
                </a:cubicBezTo>
                <a:cubicBezTo>
                  <a:pt x="331" y="90"/>
                  <a:pt x="330" y="90"/>
                  <a:pt x="328" y="90"/>
                </a:cubicBezTo>
                <a:lnTo>
                  <a:pt x="311" y="87"/>
                </a:lnTo>
                <a:cubicBezTo>
                  <a:pt x="310" y="86"/>
                  <a:pt x="309" y="86"/>
                  <a:pt x="309" y="86"/>
                </a:cubicBezTo>
                <a:cubicBezTo>
                  <a:pt x="308" y="86"/>
                  <a:pt x="308" y="86"/>
                  <a:pt x="308" y="87"/>
                </a:cubicBezTo>
                <a:cubicBezTo>
                  <a:pt x="307" y="87"/>
                  <a:pt x="307" y="87"/>
                  <a:pt x="307" y="87"/>
                </a:cubicBezTo>
                <a:lnTo>
                  <a:pt x="307" y="88"/>
                </a:lnTo>
                <a:lnTo>
                  <a:pt x="306" y="88"/>
                </a:lnTo>
                <a:lnTo>
                  <a:pt x="307" y="82"/>
                </a:lnTo>
                <a:lnTo>
                  <a:pt x="308" y="82"/>
                </a:lnTo>
                <a:lnTo>
                  <a:pt x="308" y="83"/>
                </a:lnTo>
                <a:cubicBezTo>
                  <a:pt x="308" y="83"/>
                  <a:pt x="308" y="84"/>
                  <a:pt x="308" y="84"/>
                </a:cubicBezTo>
                <a:cubicBezTo>
                  <a:pt x="309" y="84"/>
                  <a:pt x="309" y="84"/>
                  <a:pt x="309" y="84"/>
                </a:cubicBezTo>
                <a:cubicBezTo>
                  <a:pt x="310" y="85"/>
                  <a:pt x="310" y="85"/>
                  <a:pt x="312" y="85"/>
                </a:cubicBezTo>
                <a:lnTo>
                  <a:pt x="319" y="86"/>
                </a:lnTo>
                <a:close/>
              </a:path>
              <a:path w="336" h="189">
                <a:moveTo>
                  <a:pt x="305" y="89"/>
                </a:moveTo>
                <a:lnTo>
                  <a:pt x="314" y="91"/>
                </a:lnTo>
                <a:cubicBezTo>
                  <a:pt x="311" y="91"/>
                  <a:pt x="309" y="91"/>
                  <a:pt x="308" y="92"/>
                </a:cubicBezTo>
                <a:cubicBezTo>
                  <a:pt x="307" y="92"/>
                  <a:pt x="306" y="93"/>
                  <a:pt x="306" y="94"/>
                </a:cubicBezTo>
                <a:cubicBezTo>
                  <a:pt x="305" y="95"/>
                  <a:pt x="306" y="95"/>
                  <a:pt x="306" y="96"/>
                </a:cubicBezTo>
                <a:cubicBezTo>
                  <a:pt x="307" y="97"/>
                  <a:pt x="308" y="98"/>
                  <a:pt x="310" y="99"/>
                </a:cubicBezTo>
                <a:cubicBezTo>
                  <a:pt x="312" y="99"/>
                  <a:pt x="314" y="100"/>
                  <a:pt x="317" y="101"/>
                </a:cubicBezTo>
                <a:cubicBezTo>
                  <a:pt x="320" y="101"/>
                  <a:pt x="322" y="101"/>
                  <a:pt x="323" y="101"/>
                </a:cubicBezTo>
                <a:cubicBezTo>
                  <a:pt x="325" y="101"/>
                  <a:pt x="327" y="101"/>
                  <a:pt x="328" y="100"/>
                </a:cubicBezTo>
                <a:cubicBezTo>
                  <a:pt x="329" y="100"/>
                  <a:pt x="329" y="99"/>
                  <a:pt x="330" y="98"/>
                </a:cubicBezTo>
                <a:cubicBezTo>
                  <a:pt x="330" y="97"/>
                  <a:pt x="330" y="97"/>
                  <a:pt x="329" y="96"/>
                </a:cubicBezTo>
                <a:cubicBezTo>
                  <a:pt x="328" y="95"/>
                  <a:pt x="327" y="94"/>
                  <a:pt x="325" y="93"/>
                </a:cubicBezTo>
                <a:lnTo>
                  <a:pt x="326" y="93"/>
                </a:lnTo>
                <a:cubicBezTo>
                  <a:pt x="328" y="94"/>
                  <a:pt x="329" y="95"/>
                  <a:pt x="330" y="96"/>
                </a:cubicBezTo>
                <a:cubicBezTo>
                  <a:pt x="331" y="97"/>
                  <a:pt x="331" y="98"/>
                  <a:pt x="331" y="99"/>
                </a:cubicBezTo>
                <a:cubicBezTo>
                  <a:pt x="331" y="101"/>
                  <a:pt x="329" y="102"/>
                  <a:pt x="325" y="103"/>
                </a:cubicBezTo>
                <a:cubicBezTo>
                  <a:pt x="323" y="103"/>
                  <a:pt x="320" y="103"/>
                  <a:pt x="317" y="103"/>
                </a:cubicBezTo>
                <a:cubicBezTo>
                  <a:pt x="314" y="102"/>
                  <a:pt x="312" y="101"/>
                  <a:pt x="310" y="100"/>
                </a:cubicBezTo>
                <a:cubicBezTo>
                  <a:pt x="308" y="99"/>
                  <a:pt x="306" y="98"/>
                  <a:pt x="305" y="97"/>
                </a:cubicBezTo>
                <a:cubicBezTo>
                  <a:pt x="304" y="96"/>
                  <a:pt x="304" y="95"/>
                  <a:pt x="304" y="94"/>
                </a:cubicBezTo>
                <a:cubicBezTo>
                  <a:pt x="304" y="93"/>
                  <a:pt x="305" y="92"/>
                  <a:pt x="306" y="91"/>
                </a:cubicBezTo>
                <a:cubicBezTo>
                  <a:pt x="306" y="91"/>
                  <a:pt x="307" y="91"/>
                  <a:pt x="307" y="91"/>
                </a:cubicBezTo>
                <a:cubicBezTo>
                  <a:pt x="307" y="91"/>
                  <a:pt x="307" y="90"/>
                  <a:pt x="306" y="90"/>
                </a:cubicBezTo>
                <a:cubicBezTo>
                  <a:pt x="306" y="90"/>
                  <a:pt x="306" y="90"/>
                  <a:pt x="305" y="90"/>
                </a:cubicBezTo>
                <a:lnTo>
                  <a:pt x="305" y="89"/>
                </a:lnTo>
                <a:close/>
              </a:path>
              <a:path w="336" h="189">
                <a:moveTo>
                  <a:pt x="300" y="104"/>
                </a:moveTo>
                <a:lnTo>
                  <a:pt x="309" y="109"/>
                </a:lnTo>
                <a:lnTo>
                  <a:pt x="311" y="106"/>
                </a:lnTo>
                <a:cubicBezTo>
                  <a:pt x="311" y="105"/>
                  <a:pt x="311" y="105"/>
                  <a:pt x="311" y="104"/>
                </a:cubicBezTo>
                <a:cubicBezTo>
                  <a:pt x="310" y="104"/>
                  <a:pt x="309" y="103"/>
                  <a:pt x="308" y="102"/>
                </a:cubicBezTo>
                <a:lnTo>
                  <a:pt x="317" y="106"/>
                </a:lnTo>
                <a:lnTo>
                  <a:pt x="316" y="106"/>
                </a:lnTo>
                <a:cubicBezTo>
                  <a:pt x="315" y="106"/>
                  <a:pt x="314" y="106"/>
                  <a:pt x="314" y="106"/>
                </a:cubicBezTo>
                <a:cubicBezTo>
                  <a:pt x="314" y="106"/>
                  <a:pt x="313" y="106"/>
                  <a:pt x="313" y="106"/>
                </a:cubicBezTo>
                <a:cubicBezTo>
                  <a:pt x="312" y="106"/>
                  <a:pt x="312" y="106"/>
                  <a:pt x="312" y="107"/>
                </a:cubicBezTo>
                <a:lnTo>
                  <a:pt x="311" y="109"/>
                </a:lnTo>
                <a:lnTo>
                  <a:pt x="319" y="113"/>
                </a:lnTo>
                <a:cubicBezTo>
                  <a:pt x="320" y="113"/>
                  <a:pt x="320" y="114"/>
                  <a:pt x="321" y="114"/>
                </a:cubicBezTo>
                <a:cubicBezTo>
                  <a:pt x="321" y="114"/>
                  <a:pt x="321" y="114"/>
                  <a:pt x="321" y="114"/>
                </a:cubicBezTo>
                <a:cubicBezTo>
                  <a:pt x="321" y="114"/>
                  <a:pt x="322" y="114"/>
                  <a:pt x="322" y="113"/>
                </a:cubicBezTo>
                <a:lnTo>
                  <a:pt x="323" y="111"/>
                </a:lnTo>
                <a:cubicBezTo>
                  <a:pt x="323" y="111"/>
                  <a:pt x="323" y="110"/>
                  <a:pt x="323" y="110"/>
                </a:cubicBezTo>
                <a:cubicBezTo>
                  <a:pt x="323" y="109"/>
                  <a:pt x="323" y="109"/>
                  <a:pt x="322" y="108"/>
                </a:cubicBezTo>
                <a:cubicBezTo>
                  <a:pt x="322" y="108"/>
                  <a:pt x="321" y="107"/>
                  <a:pt x="320" y="106"/>
                </a:cubicBezTo>
                <a:lnTo>
                  <a:pt x="320" y="105"/>
                </a:lnTo>
                <a:lnTo>
                  <a:pt x="325" y="109"/>
                </a:lnTo>
                <a:lnTo>
                  <a:pt x="321" y="118"/>
                </a:lnTo>
                <a:lnTo>
                  <a:pt x="320" y="118"/>
                </a:lnTo>
                <a:lnTo>
                  <a:pt x="321" y="118"/>
                </a:lnTo>
                <a:cubicBezTo>
                  <a:pt x="321" y="117"/>
                  <a:pt x="321" y="117"/>
                  <a:pt x="320" y="117"/>
                </a:cubicBezTo>
                <a:cubicBezTo>
                  <a:pt x="320" y="116"/>
                  <a:pt x="320" y="116"/>
                  <a:pt x="320" y="116"/>
                </a:cubicBezTo>
                <a:cubicBezTo>
                  <a:pt x="319" y="115"/>
                  <a:pt x="319" y="115"/>
                  <a:pt x="318" y="115"/>
                </a:cubicBezTo>
                <a:lnTo>
                  <a:pt x="302" y="107"/>
                </a:lnTo>
                <a:cubicBezTo>
                  <a:pt x="301" y="106"/>
                  <a:pt x="300" y="106"/>
                  <a:pt x="299" y="106"/>
                </a:cubicBezTo>
                <a:cubicBezTo>
                  <a:pt x="299" y="106"/>
                  <a:pt x="298" y="106"/>
                  <a:pt x="298" y="107"/>
                </a:cubicBezTo>
                <a:lnTo>
                  <a:pt x="297" y="107"/>
                </a:lnTo>
                <a:lnTo>
                  <a:pt x="301" y="98"/>
                </a:lnTo>
                <a:lnTo>
                  <a:pt x="307" y="100"/>
                </a:lnTo>
                <a:cubicBezTo>
                  <a:pt x="305" y="100"/>
                  <a:pt x="304" y="100"/>
                  <a:pt x="304" y="100"/>
                </a:cubicBezTo>
                <a:cubicBezTo>
                  <a:pt x="303" y="99"/>
                  <a:pt x="303" y="100"/>
                  <a:pt x="302" y="100"/>
                </a:cubicBezTo>
                <a:cubicBezTo>
                  <a:pt x="302" y="100"/>
                  <a:pt x="302" y="100"/>
                  <a:pt x="302" y="101"/>
                </a:cubicBezTo>
                <a:lnTo>
                  <a:pt x="300" y="104"/>
                </a:lnTo>
                <a:close/>
              </a:path>
              <a:path w="336" h="189">
                <a:moveTo>
                  <a:pt x="298" y="108"/>
                </a:moveTo>
                <a:lnTo>
                  <a:pt x="303" y="111"/>
                </a:lnTo>
                <a:cubicBezTo>
                  <a:pt x="302" y="111"/>
                  <a:pt x="301" y="110"/>
                  <a:pt x="301" y="110"/>
                </a:cubicBezTo>
                <a:cubicBezTo>
                  <a:pt x="300" y="110"/>
                  <a:pt x="299" y="110"/>
                  <a:pt x="299" y="110"/>
                </a:cubicBezTo>
                <a:cubicBezTo>
                  <a:pt x="299" y="110"/>
                  <a:pt x="298" y="111"/>
                  <a:pt x="298" y="111"/>
                </a:cubicBezTo>
                <a:lnTo>
                  <a:pt x="297" y="113"/>
                </a:lnTo>
                <a:lnTo>
                  <a:pt x="315" y="122"/>
                </a:lnTo>
                <a:cubicBezTo>
                  <a:pt x="316" y="123"/>
                  <a:pt x="317" y="123"/>
                  <a:pt x="318" y="123"/>
                </a:cubicBezTo>
                <a:cubicBezTo>
                  <a:pt x="318" y="123"/>
                  <a:pt x="319" y="123"/>
                  <a:pt x="319" y="123"/>
                </a:cubicBezTo>
                <a:lnTo>
                  <a:pt x="319" y="122"/>
                </a:lnTo>
                <a:lnTo>
                  <a:pt x="320" y="123"/>
                </a:lnTo>
                <a:lnTo>
                  <a:pt x="317" y="128"/>
                </a:lnTo>
                <a:lnTo>
                  <a:pt x="317" y="127"/>
                </a:lnTo>
                <a:cubicBezTo>
                  <a:pt x="317" y="126"/>
                  <a:pt x="317" y="126"/>
                  <a:pt x="317" y="125"/>
                </a:cubicBezTo>
                <a:cubicBezTo>
                  <a:pt x="316" y="125"/>
                  <a:pt x="315" y="124"/>
                  <a:pt x="314" y="124"/>
                </a:cubicBezTo>
                <a:lnTo>
                  <a:pt x="296" y="114"/>
                </a:lnTo>
                <a:lnTo>
                  <a:pt x="296" y="116"/>
                </a:lnTo>
                <a:cubicBezTo>
                  <a:pt x="295" y="116"/>
                  <a:pt x="295" y="117"/>
                  <a:pt x="295" y="117"/>
                </a:cubicBezTo>
                <a:cubicBezTo>
                  <a:pt x="295" y="117"/>
                  <a:pt x="296" y="118"/>
                  <a:pt x="296" y="118"/>
                </a:cubicBezTo>
                <a:cubicBezTo>
                  <a:pt x="297" y="119"/>
                  <a:pt x="297" y="120"/>
                  <a:pt x="298" y="120"/>
                </a:cubicBezTo>
                <a:lnTo>
                  <a:pt x="293" y="117"/>
                </a:lnTo>
                <a:lnTo>
                  <a:pt x="298" y="108"/>
                </a:lnTo>
                <a:close/>
              </a:path>
              <a:path w="336" h="189">
                <a:moveTo>
                  <a:pt x="307" y="54"/>
                </a:moveTo>
                <a:cubicBezTo>
                  <a:pt x="307" y="53"/>
                  <a:pt x="308" y="51"/>
                  <a:pt x="310" y="50"/>
                </a:cubicBezTo>
                <a:cubicBezTo>
                  <a:pt x="313" y="49"/>
                  <a:pt x="316" y="48"/>
                  <a:pt x="320" y="48"/>
                </a:cubicBezTo>
                <a:cubicBezTo>
                  <a:pt x="324" y="48"/>
                  <a:pt x="327" y="48"/>
                  <a:pt x="330" y="50"/>
                </a:cubicBezTo>
                <a:cubicBezTo>
                  <a:pt x="333" y="51"/>
                  <a:pt x="334" y="52"/>
                  <a:pt x="334" y="54"/>
                </a:cubicBezTo>
                <a:cubicBezTo>
                  <a:pt x="334" y="56"/>
                  <a:pt x="333" y="57"/>
                  <a:pt x="330" y="59"/>
                </a:cubicBezTo>
                <a:cubicBezTo>
                  <a:pt x="328" y="60"/>
                  <a:pt x="325" y="61"/>
                  <a:pt x="320" y="61"/>
                </a:cubicBezTo>
                <a:cubicBezTo>
                  <a:pt x="316" y="61"/>
                  <a:pt x="313" y="60"/>
                  <a:pt x="310" y="59"/>
                </a:cubicBezTo>
                <a:cubicBezTo>
                  <a:pt x="308" y="57"/>
                  <a:pt x="307" y="56"/>
                  <a:pt x="307" y="54"/>
                </a:cubicBezTo>
                <a:close/>
                <a:moveTo>
                  <a:pt x="308" y="55"/>
                </a:moveTo>
                <a:cubicBezTo>
                  <a:pt x="308" y="56"/>
                  <a:pt x="309" y="57"/>
                  <a:pt x="311" y="57"/>
                </a:cubicBezTo>
                <a:cubicBezTo>
                  <a:pt x="313" y="58"/>
                  <a:pt x="316" y="58"/>
                  <a:pt x="320" y="58"/>
                </a:cubicBezTo>
                <a:cubicBezTo>
                  <a:pt x="325" y="58"/>
                  <a:pt x="328" y="58"/>
                  <a:pt x="330" y="57"/>
                </a:cubicBezTo>
                <a:cubicBezTo>
                  <a:pt x="332" y="56"/>
                  <a:pt x="333" y="55"/>
                  <a:pt x="333" y="54"/>
                </a:cubicBezTo>
                <a:cubicBezTo>
                  <a:pt x="333" y="53"/>
                  <a:pt x="332" y="52"/>
                  <a:pt x="330" y="51"/>
                </a:cubicBezTo>
                <a:cubicBezTo>
                  <a:pt x="328" y="50"/>
                  <a:pt x="325" y="50"/>
                  <a:pt x="321" y="50"/>
                </a:cubicBezTo>
                <a:cubicBezTo>
                  <a:pt x="316" y="50"/>
                  <a:pt x="313" y="51"/>
                  <a:pt x="311" y="52"/>
                </a:cubicBezTo>
                <a:cubicBezTo>
                  <a:pt x="309" y="52"/>
                  <a:pt x="308" y="53"/>
                  <a:pt x="308" y="55"/>
                </a:cubicBezTo>
                <a:close/>
              </a:path>
              <a:path w="336" h="189">
                <a:moveTo>
                  <a:pt x="310" y="75"/>
                </a:moveTo>
                <a:lnTo>
                  <a:pt x="310" y="71"/>
                </a:lnTo>
                <a:lnTo>
                  <a:pt x="329" y="63"/>
                </a:lnTo>
                <a:lnTo>
                  <a:pt x="314" y="63"/>
                </a:lnTo>
                <a:cubicBezTo>
                  <a:pt x="313" y="63"/>
                  <a:pt x="312" y="63"/>
                  <a:pt x="311" y="63"/>
                </a:cubicBezTo>
                <a:cubicBezTo>
                  <a:pt x="311" y="63"/>
                  <a:pt x="310" y="64"/>
                  <a:pt x="310" y="64"/>
                </a:cubicBezTo>
                <a:lnTo>
                  <a:pt x="310" y="65"/>
                </a:lnTo>
                <a:lnTo>
                  <a:pt x="310" y="60"/>
                </a:lnTo>
                <a:lnTo>
                  <a:pt x="310" y="61"/>
                </a:lnTo>
                <a:cubicBezTo>
                  <a:pt x="310" y="61"/>
                  <a:pt x="311" y="62"/>
                  <a:pt x="311" y="62"/>
                </a:cubicBezTo>
                <a:cubicBezTo>
                  <a:pt x="312" y="62"/>
                  <a:pt x="313" y="62"/>
                  <a:pt x="314" y="62"/>
                </a:cubicBezTo>
                <a:lnTo>
                  <a:pt x="336" y="62"/>
                </a:lnTo>
                <a:lnTo>
                  <a:pt x="315" y="71"/>
                </a:lnTo>
                <a:lnTo>
                  <a:pt x="332" y="71"/>
                </a:lnTo>
                <a:cubicBezTo>
                  <a:pt x="333" y="71"/>
                  <a:pt x="334" y="71"/>
                  <a:pt x="335" y="70"/>
                </a:cubicBezTo>
                <a:cubicBezTo>
                  <a:pt x="335" y="70"/>
                  <a:pt x="335" y="70"/>
                  <a:pt x="335" y="69"/>
                </a:cubicBezTo>
                <a:lnTo>
                  <a:pt x="336" y="69"/>
                </a:lnTo>
                <a:lnTo>
                  <a:pt x="336" y="73"/>
                </a:lnTo>
                <a:lnTo>
                  <a:pt x="335" y="73"/>
                </a:lnTo>
                <a:cubicBezTo>
                  <a:pt x="335" y="72"/>
                  <a:pt x="335" y="72"/>
                  <a:pt x="334" y="72"/>
                </a:cubicBezTo>
                <a:cubicBezTo>
                  <a:pt x="334" y="72"/>
                  <a:pt x="333" y="72"/>
                  <a:pt x="332" y="72"/>
                </a:cubicBezTo>
                <a:lnTo>
                  <a:pt x="313" y="72"/>
                </a:lnTo>
                <a:cubicBezTo>
                  <a:pt x="312" y="72"/>
                  <a:pt x="312" y="73"/>
                  <a:pt x="311" y="73"/>
                </a:cubicBezTo>
                <a:cubicBezTo>
                  <a:pt x="311" y="73"/>
                  <a:pt x="311" y="73"/>
                  <a:pt x="311" y="74"/>
                </a:cubicBezTo>
                <a:cubicBezTo>
                  <a:pt x="311" y="74"/>
                  <a:pt x="311" y="74"/>
                  <a:pt x="311" y="75"/>
                </a:cubicBezTo>
                <a:lnTo>
                  <a:pt x="310" y="75"/>
                </a:lnTo>
                <a:close/>
              </a:path>
              <a:path w="336" h="189">
                <a:moveTo>
                  <a:pt x="301" y="38"/>
                </a:moveTo>
                <a:cubicBezTo>
                  <a:pt x="300" y="36"/>
                  <a:pt x="301" y="34"/>
                  <a:pt x="303" y="32"/>
                </a:cubicBezTo>
                <a:cubicBezTo>
                  <a:pt x="305" y="30"/>
                  <a:pt x="307" y="28"/>
                  <a:pt x="311" y="27"/>
                </a:cubicBezTo>
                <a:cubicBezTo>
                  <a:pt x="315" y="25"/>
                  <a:pt x="318" y="25"/>
                  <a:pt x="321" y="25"/>
                </a:cubicBezTo>
                <a:cubicBezTo>
                  <a:pt x="324" y="25"/>
                  <a:pt x="326" y="26"/>
                  <a:pt x="326" y="27"/>
                </a:cubicBezTo>
                <a:cubicBezTo>
                  <a:pt x="327" y="29"/>
                  <a:pt x="326" y="31"/>
                  <a:pt x="325" y="33"/>
                </a:cubicBezTo>
                <a:cubicBezTo>
                  <a:pt x="323" y="35"/>
                  <a:pt x="320" y="37"/>
                  <a:pt x="316" y="39"/>
                </a:cubicBezTo>
                <a:cubicBezTo>
                  <a:pt x="312" y="40"/>
                  <a:pt x="309" y="41"/>
                  <a:pt x="306" y="41"/>
                </a:cubicBezTo>
                <a:cubicBezTo>
                  <a:pt x="303" y="40"/>
                  <a:pt x="302" y="39"/>
                  <a:pt x="301" y="38"/>
                </a:cubicBezTo>
                <a:close/>
                <a:moveTo>
                  <a:pt x="302" y="38"/>
                </a:moveTo>
                <a:cubicBezTo>
                  <a:pt x="303" y="39"/>
                  <a:pt x="304" y="39"/>
                  <a:pt x="306" y="39"/>
                </a:cubicBezTo>
                <a:cubicBezTo>
                  <a:pt x="308" y="39"/>
                  <a:pt x="311" y="38"/>
                  <a:pt x="315" y="37"/>
                </a:cubicBezTo>
                <a:cubicBezTo>
                  <a:pt x="319" y="35"/>
                  <a:pt x="322" y="33"/>
                  <a:pt x="324" y="31"/>
                </a:cubicBezTo>
                <a:cubicBezTo>
                  <a:pt x="325" y="30"/>
                  <a:pt x="326" y="29"/>
                  <a:pt x="325" y="28"/>
                </a:cubicBezTo>
                <a:cubicBezTo>
                  <a:pt x="325" y="27"/>
                  <a:pt x="323" y="26"/>
                  <a:pt x="321" y="26"/>
                </a:cubicBezTo>
                <a:cubicBezTo>
                  <a:pt x="319" y="26"/>
                  <a:pt x="316" y="27"/>
                  <a:pt x="312" y="29"/>
                </a:cubicBezTo>
                <a:cubicBezTo>
                  <a:pt x="308" y="30"/>
                  <a:pt x="305" y="32"/>
                  <a:pt x="304" y="34"/>
                </a:cubicBezTo>
                <a:cubicBezTo>
                  <a:pt x="302" y="35"/>
                  <a:pt x="302" y="36"/>
                  <a:pt x="302" y="38"/>
                </a:cubicBezTo>
                <a:close/>
              </a:path>
              <a:path w="336" h="189">
                <a:moveTo>
                  <a:pt x="323" y="35"/>
                </a:moveTo>
                <a:lnTo>
                  <a:pt x="324" y="35"/>
                </a:lnTo>
                <a:lnTo>
                  <a:pt x="331" y="35"/>
                </a:lnTo>
                <a:lnTo>
                  <a:pt x="332" y="45"/>
                </a:lnTo>
                <a:cubicBezTo>
                  <a:pt x="331" y="44"/>
                  <a:pt x="331" y="44"/>
                  <a:pt x="330" y="44"/>
                </a:cubicBezTo>
                <a:cubicBezTo>
                  <a:pt x="330" y="44"/>
                  <a:pt x="329" y="44"/>
                  <a:pt x="327" y="44"/>
                </a:cubicBezTo>
                <a:lnTo>
                  <a:pt x="311" y="47"/>
                </a:lnTo>
                <a:cubicBezTo>
                  <a:pt x="309" y="47"/>
                  <a:pt x="308" y="47"/>
                  <a:pt x="308" y="47"/>
                </a:cubicBezTo>
                <a:cubicBezTo>
                  <a:pt x="307" y="48"/>
                  <a:pt x="307" y="48"/>
                  <a:pt x="307" y="49"/>
                </a:cubicBezTo>
                <a:lnTo>
                  <a:pt x="306" y="49"/>
                </a:lnTo>
                <a:lnTo>
                  <a:pt x="305" y="43"/>
                </a:lnTo>
                <a:lnTo>
                  <a:pt x="306" y="43"/>
                </a:lnTo>
                <a:cubicBezTo>
                  <a:pt x="306" y="44"/>
                  <a:pt x="306" y="44"/>
                  <a:pt x="307" y="45"/>
                </a:cubicBezTo>
                <a:cubicBezTo>
                  <a:pt x="307" y="45"/>
                  <a:pt x="307" y="45"/>
                  <a:pt x="308" y="45"/>
                </a:cubicBezTo>
                <a:cubicBezTo>
                  <a:pt x="308" y="45"/>
                  <a:pt x="309" y="45"/>
                  <a:pt x="311" y="45"/>
                </a:cubicBezTo>
                <a:lnTo>
                  <a:pt x="327" y="42"/>
                </a:lnTo>
                <a:cubicBezTo>
                  <a:pt x="328" y="42"/>
                  <a:pt x="329" y="42"/>
                  <a:pt x="329" y="42"/>
                </a:cubicBezTo>
                <a:cubicBezTo>
                  <a:pt x="330" y="41"/>
                  <a:pt x="330" y="41"/>
                  <a:pt x="330" y="41"/>
                </a:cubicBezTo>
                <a:cubicBezTo>
                  <a:pt x="330" y="41"/>
                  <a:pt x="330" y="40"/>
                  <a:pt x="330" y="40"/>
                </a:cubicBezTo>
                <a:lnTo>
                  <a:pt x="330" y="39"/>
                </a:lnTo>
                <a:cubicBezTo>
                  <a:pt x="330" y="38"/>
                  <a:pt x="329" y="37"/>
                  <a:pt x="329" y="37"/>
                </a:cubicBezTo>
                <a:cubicBezTo>
                  <a:pt x="329" y="36"/>
                  <a:pt x="328" y="36"/>
                  <a:pt x="327" y="36"/>
                </a:cubicBezTo>
                <a:cubicBezTo>
                  <a:pt x="326" y="36"/>
                  <a:pt x="325" y="35"/>
                  <a:pt x="323" y="35"/>
                </a:cubicBezTo>
                <a:close/>
              </a:path>
              <a:path w="336" h="189">
                <a:moveTo>
                  <a:pt x="286" y="18"/>
                </a:moveTo>
                <a:lnTo>
                  <a:pt x="283" y="14"/>
                </a:lnTo>
                <a:lnTo>
                  <a:pt x="284" y="14"/>
                </a:lnTo>
                <a:cubicBezTo>
                  <a:pt x="284" y="14"/>
                  <a:pt x="284" y="14"/>
                  <a:pt x="285" y="14"/>
                </a:cubicBezTo>
                <a:cubicBezTo>
                  <a:pt x="285" y="14"/>
                  <a:pt x="285" y="14"/>
                  <a:pt x="286" y="14"/>
                </a:cubicBezTo>
                <a:cubicBezTo>
                  <a:pt x="287" y="14"/>
                  <a:pt x="288" y="14"/>
                  <a:pt x="289" y="13"/>
                </a:cubicBezTo>
                <a:lnTo>
                  <a:pt x="298" y="9"/>
                </a:lnTo>
                <a:lnTo>
                  <a:pt x="303" y="4"/>
                </a:lnTo>
                <a:cubicBezTo>
                  <a:pt x="304" y="3"/>
                  <a:pt x="305" y="3"/>
                  <a:pt x="305" y="2"/>
                </a:cubicBezTo>
                <a:cubicBezTo>
                  <a:pt x="306" y="2"/>
                  <a:pt x="306" y="1"/>
                  <a:pt x="305" y="1"/>
                </a:cubicBezTo>
                <a:lnTo>
                  <a:pt x="305" y="0"/>
                </a:lnTo>
                <a:lnTo>
                  <a:pt x="309" y="4"/>
                </a:lnTo>
                <a:lnTo>
                  <a:pt x="309" y="5"/>
                </a:lnTo>
                <a:lnTo>
                  <a:pt x="308" y="4"/>
                </a:lnTo>
                <a:cubicBezTo>
                  <a:pt x="308" y="4"/>
                  <a:pt x="307" y="4"/>
                  <a:pt x="307" y="4"/>
                </a:cubicBezTo>
                <a:cubicBezTo>
                  <a:pt x="306" y="4"/>
                  <a:pt x="306" y="5"/>
                  <a:pt x="304" y="6"/>
                </a:cubicBezTo>
                <a:lnTo>
                  <a:pt x="300" y="10"/>
                </a:lnTo>
                <a:lnTo>
                  <a:pt x="294" y="20"/>
                </a:lnTo>
                <a:cubicBezTo>
                  <a:pt x="293" y="21"/>
                  <a:pt x="293" y="22"/>
                  <a:pt x="293" y="22"/>
                </a:cubicBezTo>
                <a:cubicBezTo>
                  <a:pt x="293" y="23"/>
                  <a:pt x="293" y="23"/>
                  <a:pt x="292" y="24"/>
                </a:cubicBezTo>
                <a:cubicBezTo>
                  <a:pt x="292" y="24"/>
                  <a:pt x="293" y="24"/>
                  <a:pt x="293" y="24"/>
                </a:cubicBezTo>
                <a:lnTo>
                  <a:pt x="292" y="25"/>
                </a:lnTo>
                <a:lnTo>
                  <a:pt x="288" y="21"/>
                </a:lnTo>
                <a:lnTo>
                  <a:pt x="289" y="20"/>
                </a:lnTo>
                <a:cubicBezTo>
                  <a:pt x="289" y="21"/>
                  <a:pt x="290" y="21"/>
                  <a:pt x="290" y="21"/>
                </a:cubicBezTo>
                <a:cubicBezTo>
                  <a:pt x="290" y="21"/>
                  <a:pt x="291" y="20"/>
                  <a:pt x="291" y="20"/>
                </a:cubicBezTo>
                <a:cubicBezTo>
                  <a:pt x="292" y="20"/>
                  <a:pt x="292" y="19"/>
                  <a:pt x="293" y="18"/>
                </a:cubicBezTo>
                <a:lnTo>
                  <a:pt x="297" y="10"/>
                </a:lnTo>
                <a:lnTo>
                  <a:pt x="290" y="14"/>
                </a:lnTo>
                <a:cubicBezTo>
                  <a:pt x="288" y="14"/>
                  <a:pt x="288" y="15"/>
                  <a:pt x="287" y="15"/>
                </a:cubicBezTo>
                <a:cubicBezTo>
                  <a:pt x="287" y="15"/>
                  <a:pt x="287" y="16"/>
                  <a:pt x="286" y="16"/>
                </a:cubicBezTo>
                <a:cubicBezTo>
                  <a:pt x="286" y="16"/>
                  <a:pt x="286" y="16"/>
                  <a:pt x="286" y="17"/>
                </a:cubicBezTo>
                <a:cubicBezTo>
                  <a:pt x="286" y="17"/>
                  <a:pt x="286" y="17"/>
                  <a:pt x="287" y="17"/>
                </a:cubicBezTo>
                <a:lnTo>
                  <a:pt x="286" y="18"/>
                </a:lnTo>
                <a:close/>
              </a:path>
              <a:path w="336" h="189">
                <a:moveTo>
                  <a:pt x="35" y="20"/>
                </a:moveTo>
                <a:lnTo>
                  <a:pt x="32" y="25"/>
                </a:lnTo>
                <a:lnTo>
                  <a:pt x="39" y="29"/>
                </a:lnTo>
                <a:cubicBezTo>
                  <a:pt x="40" y="29"/>
                  <a:pt x="41" y="30"/>
                  <a:pt x="41" y="30"/>
                </a:cubicBezTo>
                <a:cubicBezTo>
                  <a:pt x="42" y="30"/>
                  <a:pt x="42" y="30"/>
                  <a:pt x="42" y="30"/>
                </a:cubicBezTo>
                <a:cubicBezTo>
                  <a:pt x="43" y="30"/>
                  <a:pt x="43" y="30"/>
                  <a:pt x="43" y="29"/>
                </a:cubicBezTo>
                <a:lnTo>
                  <a:pt x="44" y="29"/>
                </a:lnTo>
                <a:lnTo>
                  <a:pt x="41" y="34"/>
                </a:lnTo>
                <a:lnTo>
                  <a:pt x="41" y="33"/>
                </a:lnTo>
                <a:cubicBezTo>
                  <a:pt x="41" y="33"/>
                  <a:pt x="41" y="33"/>
                  <a:pt x="41" y="33"/>
                </a:cubicBezTo>
                <a:cubicBezTo>
                  <a:pt x="41" y="32"/>
                  <a:pt x="41" y="32"/>
                  <a:pt x="40" y="32"/>
                </a:cubicBezTo>
                <a:cubicBezTo>
                  <a:pt x="40" y="31"/>
                  <a:pt x="39" y="31"/>
                  <a:pt x="38" y="30"/>
                </a:cubicBezTo>
                <a:lnTo>
                  <a:pt x="23" y="22"/>
                </a:lnTo>
                <a:cubicBezTo>
                  <a:pt x="22" y="21"/>
                  <a:pt x="21" y="21"/>
                  <a:pt x="21" y="21"/>
                </a:cubicBezTo>
                <a:cubicBezTo>
                  <a:pt x="21" y="21"/>
                  <a:pt x="20" y="21"/>
                  <a:pt x="20" y="21"/>
                </a:cubicBezTo>
                <a:cubicBezTo>
                  <a:pt x="19" y="21"/>
                  <a:pt x="19" y="21"/>
                  <a:pt x="19" y="21"/>
                </a:cubicBezTo>
                <a:lnTo>
                  <a:pt x="19" y="22"/>
                </a:lnTo>
                <a:lnTo>
                  <a:pt x="18" y="21"/>
                </a:lnTo>
                <a:lnTo>
                  <a:pt x="21" y="17"/>
                </a:lnTo>
                <a:lnTo>
                  <a:pt x="22" y="17"/>
                </a:lnTo>
                <a:lnTo>
                  <a:pt x="21" y="17"/>
                </a:lnTo>
                <a:cubicBezTo>
                  <a:pt x="21" y="18"/>
                  <a:pt x="21" y="18"/>
                  <a:pt x="22" y="19"/>
                </a:cubicBezTo>
                <a:cubicBezTo>
                  <a:pt x="22" y="19"/>
                  <a:pt x="23" y="20"/>
                  <a:pt x="24" y="20"/>
                </a:cubicBezTo>
                <a:lnTo>
                  <a:pt x="31" y="24"/>
                </a:lnTo>
                <a:lnTo>
                  <a:pt x="34" y="19"/>
                </a:lnTo>
                <a:lnTo>
                  <a:pt x="27" y="15"/>
                </a:lnTo>
                <a:cubicBezTo>
                  <a:pt x="26" y="15"/>
                  <a:pt x="25" y="14"/>
                  <a:pt x="25" y="14"/>
                </a:cubicBezTo>
                <a:cubicBezTo>
                  <a:pt x="24" y="14"/>
                  <a:pt x="24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lnTo>
                  <a:pt x="23" y="15"/>
                </a:lnTo>
                <a:lnTo>
                  <a:pt x="22" y="15"/>
                </a:lnTo>
                <a:lnTo>
                  <a:pt x="25" y="10"/>
                </a:lnTo>
                <a:cubicBezTo>
                  <a:pt x="25" y="11"/>
                  <a:pt x="25" y="11"/>
                  <a:pt x="25" y="12"/>
                </a:cubicBezTo>
                <a:cubicBezTo>
                  <a:pt x="26" y="12"/>
                  <a:pt x="27" y="13"/>
                  <a:pt x="28" y="14"/>
                </a:cubicBezTo>
                <a:lnTo>
                  <a:pt x="43" y="22"/>
                </a:lnTo>
                <a:cubicBezTo>
                  <a:pt x="44" y="22"/>
                  <a:pt x="45" y="23"/>
                  <a:pt x="45" y="23"/>
                </a:cubicBezTo>
                <a:cubicBezTo>
                  <a:pt x="45" y="23"/>
                  <a:pt x="46" y="23"/>
                  <a:pt x="46" y="23"/>
                </a:cubicBezTo>
                <a:cubicBezTo>
                  <a:pt x="46" y="23"/>
                  <a:pt x="47" y="23"/>
                  <a:pt x="47" y="23"/>
                </a:cubicBezTo>
                <a:lnTo>
                  <a:pt x="47" y="22"/>
                </a:lnTo>
                <a:lnTo>
                  <a:pt x="48" y="22"/>
                </a:lnTo>
                <a:lnTo>
                  <a:pt x="45" y="27"/>
                </a:lnTo>
                <a:lnTo>
                  <a:pt x="44" y="27"/>
                </a:lnTo>
                <a:lnTo>
                  <a:pt x="45" y="27"/>
                </a:lnTo>
                <a:cubicBezTo>
                  <a:pt x="45" y="26"/>
                  <a:pt x="45" y="26"/>
                  <a:pt x="45" y="26"/>
                </a:cubicBezTo>
                <a:cubicBezTo>
                  <a:pt x="45" y="25"/>
                  <a:pt x="44" y="25"/>
                  <a:pt x="44" y="25"/>
                </a:cubicBezTo>
                <a:cubicBezTo>
                  <a:pt x="44" y="25"/>
                  <a:pt x="43" y="24"/>
                  <a:pt x="42" y="23"/>
                </a:cubicBezTo>
                <a:lnTo>
                  <a:pt x="35" y="20"/>
                </a:lnTo>
                <a:close/>
              </a:path>
              <a:path w="336" h="189">
                <a:moveTo>
                  <a:pt x="36" y="43"/>
                </a:moveTo>
                <a:lnTo>
                  <a:pt x="36" y="43"/>
                </a:lnTo>
                <a:lnTo>
                  <a:pt x="34" y="47"/>
                </a:lnTo>
                <a:lnTo>
                  <a:pt x="33" y="47"/>
                </a:lnTo>
                <a:lnTo>
                  <a:pt x="34" y="47"/>
                </a:lnTo>
                <a:cubicBezTo>
                  <a:pt x="34" y="46"/>
                  <a:pt x="34" y="46"/>
                  <a:pt x="33" y="45"/>
                </a:cubicBezTo>
                <a:cubicBezTo>
                  <a:pt x="33" y="45"/>
                  <a:pt x="32" y="44"/>
                  <a:pt x="31" y="43"/>
                </a:cubicBezTo>
                <a:lnTo>
                  <a:pt x="21" y="38"/>
                </a:lnTo>
                <a:cubicBezTo>
                  <a:pt x="19" y="37"/>
                  <a:pt x="17" y="36"/>
                  <a:pt x="16" y="35"/>
                </a:cubicBezTo>
                <a:cubicBezTo>
                  <a:pt x="15" y="34"/>
                  <a:pt x="14" y="33"/>
                  <a:pt x="14" y="32"/>
                </a:cubicBezTo>
                <a:cubicBezTo>
                  <a:pt x="13" y="30"/>
                  <a:pt x="13" y="29"/>
                  <a:pt x="14" y="28"/>
                </a:cubicBezTo>
                <a:cubicBezTo>
                  <a:pt x="14" y="27"/>
                  <a:pt x="15" y="26"/>
                  <a:pt x="17" y="26"/>
                </a:cubicBezTo>
                <a:cubicBezTo>
                  <a:pt x="18" y="26"/>
                  <a:pt x="19" y="26"/>
                  <a:pt x="21" y="27"/>
                </a:cubicBezTo>
                <a:cubicBezTo>
                  <a:pt x="22" y="27"/>
                  <a:pt x="24" y="28"/>
                  <a:pt x="27" y="30"/>
                </a:cubicBezTo>
                <a:lnTo>
                  <a:pt x="36" y="35"/>
                </a:lnTo>
                <a:cubicBezTo>
                  <a:pt x="37" y="35"/>
                  <a:pt x="38" y="36"/>
                  <a:pt x="39" y="36"/>
                </a:cubicBezTo>
                <a:cubicBezTo>
                  <a:pt x="39" y="36"/>
                  <a:pt x="40" y="36"/>
                  <a:pt x="40" y="35"/>
                </a:cubicBezTo>
                <a:lnTo>
                  <a:pt x="41" y="35"/>
                </a:lnTo>
                <a:lnTo>
                  <a:pt x="38" y="40"/>
                </a:lnTo>
                <a:lnTo>
                  <a:pt x="37" y="40"/>
                </a:lnTo>
                <a:lnTo>
                  <a:pt x="38" y="39"/>
                </a:lnTo>
                <a:cubicBezTo>
                  <a:pt x="38" y="39"/>
                  <a:pt x="38" y="38"/>
                  <a:pt x="37" y="38"/>
                </a:cubicBezTo>
                <a:cubicBezTo>
                  <a:pt x="37" y="37"/>
                  <a:pt x="36" y="37"/>
                  <a:pt x="35" y="36"/>
                </a:cubicBezTo>
                <a:lnTo>
                  <a:pt x="25" y="31"/>
                </a:lnTo>
                <a:cubicBezTo>
                  <a:pt x="24" y="30"/>
                  <a:pt x="23" y="30"/>
                  <a:pt x="22" y="29"/>
                </a:cubicBezTo>
                <a:cubicBezTo>
                  <a:pt x="20" y="28"/>
                  <a:pt x="19" y="28"/>
                  <a:pt x="19" y="28"/>
                </a:cubicBezTo>
                <a:cubicBezTo>
                  <a:pt x="18" y="28"/>
                  <a:pt x="17" y="28"/>
                  <a:pt x="17" y="28"/>
                </a:cubicBezTo>
                <a:cubicBezTo>
                  <a:pt x="16" y="28"/>
                  <a:pt x="15" y="29"/>
                  <a:pt x="15" y="29"/>
                </a:cubicBezTo>
                <a:cubicBezTo>
                  <a:pt x="15" y="30"/>
                  <a:pt x="15" y="31"/>
                  <a:pt x="15" y="32"/>
                </a:cubicBezTo>
                <a:cubicBezTo>
                  <a:pt x="15" y="33"/>
                  <a:pt x="16" y="33"/>
                  <a:pt x="17" y="34"/>
                </a:cubicBezTo>
                <a:cubicBezTo>
                  <a:pt x="18" y="35"/>
                  <a:pt x="19" y="36"/>
                  <a:pt x="22" y="37"/>
                </a:cubicBezTo>
                <a:lnTo>
                  <a:pt x="31" y="43"/>
                </a:lnTo>
                <a:cubicBezTo>
                  <a:pt x="33" y="43"/>
                  <a:pt x="34" y="44"/>
                  <a:pt x="34" y="44"/>
                </a:cubicBezTo>
                <a:cubicBezTo>
                  <a:pt x="35" y="44"/>
                  <a:pt x="35" y="44"/>
                  <a:pt x="35" y="43"/>
                </a:cubicBezTo>
                <a:lnTo>
                  <a:pt x="36" y="43"/>
                </a:lnTo>
                <a:close/>
              </a:path>
              <a:path w="336" h="189">
                <a:moveTo>
                  <a:pt x="15" y="45"/>
                </a:moveTo>
                <a:lnTo>
                  <a:pt x="16" y="40"/>
                </a:lnTo>
                <a:lnTo>
                  <a:pt x="13" y="38"/>
                </a:lnTo>
                <a:cubicBezTo>
                  <a:pt x="12" y="37"/>
                  <a:pt x="11" y="37"/>
                  <a:pt x="11" y="37"/>
                </a:cubicBezTo>
                <a:cubicBezTo>
                  <a:pt x="11" y="37"/>
                  <a:pt x="10" y="37"/>
                  <a:pt x="10" y="37"/>
                </a:cubicBezTo>
                <a:cubicBezTo>
                  <a:pt x="9" y="37"/>
                  <a:pt x="9" y="37"/>
                  <a:pt x="9" y="38"/>
                </a:cubicBezTo>
                <a:lnTo>
                  <a:pt x="8" y="37"/>
                </a:lnTo>
                <a:lnTo>
                  <a:pt x="10" y="33"/>
                </a:lnTo>
                <a:lnTo>
                  <a:pt x="10" y="34"/>
                </a:lnTo>
                <a:cubicBezTo>
                  <a:pt x="10" y="34"/>
                  <a:pt x="10" y="35"/>
                  <a:pt x="11" y="35"/>
                </a:cubicBezTo>
                <a:cubicBezTo>
                  <a:pt x="11" y="36"/>
                  <a:pt x="12" y="36"/>
                  <a:pt x="14" y="37"/>
                </a:cubicBezTo>
                <a:lnTo>
                  <a:pt x="32" y="50"/>
                </a:lnTo>
                <a:lnTo>
                  <a:pt x="10" y="46"/>
                </a:lnTo>
                <a:cubicBezTo>
                  <a:pt x="8" y="46"/>
                  <a:pt x="7" y="46"/>
                  <a:pt x="7" y="46"/>
                </a:cubicBezTo>
                <a:cubicBezTo>
                  <a:pt x="6" y="46"/>
                  <a:pt x="6" y="46"/>
                  <a:pt x="5" y="47"/>
                </a:cubicBezTo>
                <a:lnTo>
                  <a:pt x="5" y="46"/>
                </a:lnTo>
                <a:lnTo>
                  <a:pt x="6" y="42"/>
                </a:lnTo>
                <a:lnTo>
                  <a:pt x="7" y="42"/>
                </a:lnTo>
                <a:cubicBezTo>
                  <a:pt x="7" y="42"/>
                  <a:pt x="7" y="43"/>
                  <a:pt x="7" y="43"/>
                </a:cubicBezTo>
                <a:cubicBezTo>
                  <a:pt x="7" y="43"/>
                  <a:pt x="8" y="44"/>
                  <a:pt x="8" y="44"/>
                </a:cubicBezTo>
                <a:cubicBezTo>
                  <a:pt x="9" y="44"/>
                  <a:pt x="10" y="44"/>
                  <a:pt x="11" y="44"/>
                </a:cubicBezTo>
                <a:lnTo>
                  <a:pt x="15" y="45"/>
                </a:lnTo>
                <a:close/>
                <a:moveTo>
                  <a:pt x="16" y="45"/>
                </a:moveTo>
                <a:lnTo>
                  <a:pt x="27" y="47"/>
                </a:lnTo>
                <a:lnTo>
                  <a:pt x="18" y="41"/>
                </a:lnTo>
                <a:lnTo>
                  <a:pt x="16" y="45"/>
                </a:lnTo>
                <a:close/>
              </a:path>
              <a:path w="336" h="189">
                <a:moveTo>
                  <a:pt x="29" y="62"/>
                </a:moveTo>
                <a:lnTo>
                  <a:pt x="5" y="52"/>
                </a:lnTo>
                <a:lnTo>
                  <a:pt x="5" y="57"/>
                </a:lnTo>
                <a:cubicBezTo>
                  <a:pt x="5" y="58"/>
                  <a:pt x="5" y="59"/>
                  <a:pt x="6" y="59"/>
                </a:cubicBezTo>
                <a:cubicBezTo>
                  <a:pt x="6" y="60"/>
                  <a:pt x="8" y="60"/>
                  <a:pt x="10" y="61"/>
                </a:cubicBezTo>
                <a:lnTo>
                  <a:pt x="3" y="60"/>
                </a:lnTo>
                <a:lnTo>
                  <a:pt x="4" y="49"/>
                </a:lnTo>
                <a:lnTo>
                  <a:pt x="28" y="59"/>
                </a:lnTo>
                <a:lnTo>
                  <a:pt x="28" y="55"/>
                </a:lnTo>
                <a:cubicBezTo>
                  <a:pt x="28" y="54"/>
                  <a:pt x="28" y="53"/>
                  <a:pt x="28" y="53"/>
                </a:cubicBezTo>
                <a:cubicBezTo>
                  <a:pt x="27" y="53"/>
                  <a:pt x="27" y="53"/>
                  <a:pt x="26" y="52"/>
                </a:cubicBezTo>
                <a:cubicBezTo>
                  <a:pt x="26" y="52"/>
                  <a:pt x="25" y="52"/>
                  <a:pt x="23" y="52"/>
                </a:cubicBezTo>
                <a:lnTo>
                  <a:pt x="23" y="51"/>
                </a:lnTo>
                <a:lnTo>
                  <a:pt x="30" y="52"/>
                </a:lnTo>
                <a:lnTo>
                  <a:pt x="29" y="62"/>
                </a:lnTo>
                <a:close/>
              </a:path>
              <a:path w="336" h="189">
                <a:moveTo>
                  <a:pt x="29" y="82"/>
                </a:moveTo>
                <a:cubicBezTo>
                  <a:pt x="29" y="84"/>
                  <a:pt x="28" y="85"/>
                  <a:pt x="25" y="87"/>
                </a:cubicBezTo>
                <a:cubicBezTo>
                  <a:pt x="22" y="88"/>
                  <a:pt x="19" y="89"/>
                  <a:pt x="15" y="89"/>
                </a:cubicBezTo>
                <a:cubicBezTo>
                  <a:pt x="11" y="89"/>
                  <a:pt x="8" y="89"/>
                  <a:pt x="5" y="87"/>
                </a:cubicBezTo>
                <a:cubicBezTo>
                  <a:pt x="3" y="86"/>
                  <a:pt x="1" y="85"/>
                  <a:pt x="1" y="83"/>
                </a:cubicBezTo>
                <a:cubicBezTo>
                  <a:pt x="1" y="81"/>
                  <a:pt x="2" y="80"/>
                  <a:pt x="5" y="78"/>
                </a:cubicBezTo>
                <a:cubicBezTo>
                  <a:pt x="7" y="77"/>
                  <a:pt x="11" y="76"/>
                  <a:pt x="15" y="76"/>
                </a:cubicBezTo>
                <a:cubicBezTo>
                  <a:pt x="19" y="76"/>
                  <a:pt x="22" y="77"/>
                  <a:pt x="25" y="78"/>
                </a:cubicBezTo>
                <a:cubicBezTo>
                  <a:pt x="27" y="79"/>
                  <a:pt x="29" y="80"/>
                  <a:pt x="29" y="82"/>
                </a:cubicBezTo>
                <a:close/>
                <a:moveTo>
                  <a:pt x="27" y="82"/>
                </a:moveTo>
                <a:cubicBezTo>
                  <a:pt x="27" y="81"/>
                  <a:pt x="26" y="80"/>
                  <a:pt x="25" y="79"/>
                </a:cubicBezTo>
                <a:cubicBezTo>
                  <a:pt x="22" y="78"/>
                  <a:pt x="19" y="78"/>
                  <a:pt x="15" y="78"/>
                </a:cubicBezTo>
                <a:cubicBezTo>
                  <a:pt x="11" y="79"/>
                  <a:pt x="7" y="79"/>
                  <a:pt x="5" y="80"/>
                </a:cubicBezTo>
                <a:cubicBezTo>
                  <a:pt x="3" y="81"/>
                  <a:pt x="2" y="82"/>
                  <a:pt x="3" y="83"/>
                </a:cubicBezTo>
                <a:cubicBezTo>
                  <a:pt x="3" y="84"/>
                  <a:pt x="4" y="85"/>
                  <a:pt x="6" y="86"/>
                </a:cubicBezTo>
                <a:cubicBezTo>
                  <a:pt x="8" y="87"/>
                  <a:pt x="11" y="87"/>
                  <a:pt x="15" y="87"/>
                </a:cubicBezTo>
                <a:cubicBezTo>
                  <a:pt x="19" y="87"/>
                  <a:pt x="23" y="86"/>
                  <a:pt x="25" y="85"/>
                </a:cubicBezTo>
                <a:cubicBezTo>
                  <a:pt x="26" y="84"/>
                  <a:pt x="27" y="83"/>
                  <a:pt x="27" y="82"/>
                </a:cubicBezTo>
                <a:close/>
              </a:path>
              <a:path w="336" h="189">
                <a:moveTo>
                  <a:pt x="16" y="66"/>
                </a:moveTo>
                <a:lnTo>
                  <a:pt x="15" y="72"/>
                </a:lnTo>
                <a:lnTo>
                  <a:pt x="22" y="73"/>
                </a:lnTo>
                <a:cubicBezTo>
                  <a:pt x="24" y="73"/>
                  <a:pt x="24" y="73"/>
                  <a:pt x="25" y="73"/>
                </a:cubicBezTo>
                <a:cubicBezTo>
                  <a:pt x="25" y="73"/>
                  <a:pt x="26" y="73"/>
                  <a:pt x="26" y="73"/>
                </a:cubicBezTo>
                <a:cubicBezTo>
                  <a:pt x="26" y="73"/>
                  <a:pt x="26" y="72"/>
                  <a:pt x="26" y="72"/>
                </a:cubicBezTo>
                <a:lnTo>
                  <a:pt x="27" y="72"/>
                </a:lnTo>
                <a:lnTo>
                  <a:pt x="26" y="77"/>
                </a:lnTo>
                <a:cubicBezTo>
                  <a:pt x="26" y="76"/>
                  <a:pt x="26" y="76"/>
                  <a:pt x="25" y="76"/>
                </a:cubicBezTo>
                <a:cubicBezTo>
                  <a:pt x="25" y="76"/>
                  <a:pt x="25" y="75"/>
                  <a:pt x="25" y="75"/>
                </a:cubicBezTo>
                <a:cubicBezTo>
                  <a:pt x="24" y="75"/>
                  <a:pt x="23" y="75"/>
                  <a:pt x="22" y="75"/>
                </a:cubicBezTo>
                <a:lnTo>
                  <a:pt x="5" y="73"/>
                </a:lnTo>
                <a:cubicBezTo>
                  <a:pt x="4" y="72"/>
                  <a:pt x="3" y="72"/>
                  <a:pt x="3" y="72"/>
                </a:cubicBezTo>
                <a:cubicBezTo>
                  <a:pt x="2" y="72"/>
                  <a:pt x="2" y="72"/>
                  <a:pt x="2" y="73"/>
                </a:cubicBezTo>
                <a:cubicBezTo>
                  <a:pt x="1" y="73"/>
                  <a:pt x="1" y="73"/>
                  <a:pt x="1" y="73"/>
                </a:cubicBezTo>
                <a:lnTo>
                  <a:pt x="1" y="74"/>
                </a:lnTo>
                <a:lnTo>
                  <a:pt x="0" y="74"/>
                </a:lnTo>
                <a:lnTo>
                  <a:pt x="1" y="68"/>
                </a:lnTo>
                <a:lnTo>
                  <a:pt x="2" y="68"/>
                </a:lnTo>
                <a:lnTo>
                  <a:pt x="2" y="69"/>
                </a:lnTo>
                <a:cubicBezTo>
                  <a:pt x="2" y="69"/>
                  <a:pt x="2" y="70"/>
                  <a:pt x="2" y="70"/>
                </a:cubicBezTo>
                <a:cubicBezTo>
                  <a:pt x="3" y="70"/>
                  <a:pt x="4" y="71"/>
                  <a:pt x="5" y="71"/>
                </a:cubicBezTo>
                <a:lnTo>
                  <a:pt x="13" y="72"/>
                </a:lnTo>
                <a:lnTo>
                  <a:pt x="14" y="66"/>
                </a:lnTo>
                <a:lnTo>
                  <a:pt x="6" y="65"/>
                </a:lnTo>
                <a:cubicBezTo>
                  <a:pt x="5" y="65"/>
                  <a:pt x="4" y="65"/>
                  <a:pt x="4" y="65"/>
                </a:cubicBezTo>
                <a:cubicBezTo>
                  <a:pt x="3" y="65"/>
                  <a:pt x="3" y="65"/>
                  <a:pt x="3" y="65"/>
                </a:cubicBezTo>
                <a:cubicBezTo>
                  <a:pt x="2" y="65"/>
                  <a:pt x="2" y="65"/>
                  <a:pt x="2" y="66"/>
                </a:cubicBezTo>
                <a:lnTo>
                  <a:pt x="1" y="66"/>
                </a:lnTo>
                <a:lnTo>
                  <a:pt x="2" y="60"/>
                </a:lnTo>
                <a:lnTo>
                  <a:pt x="3" y="61"/>
                </a:lnTo>
                <a:cubicBezTo>
                  <a:pt x="3" y="62"/>
                  <a:pt x="3" y="62"/>
                  <a:pt x="3" y="62"/>
                </a:cubicBezTo>
                <a:cubicBezTo>
                  <a:pt x="4" y="63"/>
                  <a:pt x="5" y="63"/>
                  <a:pt x="6" y="63"/>
                </a:cubicBezTo>
                <a:lnTo>
                  <a:pt x="23" y="65"/>
                </a:lnTo>
                <a:cubicBezTo>
                  <a:pt x="25" y="65"/>
                  <a:pt x="25" y="65"/>
                  <a:pt x="26" y="65"/>
                </a:cubicBezTo>
                <a:cubicBezTo>
                  <a:pt x="26" y="65"/>
                  <a:pt x="27" y="65"/>
                  <a:pt x="27" y="65"/>
                </a:cubicBezTo>
                <a:cubicBezTo>
                  <a:pt x="27" y="65"/>
                  <a:pt x="27" y="65"/>
                  <a:pt x="27" y="64"/>
                </a:cubicBezTo>
                <a:lnTo>
                  <a:pt x="28" y="64"/>
                </a:lnTo>
                <a:lnTo>
                  <a:pt x="27" y="69"/>
                </a:lnTo>
                <a:cubicBezTo>
                  <a:pt x="27" y="69"/>
                  <a:pt x="27" y="68"/>
                  <a:pt x="26" y="68"/>
                </a:cubicBezTo>
                <a:cubicBezTo>
                  <a:pt x="26" y="68"/>
                  <a:pt x="26" y="67"/>
                  <a:pt x="26" y="67"/>
                </a:cubicBezTo>
                <a:cubicBezTo>
                  <a:pt x="25" y="67"/>
                  <a:pt x="24" y="67"/>
                  <a:pt x="23" y="67"/>
                </a:cubicBezTo>
                <a:lnTo>
                  <a:pt x="16" y="66"/>
                </a:lnTo>
                <a:close/>
              </a:path>
              <a:path w="336" h="189">
                <a:moveTo>
                  <a:pt x="29" y="84"/>
                </a:moveTo>
                <a:lnTo>
                  <a:pt x="30" y="88"/>
                </a:lnTo>
                <a:lnTo>
                  <a:pt x="14" y="101"/>
                </a:lnTo>
                <a:lnTo>
                  <a:pt x="28" y="97"/>
                </a:lnTo>
                <a:cubicBezTo>
                  <a:pt x="30" y="96"/>
                  <a:pt x="31" y="96"/>
                  <a:pt x="31" y="95"/>
                </a:cubicBezTo>
                <a:cubicBezTo>
                  <a:pt x="32" y="95"/>
                  <a:pt x="32" y="95"/>
                  <a:pt x="32" y="94"/>
                </a:cubicBezTo>
                <a:lnTo>
                  <a:pt x="31" y="94"/>
                </a:lnTo>
                <a:lnTo>
                  <a:pt x="32" y="93"/>
                </a:lnTo>
                <a:lnTo>
                  <a:pt x="33" y="98"/>
                </a:lnTo>
                <a:cubicBezTo>
                  <a:pt x="32" y="97"/>
                  <a:pt x="32" y="97"/>
                  <a:pt x="31" y="97"/>
                </a:cubicBezTo>
                <a:cubicBezTo>
                  <a:pt x="31" y="97"/>
                  <a:pt x="30" y="97"/>
                  <a:pt x="29" y="97"/>
                </a:cubicBezTo>
                <a:lnTo>
                  <a:pt x="7" y="104"/>
                </a:lnTo>
                <a:lnTo>
                  <a:pt x="25" y="89"/>
                </a:lnTo>
                <a:lnTo>
                  <a:pt x="9" y="94"/>
                </a:lnTo>
                <a:cubicBezTo>
                  <a:pt x="8" y="95"/>
                  <a:pt x="7" y="95"/>
                  <a:pt x="7" y="95"/>
                </a:cubicBezTo>
                <a:cubicBezTo>
                  <a:pt x="6" y="96"/>
                  <a:pt x="6" y="96"/>
                  <a:pt x="6" y="97"/>
                </a:cubicBezTo>
                <a:lnTo>
                  <a:pt x="4" y="93"/>
                </a:lnTo>
                <a:lnTo>
                  <a:pt x="5" y="93"/>
                </a:lnTo>
                <a:cubicBezTo>
                  <a:pt x="5" y="94"/>
                  <a:pt x="6" y="94"/>
                  <a:pt x="6" y="94"/>
                </a:cubicBezTo>
                <a:cubicBezTo>
                  <a:pt x="7" y="94"/>
                  <a:pt x="8" y="94"/>
                  <a:pt x="9" y="93"/>
                </a:cubicBezTo>
                <a:lnTo>
                  <a:pt x="27" y="88"/>
                </a:lnTo>
                <a:cubicBezTo>
                  <a:pt x="27" y="87"/>
                  <a:pt x="28" y="87"/>
                  <a:pt x="28" y="86"/>
                </a:cubicBezTo>
                <a:cubicBezTo>
                  <a:pt x="28" y="86"/>
                  <a:pt x="28" y="86"/>
                  <a:pt x="29" y="85"/>
                </a:cubicBezTo>
                <a:cubicBezTo>
                  <a:pt x="29" y="85"/>
                  <a:pt x="29" y="85"/>
                  <a:pt x="28" y="84"/>
                </a:cubicBezTo>
                <a:lnTo>
                  <a:pt x="29" y="84"/>
                </a:lnTo>
                <a:close/>
              </a:path>
              <a:path w="336" h="189">
                <a:moveTo>
                  <a:pt x="38" y="107"/>
                </a:moveTo>
                <a:lnTo>
                  <a:pt x="30" y="110"/>
                </a:lnTo>
                <a:cubicBezTo>
                  <a:pt x="32" y="109"/>
                  <a:pt x="33" y="108"/>
                  <a:pt x="34" y="107"/>
                </a:cubicBezTo>
                <a:cubicBezTo>
                  <a:pt x="35" y="106"/>
                  <a:pt x="36" y="105"/>
                  <a:pt x="35" y="104"/>
                </a:cubicBezTo>
                <a:cubicBezTo>
                  <a:pt x="35" y="102"/>
                  <a:pt x="33" y="101"/>
                  <a:pt x="30" y="101"/>
                </a:cubicBezTo>
                <a:cubicBezTo>
                  <a:pt x="28" y="102"/>
                  <a:pt x="25" y="102"/>
                  <a:pt x="22" y="103"/>
                </a:cubicBezTo>
                <a:cubicBezTo>
                  <a:pt x="20" y="104"/>
                  <a:pt x="18" y="105"/>
                  <a:pt x="16" y="106"/>
                </a:cubicBezTo>
                <a:cubicBezTo>
                  <a:pt x="14" y="107"/>
                  <a:pt x="13" y="108"/>
                  <a:pt x="12" y="109"/>
                </a:cubicBezTo>
                <a:cubicBezTo>
                  <a:pt x="12" y="110"/>
                  <a:pt x="11" y="111"/>
                  <a:pt x="12" y="112"/>
                </a:cubicBezTo>
                <a:cubicBezTo>
                  <a:pt x="12" y="112"/>
                  <a:pt x="12" y="113"/>
                  <a:pt x="12" y="113"/>
                </a:cubicBezTo>
                <a:cubicBezTo>
                  <a:pt x="13" y="113"/>
                  <a:pt x="13" y="114"/>
                  <a:pt x="14" y="114"/>
                </a:cubicBezTo>
                <a:lnTo>
                  <a:pt x="21" y="112"/>
                </a:lnTo>
                <a:cubicBezTo>
                  <a:pt x="22" y="111"/>
                  <a:pt x="23" y="111"/>
                  <a:pt x="24" y="111"/>
                </a:cubicBezTo>
                <a:cubicBezTo>
                  <a:pt x="24" y="110"/>
                  <a:pt x="24" y="110"/>
                  <a:pt x="24" y="110"/>
                </a:cubicBezTo>
                <a:cubicBezTo>
                  <a:pt x="24" y="110"/>
                  <a:pt x="24" y="109"/>
                  <a:pt x="24" y="109"/>
                </a:cubicBezTo>
                <a:lnTo>
                  <a:pt x="25" y="108"/>
                </a:lnTo>
                <a:lnTo>
                  <a:pt x="27" y="113"/>
                </a:lnTo>
                <a:lnTo>
                  <a:pt x="26" y="113"/>
                </a:lnTo>
                <a:cubicBezTo>
                  <a:pt x="26" y="113"/>
                  <a:pt x="25" y="113"/>
                  <a:pt x="24" y="113"/>
                </a:cubicBezTo>
                <a:cubicBezTo>
                  <a:pt x="24" y="113"/>
                  <a:pt x="23" y="113"/>
                  <a:pt x="22" y="113"/>
                </a:cubicBezTo>
                <a:lnTo>
                  <a:pt x="14" y="116"/>
                </a:lnTo>
                <a:cubicBezTo>
                  <a:pt x="13" y="115"/>
                  <a:pt x="12" y="115"/>
                  <a:pt x="12" y="114"/>
                </a:cubicBezTo>
                <a:cubicBezTo>
                  <a:pt x="11" y="114"/>
                  <a:pt x="11" y="113"/>
                  <a:pt x="10" y="112"/>
                </a:cubicBezTo>
                <a:cubicBezTo>
                  <a:pt x="10" y="110"/>
                  <a:pt x="11" y="108"/>
                  <a:pt x="13" y="105"/>
                </a:cubicBezTo>
                <a:cubicBezTo>
                  <a:pt x="15" y="104"/>
                  <a:pt x="18" y="102"/>
                  <a:pt x="21" y="101"/>
                </a:cubicBezTo>
                <a:cubicBezTo>
                  <a:pt x="23" y="100"/>
                  <a:pt x="25" y="100"/>
                  <a:pt x="27" y="100"/>
                </a:cubicBezTo>
                <a:cubicBezTo>
                  <a:pt x="30" y="100"/>
                  <a:pt x="32" y="100"/>
                  <a:pt x="34" y="101"/>
                </a:cubicBezTo>
                <a:cubicBezTo>
                  <a:pt x="35" y="101"/>
                  <a:pt x="36" y="102"/>
                  <a:pt x="36" y="103"/>
                </a:cubicBezTo>
                <a:cubicBezTo>
                  <a:pt x="37" y="104"/>
                  <a:pt x="37" y="104"/>
                  <a:pt x="37" y="104"/>
                </a:cubicBezTo>
                <a:cubicBezTo>
                  <a:pt x="37" y="105"/>
                  <a:pt x="36" y="106"/>
                  <a:pt x="36" y="106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7" y="107"/>
                  <a:pt x="37" y="107"/>
                  <a:pt x="38" y="107"/>
                </a:cubicBezTo>
                <a:close/>
              </a:path>
              <a:path w="336" h="189">
                <a:moveTo>
                  <a:pt x="47" y="119"/>
                </a:moveTo>
                <a:lnTo>
                  <a:pt x="48" y="118"/>
                </a:lnTo>
                <a:lnTo>
                  <a:pt x="51" y="122"/>
                </a:lnTo>
                <a:lnTo>
                  <a:pt x="50" y="122"/>
                </a:lnTo>
                <a:cubicBezTo>
                  <a:pt x="49" y="121"/>
                  <a:pt x="49" y="121"/>
                  <a:pt x="48" y="122"/>
                </a:cubicBezTo>
                <a:cubicBezTo>
                  <a:pt x="48" y="122"/>
                  <a:pt x="47" y="122"/>
                  <a:pt x="46" y="123"/>
                </a:cubicBezTo>
                <a:lnTo>
                  <a:pt x="38" y="130"/>
                </a:lnTo>
                <a:cubicBezTo>
                  <a:pt x="36" y="132"/>
                  <a:pt x="34" y="133"/>
                  <a:pt x="33" y="134"/>
                </a:cubicBezTo>
                <a:cubicBezTo>
                  <a:pt x="31" y="135"/>
                  <a:pt x="30" y="135"/>
                  <a:pt x="29" y="135"/>
                </a:cubicBezTo>
                <a:cubicBezTo>
                  <a:pt x="27" y="135"/>
                  <a:pt x="26" y="135"/>
                  <a:pt x="26" y="134"/>
                </a:cubicBezTo>
                <a:cubicBezTo>
                  <a:pt x="25" y="133"/>
                  <a:pt x="24" y="131"/>
                  <a:pt x="25" y="130"/>
                </a:cubicBezTo>
                <a:cubicBezTo>
                  <a:pt x="25" y="129"/>
                  <a:pt x="26" y="128"/>
                  <a:pt x="27" y="126"/>
                </a:cubicBezTo>
                <a:cubicBezTo>
                  <a:pt x="27" y="126"/>
                  <a:pt x="29" y="124"/>
                  <a:pt x="32" y="122"/>
                </a:cubicBezTo>
                <a:lnTo>
                  <a:pt x="39" y="115"/>
                </a:lnTo>
                <a:cubicBezTo>
                  <a:pt x="41" y="114"/>
                  <a:pt x="41" y="114"/>
                  <a:pt x="42" y="113"/>
                </a:cubicBezTo>
                <a:cubicBezTo>
                  <a:pt x="42" y="113"/>
                  <a:pt x="42" y="112"/>
                  <a:pt x="42" y="112"/>
                </a:cubicBezTo>
                <a:lnTo>
                  <a:pt x="41" y="111"/>
                </a:lnTo>
                <a:lnTo>
                  <a:pt x="42" y="111"/>
                </a:lnTo>
                <a:lnTo>
                  <a:pt x="45" y="115"/>
                </a:lnTo>
                <a:lnTo>
                  <a:pt x="45" y="116"/>
                </a:lnTo>
                <a:lnTo>
                  <a:pt x="45" y="115"/>
                </a:lnTo>
                <a:cubicBezTo>
                  <a:pt x="44" y="115"/>
                  <a:pt x="44" y="115"/>
                  <a:pt x="43" y="115"/>
                </a:cubicBezTo>
                <a:cubicBezTo>
                  <a:pt x="43" y="115"/>
                  <a:pt x="42" y="116"/>
                  <a:pt x="41" y="117"/>
                </a:cubicBezTo>
                <a:lnTo>
                  <a:pt x="32" y="124"/>
                </a:lnTo>
                <a:cubicBezTo>
                  <a:pt x="31" y="125"/>
                  <a:pt x="30" y="126"/>
                  <a:pt x="29" y="127"/>
                </a:cubicBezTo>
                <a:cubicBezTo>
                  <a:pt x="28" y="127"/>
                  <a:pt x="28" y="128"/>
                  <a:pt x="27" y="129"/>
                </a:cubicBezTo>
                <a:cubicBezTo>
                  <a:pt x="27" y="130"/>
                  <a:pt x="26" y="130"/>
                  <a:pt x="26" y="131"/>
                </a:cubicBezTo>
                <a:cubicBezTo>
                  <a:pt x="26" y="132"/>
                  <a:pt x="26" y="132"/>
                  <a:pt x="27" y="133"/>
                </a:cubicBezTo>
                <a:cubicBezTo>
                  <a:pt x="27" y="133"/>
                  <a:pt x="28" y="134"/>
                  <a:pt x="29" y="134"/>
                </a:cubicBezTo>
                <a:cubicBezTo>
                  <a:pt x="30" y="134"/>
                  <a:pt x="31" y="133"/>
                  <a:pt x="32" y="133"/>
                </a:cubicBezTo>
                <a:cubicBezTo>
                  <a:pt x="33" y="132"/>
                  <a:pt x="35" y="131"/>
                  <a:pt x="37" y="129"/>
                </a:cubicBezTo>
                <a:lnTo>
                  <a:pt x="45" y="123"/>
                </a:lnTo>
                <a:cubicBezTo>
                  <a:pt x="47" y="122"/>
                  <a:pt x="47" y="121"/>
                  <a:pt x="48" y="120"/>
                </a:cubicBezTo>
                <a:cubicBezTo>
                  <a:pt x="48" y="120"/>
                  <a:pt x="48" y="119"/>
                  <a:pt x="47" y="119"/>
                </a:cubicBezTo>
                <a:close/>
              </a:path>
              <a:path w="336" h="189">
                <a:moveTo>
                  <a:pt x="51" y="121"/>
                </a:moveTo>
                <a:lnTo>
                  <a:pt x="53" y="123"/>
                </a:lnTo>
                <a:lnTo>
                  <a:pt x="46" y="143"/>
                </a:lnTo>
                <a:lnTo>
                  <a:pt x="56" y="132"/>
                </a:lnTo>
                <a:cubicBezTo>
                  <a:pt x="57" y="131"/>
                  <a:pt x="58" y="130"/>
                  <a:pt x="58" y="130"/>
                </a:cubicBezTo>
                <a:cubicBezTo>
                  <a:pt x="58" y="129"/>
                  <a:pt x="58" y="128"/>
                  <a:pt x="58" y="128"/>
                </a:cubicBezTo>
                <a:lnTo>
                  <a:pt x="57" y="128"/>
                </a:lnTo>
                <a:lnTo>
                  <a:pt x="58" y="127"/>
                </a:lnTo>
                <a:lnTo>
                  <a:pt x="61" y="130"/>
                </a:lnTo>
                <a:lnTo>
                  <a:pt x="61" y="131"/>
                </a:lnTo>
                <a:lnTo>
                  <a:pt x="60" y="131"/>
                </a:lnTo>
                <a:cubicBezTo>
                  <a:pt x="60" y="130"/>
                  <a:pt x="60" y="130"/>
                  <a:pt x="59" y="131"/>
                </a:cubicBezTo>
                <a:cubicBezTo>
                  <a:pt x="59" y="131"/>
                  <a:pt x="58" y="131"/>
                  <a:pt x="57" y="133"/>
                </a:cubicBezTo>
                <a:lnTo>
                  <a:pt x="42" y="149"/>
                </a:lnTo>
                <a:lnTo>
                  <a:pt x="50" y="127"/>
                </a:lnTo>
                <a:lnTo>
                  <a:pt x="39" y="140"/>
                </a:lnTo>
                <a:cubicBezTo>
                  <a:pt x="38" y="141"/>
                  <a:pt x="37" y="142"/>
                  <a:pt x="37" y="142"/>
                </a:cubicBezTo>
                <a:cubicBezTo>
                  <a:pt x="37" y="143"/>
                  <a:pt x="37" y="143"/>
                  <a:pt x="37" y="143"/>
                </a:cubicBezTo>
                <a:lnTo>
                  <a:pt x="38" y="144"/>
                </a:lnTo>
                <a:lnTo>
                  <a:pt x="37" y="144"/>
                </a:lnTo>
                <a:lnTo>
                  <a:pt x="34" y="141"/>
                </a:lnTo>
                <a:lnTo>
                  <a:pt x="35" y="141"/>
                </a:lnTo>
                <a:cubicBezTo>
                  <a:pt x="35" y="141"/>
                  <a:pt x="36" y="141"/>
                  <a:pt x="36" y="141"/>
                </a:cubicBezTo>
                <a:cubicBezTo>
                  <a:pt x="37" y="141"/>
                  <a:pt x="37" y="140"/>
                  <a:pt x="38" y="139"/>
                </a:cubicBezTo>
                <a:lnTo>
                  <a:pt x="50" y="125"/>
                </a:lnTo>
                <a:cubicBezTo>
                  <a:pt x="51" y="124"/>
                  <a:pt x="51" y="124"/>
                  <a:pt x="51" y="123"/>
                </a:cubicBezTo>
                <a:cubicBezTo>
                  <a:pt x="51" y="123"/>
                  <a:pt x="51" y="123"/>
                  <a:pt x="51" y="122"/>
                </a:cubicBezTo>
                <a:cubicBezTo>
                  <a:pt x="51" y="122"/>
                  <a:pt x="50" y="122"/>
                  <a:pt x="50" y="121"/>
                </a:cubicBezTo>
                <a:lnTo>
                  <a:pt x="51" y="121"/>
                </a:lnTo>
                <a:close/>
              </a:path>
              <a:path w="336" h="189">
                <a:moveTo>
                  <a:pt x="51" y="155"/>
                </a:moveTo>
                <a:lnTo>
                  <a:pt x="50" y="156"/>
                </a:lnTo>
                <a:lnTo>
                  <a:pt x="46" y="152"/>
                </a:lnTo>
                <a:lnTo>
                  <a:pt x="47" y="151"/>
                </a:lnTo>
                <a:lnTo>
                  <a:pt x="47" y="152"/>
                </a:lnTo>
                <a:cubicBezTo>
                  <a:pt x="47" y="152"/>
                  <a:pt x="48" y="152"/>
                  <a:pt x="49" y="152"/>
                </a:cubicBezTo>
                <a:cubicBezTo>
                  <a:pt x="49" y="152"/>
                  <a:pt x="50" y="151"/>
                  <a:pt x="51" y="150"/>
                </a:cubicBezTo>
                <a:lnTo>
                  <a:pt x="62" y="137"/>
                </a:lnTo>
                <a:cubicBezTo>
                  <a:pt x="63" y="136"/>
                  <a:pt x="63" y="135"/>
                  <a:pt x="63" y="135"/>
                </a:cubicBezTo>
                <a:cubicBezTo>
                  <a:pt x="64" y="134"/>
                  <a:pt x="64" y="134"/>
                  <a:pt x="64" y="134"/>
                </a:cubicBezTo>
                <a:cubicBezTo>
                  <a:pt x="64" y="133"/>
                  <a:pt x="64" y="133"/>
                  <a:pt x="63" y="133"/>
                </a:cubicBezTo>
                <a:lnTo>
                  <a:pt x="63" y="132"/>
                </a:lnTo>
                <a:lnTo>
                  <a:pt x="68" y="136"/>
                </a:lnTo>
                <a:lnTo>
                  <a:pt x="67" y="136"/>
                </a:lnTo>
                <a:cubicBezTo>
                  <a:pt x="66" y="136"/>
                  <a:pt x="66" y="136"/>
                  <a:pt x="65" y="136"/>
                </a:cubicBezTo>
                <a:cubicBezTo>
                  <a:pt x="65" y="136"/>
                  <a:pt x="64" y="137"/>
                  <a:pt x="63" y="138"/>
                </a:cubicBezTo>
                <a:lnTo>
                  <a:pt x="52" y="151"/>
                </a:lnTo>
                <a:cubicBezTo>
                  <a:pt x="51" y="152"/>
                  <a:pt x="51" y="153"/>
                  <a:pt x="50" y="153"/>
                </a:cubicBezTo>
                <a:cubicBezTo>
                  <a:pt x="50" y="153"/>
                  <a:pt x="50" y="153"/>
                  <a:pt x="50" y="154"/>
                </a:cubicBezTo>
                <a:cubicBezTo>
                  <a:pt x="50" y="154"/>
                  <a:pt x="50" y="155"/>
                  <a:pt x="51" y="155"/>
                </a:cubicBezTo>
                <a:close/>
              </a:path>
              <a:path w="336" h="189">
                <a:moveTo>
                  <a:pt x="81" y="143"/>
                </a:moveTo>
                <a:lnTo>
                  <a:pt x="80" y="143"/>
                </a:lnTo>
                <a:cubicBezTo>
                  <a:pt x="80" y="143"/>
                  <a:pt x="79" y="143"/>
                  <a:pt x="79" y="144"/>
                </a:cubicBezTo>
                <a:cubicBezTo>
                  <a:pt x="78" y="144"/>
                  <a:pt x="78" y="145"/>
                  <a:pt x="77" y="146"/>
                </a:cubicBezTo>
                <a:lnTo>
                  <a:pt x="61" y="163"/>
                </a:lnTo>
                <a:lnTo>
                  <a:pt x="61" y="162"/>
                </a:lnTo>
                <a:lnTo>
                  <a:pt x="68" y="140"/>
                </a:lnTo>
                <a:cubicBezTo>
                  <a:pt x="69" y="139"/>
                  <a:pt x="69" y="139"/>
                  <a:pt x="69" y="138"/>
                </a:cubicBezTo>
                <a:cubicBezTo>
                  <a:pt x="69" y="138"/>
                  <a:pt x="69" y="137"/>
                  <a:pt x="69" y="137"/>
                </a:cubicBezTo>
                <a:cubicBezTo>
                  <a:pt x="69" y="137"/>
                  <a:pt x="69" y="137"/>
                  <a:pt x="68" y="136"/>
                </a:cubicBezTo>
                <a:lnTo>
                  <a:pt x="69" y="136"/>
                </a:lnTo>
                <a:lnTo>
                  <a:pt x="73" y="138"/>
                </a:lnTo>
                <a:lnTo>
                  <a:pt x="73" y="139"/>
                </a:lnTo>
                <a:cubicBezTo>
                  <a:pt x="72" y="139"/>
                  <a:pt x="72" y="139"/>
                  <a:pt x="72" y="139"/>
                </a:cubicBezTo>
                <a:cubicBezTo>
                  <a:pt x="71" y="139"/>
                  <a:pt x="71" y="139"/>
                  <a:pt x="71" y="140"/>
                </a:cubicBezTo>
                <a:cubicBezTo>
                  <a:pt x="71" y="140"/>
                  <a:pt x="70" y="141"/>
                  <a:pt x="70" y="143"/>
                </a:cubicBezTo>
                <a:lnTo>
                  <a:pt x="65" y="158"/>
                </a:lnTo>
                <a:lnTo>
                  <a:pt x="75" y="146"/>
                </a:lnTo>
                <a:cubicBezTo>
                  <a:pt x="76" y="145"/>
                  <a:pt x="77" y="144"/>
                  <a:pt x="77" y="144"/>
                </a:cubicBezTo>
                <a:cubicBezTo>
                  <a:pt x="77" y="143"/>
                  <a:pt x="77" y="143"/>
                  <a:pt x="77" y="143"/>
                </a:cubicBezTo>
                <a:cubicBezTo>
                  <a:pt x="77" y="142"/>
                  <a:pt x="77" y="142"/>
                  <a:pt x="77" y="141"/>
                </a:cubicBezTo>
                <a:cubicBezTo>
                  <a:pt x="77" y="141"/>
                  <a:pt x="77" y="141"/>
                  <a:pt x="77" y="141"/>
                </a:cubicBezTo>
                <a:lnTo>
                  <a:pt x="81" y="143"/>
                </a:lnTo>
                <a:close/>
              </a:path>
              <a:path w="336" h="189">
                <a:moveTo>
                  <a:pt x="153" y="160"/>
                </a:moveTo>
                <a:cubicBezTo>
                  <a:pt x="155" y="160"/>
                  <a:pt x="156" y="161"/>
                  <a:pt x="157" y="164"/>
                </a:cubicBezTo>
                <a:cubicBezTo>
                  <a:pt x="159" y="166"/>
                  <a:pt x="159" y="170"/>
                  <a:pt x="159" y="174"/>
                </a:cubicBezTo>
                <a:cubicBezTo>
                  <a:pt x="159" y="178"/>
                  <a:pt x="159" y="181"/>
                  <a:pt x="157" y="184"/>
                </a:cubicBezTo>
                <a:cubicBezTo>
                  <a:pt x="156" y="186"/>
                  <a:pt x="155" y="187"/>
                  <a:pt x="153" y="187"/>
                </a:cubicBezTo>
                <a:cubicBezTo>
                  <a:pt x="151" y="187"/>
                  <a:pt x="150" y="186"/>
                  <a:pt x="148" y="184"/>
                </a:cubicBezTo>
                <a:cubicBezTo>
                  <a:pt x="147" y="181"/>
                  <a:pt x="147" y="178"/>
                  <a:pt x="147" y="174"/>
                </a:cubicBezTo>
                <a:cubicBezTo>
                  <a:pt x="147" y="169"/>
                  <a:pt x="147" y="166"/>
                  <a:pt x="149" y="163"/>
                </a:cubicBezTo>
                <a:cubicBezTo>
                  <a:pt x="150" y="161"/>
                  <a:pt x="151" y="160"/>
                  <a:pt x="153" y="160"/>
                </a:cubicBezTo>
                <a:close/>
                <a:moveTo>
                  <a:pt x="153" y="161"/>
                </a:moveTo>
                <a:cubicBezTo>
                  <a:pt x="152" y="161"/>
                  <a:pt x="151" y="162"/>
                  <a:pt x="150" y="164"/>
                </a:cubicBezTo>
                <a:cubicBezTo>
                  <a:pt x="149" y="166"/>
                  <a:pt x="149" y="169"/>
                  <a:pt x="149" y="174"/>
                </a:cubicBezTo>
                <a:cubicBezTo>
                  <a:pt x="149" y="178"/>
                  <a:pt x="149" y="181"/>
                  <a:pt x="150" y="183"/>
                </a:cubicBezTo>
                <a:cubicBezTo>
                  <a:pt x="151" y="185"/>
                  <a:pt x="152" y="186"/>
                  <a:pt x="153" y="186"/>
                </a:cubicBezTo>
                <a:cubicBezTo>
                  <a:pt x="154" y="186"/>
                  <a:pt x="155" y="185"/>
                  <a:pt x="156" y="183"/>
                </a:cubicBezTo>
                <a:cubicBezTo>
                  <a:pt x="157" y="181"/>
                  <a:pt x="157" y="178"/>
                  <a:pt x="157" y="174"/>
                </a:cubicBezTo>
                <a:cubicBezTo>
                  <a:pt x="157" y="170"/>
                  <a:pt x="157" y="166"/>
                  <a:pt x="156" y="164"/>
                </a:cubicBezTo>
                <a:cubicBezTo>
                  <a:pt x="155" y="162"/>
                  <a:pt x="154" y="161"/>
                  <a:pt x="153" y="161"/>
                </a:cubicBezTo>
                <a:close/>
              </a:path>
              <a:path w="336" h="189">
                <a:moveTo>
                  <a:pt x="165" y="162"/>
                </a:moveTo>
                <a:lnTo>
                  <a:pt x="165" y="172"/>
                </a:lnTo>
                <a:lnTo>
                  <a:pt x="167" y="172"/>
                </a:lnTo>
                <a:cubicBezTo>
                  <a:pt x="168" y="172"/>
                  <a:pt x="168" y="172"/>
                  <a:pt x="168" y="172"/>
                </a:cubicBezTo>
                <a:cubicBezTo>
                  <a:pt x="168" y="171"/>
                  <a:pt x="169" y="170"/>
                  <a:pt x="169" y="169"/>
                </a:cubicBezTo>
                <a:lnTo>
                  <a:pt x="169" y="178"/>
                </a:lnTo>
                <a:cubicBezTo>
                  <a:pt x="169" y="177"/>
                  <a:pt x="169" y="176"/>
                  <a:pt x="169" y="175"/>
                </a:cubicBezTo>
                <a:cubicBezTo>
                  <a:pt x="168" y="175"/>
                  <a:pt x="168" y="175"/>
                  <a:pt x="168" y="174"/>
                </a:cubicBezTo>
                <a:cubicBezTo>
                  <a:pt x="168" y="174"/>
                  <a:pt x="167" y="174"/>
                  <a:pt x="167" y="174"/>
                </a:cubicBezTo>
                <a:lnTo>
                  <a:pt x="165" y="174"/>
                </a:lnTo>
                <a:lnTo>
                  <a:pt x="165" y="182"/>
                </a:lnTo>
                <a:cubicBezTo>
                  <a:pt x="165" y="184"/>
                  <a:pt x="165" y="184"/>
                  <a:pt x="165" y="185"/>
                </a:cubicBezTo>
                <a:cubicBezTo>
                  <a:pt x="165" y="185"/>
                  <a:pt x="165" y="185"/>
                  <a:pt x="165" y="186"/>
                </a:cubicBezTo>
                <a:cubicBezTo>
                  <a:pt x="165" y="186"/>
                  <a:pt x="166" y="186"/>
                  <a:pt x="166" y="186"/>
                </a:cubicBezTo>
                <a:lnTo>
                  <a:pt x="167" y="186"/>
                </a:lnTo>
                <a:lnTo>
                  <a:pt x="167" y="187"/>
                </a:lnTo>
                <a:lnTo>
                  <a:pt x="161" y="187"/>
                </a:lnTo>
                <a:lnTo>
                  <a:pt x="161" y="186"/>
                </a:lnTo>
                <a:cubicBezTo>
                  <a:pt x="162" y="186"/>
                  <a:pt x="162" y="186"/>
                  <a:pt x="163" y="185"/>
                </a:cubicBezTo>
                <a:cubicBezTo>
                  <a:pt x="163" y="185"/>
                  <a:pt x="163" y="184"/>
                  <a:pt x="163" y="182"/>
                </a:cubicBezTo>
                <a:lnTo>
                  <a:pt x="163" y="165"/>
                </a:lnTo>
                <a:cubicBezTo>
                  <a:pt x="163" y="164"/>
                  <a:pt x="163" y="163"/>
                  <a:pt x="163" y="163"/>
                </a:cubicBezTo>
                <a:cubicBezTo>
                  <a:pt x="163" y="162"/>
                  <a:pt x="162" y="162"/>
                  <a:pt x="162" y="162"/>
                </a:cubicBezTo>
                <a:cubicBezTo>
                  <a:pt x="162" y="161"/>
                  <a:pt x="162" y="161"/>
                  <a:pt x="161" y="161"/>
                </a:cubicBezTo>
                <a:lnTo>
                  <a:pt x="171" y="161"/>
                </a:lnTo>
                <a:lnTo>
                  <a:pt x="171" y="166"/>
                </a:lnTo>
                <a:lnTo>
                  <a:pt x="170" y="166"/>
                </a:lnTo>
                <a:cubicBezTo>
                  <a:pt x="170" y="165"/>
                  <a:pt x="170" y="164"/>
                  <a:pt x="170" y="164"/>
                </a:cubicBezTo>
                <a:cubicBezTo>
                  <a:pt x="170" y="163"/>
                  <a:pt x="169" y="163"/>
                  <a:pt x="169" y="162"/>
                </a:cubicBezTo>
                <a:cubicBezTo>
                  <a:pt x="169" y="162"/>
                  <a:pt x="168" y="162"/>
                  <a:pt x="168" y="162"/>
                </a:cubicBezTo>
                <a:lnTo>
                  <a:pt x="165" y="162"/>
                </a:lnTo>
                <a:close/>
              </a:path>
              <a:path w="336" h="189">
                <a:moveTo>
                  <a:pt x="92" y="176"/>
                </a:moveTo>
                <a:lnTo>
                  <a:pt x="89" y="175"/>
                </a:lnTo>
                <a:lnTo>
                  <a:pt x="91" y="162"/>
                </a:lnTo>
                <a:cubicBezTo>
                  <a:pt x="90" y="162"/>
                  <a:pt x="90" y="161"/>
                  <a:pt x="90" y="161"/>
                </a:cubicBezTo>
                <a:cubicBezTo>
                  <a:pt x="90" y="161"/>
                  <a:pt x="90" y="161"/>
                  <a:pt x="90" y="161"/>
                </a:cubicBezTo>
                <a:cubicBezTo>
                  <a:pt x="90" y="161"/>
                  <a:pt x="90" y="161"/>
                  <a:pt x="89" y="161"/>
                </a:cubicBezTo>
                <a:lnTo>
                  <a:pt x="86" y="168"/>
                </a:lnTo>
                <a:cubicBezTo>
                  <a:pt x="85" y="169"/>
                  <a:pt x="85" y="170"/>
                  <a:pt x="84" y="171"/>
                </a:cubicBezTo>
                <a:cubicBezTo>
                  <a:pt x="84" y="171"/>
                  <a:pt x="85" y="172"/>
                  <a:pt x="85" y="172"/>
                </a:cubicBezTo>
                <a:lnTo>
                  <a:pt x="85" y="173"/>
                </a:lnTo>
                <a:lnTo>
                  <a:pt x="80" y="170"/>
                </a:lnTo>
                <a:lnTo>
                  <a:pt x="81" y="169"/>
                </a:lnTo>
                <a:lnTo>
                  <a:pt x="81" y="170"/>
                </a:lnTo>
                <a:cubicBezTo>
                  <a:pt x="81" y="170"/>
                  <a:pt x="82" y="170"/>
                  <a:pt x="83" y="169"/>
                </a:cubicBezTo>
                <a:cubicBezTo>
                  <a:pt x="83" y="169"/>
                  <a:pt x="83" y="168"/>
                  <a:pt x="84" y="167"/>
                </a:cubicBezTo>
                <a:lnTo>
                  <a:pt x="92" y="152"/>
                </a:lnTo>
                <a:cubicBezTo>
                  <a:pt x="93" y="151"/>
                  <a:pt x="94" y="150"/>
                  <a:pt x="94" y="149"/>
                </a:cubicBezTo>
                <a:cubicBezTo>
                  <a:pt x="94" y="149"/>
                  <a:pt x="94" y="148"/>
                  <a:pt x="93" y="148"/>
                </a:cubicBezTo>
                <a:lnTo>
                  <a:pt x="93" y="147"/>
                </a:lnTo>
                <a:lnTo>
                  <a:pt x="97" y="149"/>
                </a:lnTo>
                <a:cubicBezTo>
                  <a:pt x="98" y="150"/>
                  <a:pt x="99" y="151"/>
                  <a:pt x="100" y="151"/>
                </a:cubicBezTo>
                <a:cubicBezTo>
                  <a:pt x="100" y="152"/>
                  <a:pt x="100" y="153"/>
                  <a:pt x="100" y="154"/>
                </a:cubicBezTo>
                <a:cubicBezTo>
                  <a:pt x="100" y="155"/>
                  <a:pt x="99" y="157"/>
                  <a:pt x="99" y="158"/>
                </a:cubicBezTo>
                <a:cubicBezTo>
                  <a:pt x="98" y="159"/>
                  <a:pt x="97" y="160"/>
                  <a:pt x="96" y="161"/>
                </a:cubicBezTo>
                <a:cubicBezTo>
                  <a:pt x="95" y="162"/>
                  <a:pt x="94" y="162"/>
                  <a:pt x="93" y="162"/>
                </a:cubicBezTo>
                <a:lnTo>
                  <a:pt x="91" y="170"/>
                </a:lnTo>
                <a:cubicBezTo>
                  <a:pt x="91" y="172"/>
                  <a:pt x="91" y="173"/>
                  <a:pt x="91" y="174"/>
                </a:cubicBezTo>
                <a:cubicBezTo>
                  <a:pt x="91" y="175"/>
                  <a:pt x="91" y="175"/>
                  <a:pt x="92" y="176"/>
                </a:cubicBezTo>
                <a:close/>
                <a:moveTo>
                  <a:pt x="90" y="160"/>
                </a:moveTo>
                <a:cubicBezTo>
                  <a:pt x="90" y="160"/>
                  <a:pt x="90" y="160"/>
                  <a:pt x="90" y="160"/>
                </a:cubicBezTo>
                <a:cubicBezTo>
                  <a:pt x="90" y="160"/>
                  <a:pt x="90" y="160"/>
                  <a:pt x="91" y="160"/>
                </a:cubicBezTo>
                <a:cubicBezTo>
                  <a:pt x="92" y="161"/>
                  <a:pt x="93" y="161"/>
                  <a:pt x="94" y="160"/>
                </a:cubicBezTo>
                <a:cubicBezTo>
                  <a:pt x="95" y="160"/>
                  <a:pt x="96" y="158"/>
                  <a:pt x="97" y="157"/>
                </a:cubicBezTo>
                <a:cubicBezTo>
                  <a:pt x="97" y="156"/>
                  <a:pt x="98" y="154"/>
                  <a:pt x="98" y="153"/>
                </a:cubicBezTo>
                <a:cubicBezTo>
                  <a:pt x="98" y="152"/>
                  <a:pt x="98" y="151"/>
                  <a:pt x="97" y="151"/>
                </a:cubicBezTo>
                <a:cubicBezTo>
                  <a:pt x="97" y="151"/>
                  <a:pt x="96" y="150"/>
                  <a:pt x="95" y="150"/>
                </a:cubicBezTo>
                <a:lnTo>
                  <a:pt x="90" y="160"/>
                </a:lnTo>
                <a:close/>
              </a:path>
              <a:path w="336" h="189">
                <a:moveTo>
                  <a:pt x="110" y="153"/>
                </a:moveTo>
                <a:lnTo>
                  <a:pt x="107" y="161"/>
                </a:lnTo>
                <a:cubicBezTo>
                  <a:pt x="107" y="160"/>
                  <a:pt x="108" y="158"/>
                  <a:pt x="108" y="157"/>
                </a:cubicBezTo>
                <a:cubicBezTo>
                  <a:pt x="108" y="156"/>
                  <a:pt x="108" y="155"/>
                  <a:pt x="107" y="154"/>
                </a:cubicBezTo>
                <a:cubicBezTo>
                  <a:pt x="107" y="154"/>
                  <a:pt x="107" y="153"/>
                  <a:pt x="106" y="153"/>
                </a:cubicBezTo>
                <a:cubicBezTo>
                  <a:pt x="105" y="153"/>
                  <a:pt x="105" y="153"/>
                  <a:pt x="104" y="154"/>
                </a:cubicBezTo>
                <a:cubicBezTo>
                  <a:pt x="103" y="154"/>
                  <a:pt x="103" y="155"/>
                  <a:pt x="103" y="156"/>
                </a:cubicBezTo>
                <a:cubicBezTo>
                  <a:pt x="102" y="157"/>
                  <a:pt x="102" y="157"/>
                  <a:pt x="102" y="158"/>
                </a:cubicBezTo>
                <a:cubicBezTo>
                  <a:pt x="102" y="159"/>
                  <a:pt x="103" y="161"/>
                  <a:pt x="104" y="163"/>
                </a:cubicBezTo>
                <a:cubicBezTo>
                  <a:pt x="104" y="164"/>
                  <a:pt x="105" y="166"/>
                  <a:pt x="105" y="166"/>
                </a:cubicBezTo>
                <a:cubicBezTo>
                  <a:pt x="105" y="167"/>
                  <a:pt x="105" y="168"/>
                  <a:pt x="105" y="169"/>
                </a:cubicBezTo>
                <a:cubicBezTo>
                  <a:pt x="105" y="170"/>
                  <a:pt x="105" y="171"/>
                  <a:pt x="104" y="172"/>
                </a:cubicBezTo>
                <a:cubicBezTo>
                  <a:pt x="104" y="174"/>
                  <a:pt x="103" y="175"/>
                  <a:pt x="101" y="177"/>
                </a:cubicBezTo>
                <a:cubicBezTo>
                  <a:pt x="100" y="178"/>
                  <a:pt x="99" y="178"/>
                  <a:pt x="98" y="178"/>
                </a:cubicBezTo>
                <a:cubicBezTo>
                  <a:pt x="97" y="177"/>
                  <a:pt x="97" y="177"/>
                  <a:pt x="97" y="177"/>
                </a:cubicBezTo>
                <a:cubicBezTo>
                  <a:pt x="97" y="177"/>
                  <a:pt x="96" y="177"/>
                  <a:pt x="96" y="176"/>
                </a:cubicBezTo>
                <a:cubicBezTo>
                  <a:pt x="96" y="175"/>
                  <a:pt x="95" y="175"/>
                  <a:pt x="95" y="175"/>
                </a:cubicBezTo>
                <a:cubicBezTo>
                  <a:pt x="95" y="175"/>
                  <a:pt x="95" y="175"/>
                  <a:pt x="95" y="175"/>
                </a:cubicBezTo>
                <a:cubicBezTo>
                  <a:pt x="94" y="175"/>
                  <a:pt x="94" y="176"/>
                  <a:pt x="94" y="176"/>
                </a:cubicBezTo>
                <a:lnTo>
                  <a:pt x="97" y="168"/>
                </a:lnTo>
                <a:cubicBezTo>
                  <a:pt x="97" y="170"/>
                  <a:pt x="96" y="171"/>
                  <a:pt x="96" y="172"/>
                </a:cubicBezTo>
                <a:cubicBezTo>
                  <a:pt x="96" y="173"/>
                  <a:pt x="96" y="174"/>
                  <a:pt x="97" y="175"/>
                </a:cubicBezTo>
                <a:cubicBezTo>
                  <a:pt x="97" y="175"/>
                  <a:pt x="98" y="176"/>
                  <a:pt x="98" y="176"/>
                </a:cubicBezTo>
                <a:cubicBezTo>
                  <a:pt x="99" y="176"/>
                  <a:pt x="100" y="176"/>
                  <a:pt x="100" y="176"/>
                </a:cubicBezTo>
                <a:cubicBezTo>
                  <a:pt x="101" y="175"/>
                  <a:pt x="102" y="174"/>
                  <a:pt x="102" y="173"/>
                </a:cubicBezTo>
                <a:cubicBezTo>
                  <a:pt x="102" y="172"/>
                  <a:pt x="102" y="172"/>
                  <a:pt x="103" y="171"/>
                </a:cubicBezTo>
                <a:cubicBezTo>
                  <a:pt x="103" y="170"/>
                  <a:pt x="103" y="170"/>
                  <a:pt x="102" y="169"/>
                </a:cubicBezTo>
                <a:cubicBezTo>
                  <a:pt x="102" y="169"/>
                  <a:pt x="102" y="168"/>
                  <a:pt x="101" y="166"/>
                </a:cubicBezTo>
                <a:cubicBezTo>
                  <a:pt x="101" y="164"/>
                  <a:pt x="100" y="163"/>
                  <a:pt x="100" y="162"/>
                </a:cubicBezTo>
                <a:cubicBezTo>
                  <a:pt x="100" y="161"/>
                  <a:pt x="100" y="161"/>
                  <a:pt x="100" y="160"/>
                </a:cubicBezTo>
                <a:cubicBezTo>
                  <a:pt x="100" y="159"/>
                  <a:pt x="100" y="158"/>
                  <a:pt x="101" y="157"/>
                </a:cubicBezTo>
                <a:cubicBezTo>
                  <a:pt x="101" y="155"/>
                  <a:pt x="102" y="153"/>
                  <a:pt x="103" y="152"/>
                </a:cubicBezTo>
                <a:cubicBezTo>
                  <a:pt x="105" y="151"/>
                  <a:pt x="106" y="151"/>
                  <a:pt x="107" y="151"/>
                </a:cubicBezTo>
                <a:cubicBezTo>
                  <a:pt x="107" y="152"/>
                  <a:pt x="108" y="152"/>
                  <a:pt x="108" y="153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10" y="154"/>
                  <a:pt x="110" y="153"/>
                  <a:pt x="110" y="153"/>
                </a:cubicBezTo>
                <a:close/>
              </a:path>
              <a:path w="336" h="189">
                <a:moveTo>
                  <a:pt x="138" y="160"/>
                </a:moveTo>
                <a:lnTo>
                  <a:pt x="143" y="160"/>
                </a:lnTo>
                <a:lnTo>
                  <a:pt x="143" y="161"/>
                </a:lnTo>
                <a:lnTo>
                  <a:pt x="142" y="161"/>
                </a:lnTo>
                <a:cubicBezTo>
                  <a:pt x="142" y="161"/>
                  <a:pt x="142" y="161"/>
                  <a:pt x="142" y="161"/>
                </a:cubicBezTo>
                <a:cubicBezTo>
                  <a:pt x="141" y="162"/>
                  <a:pt x="141" y="162"/>
                  <a:pt x="141" y="163"/>
                </a:cubicBezTo>
                <a:cubicBezTo>
                  <a:pt x="140" y="163"/>
                  <a:pt x="140" y="164"/>
                  <a:pt x="139" y="165"/>
                </a:cubicBezTo>
                <a:lnTo>
                  <a:pt x="135" y="175"/>
                </a:lnTo>
                <a:lnTo>
                  <a:pt x="134" y="181"/>
                </a:lnTo>
                <a:cubicBezTo>
                  <a:pt x="134" y="183"/>
                  <a:pt x="134" y="184"/>
                  <a:pt x="134" y="184"/>
                </a:cubicBezTo>
                <a:cubicBezTo>
                  <a:pt x="135" y="185"/>
                  <a:pt x="135" y="185"/>
                  <a:pt x="135" y="185"/>
                </a:cubicBezTo>
                <a:lnTo>
                  <a:pt x="136" y="185"/>
                </a:lnTo>
                <a:lnTo>
                  <a:pt x="136" y="186"/>
                </a:lnTo>
                <a:lnTo>
                  <a:pt x="130" y="185"/>
                </a:lnTo>
                <a:lnTo>
                  <a:pt x="131" y="185"/>
                </a:lnTo>
                <a:cubicBezTo>
                  <a:pt x="131" y="185"/>
                  <a:pt x="132" y="184"/>
                  <a:pt x="132" y="184"/>
                </a:cubicBezTo>
                <a:cubicBezTo>
                  <a:pt x="132" y="183"/>
                  <a:pt x="132" y="183"/>
                  <a:pt x="133" y="181"/>
                </a:cubicBezTo>
                <a:lnTo>
                  <a:pt x="133" y="175"/>
                </a:lnTo>
                <a:lnTo>
                  <a:pt x="131" y="164"/>
                </a:lnTo>
                <a:cubicBezTo>
                  <a:pt x="131" y="162"/>
                  <a:pt x="130" y="161"/>
                  <a:pt x="130" y="161"/>
                </a:cubicBezTo>
                <a:cubicBezTo>
                  <a:pt x="130" y="161"/>
                  <a:pt x="130" y="160"/>
                  <a:pt x="130" y="160"/>
                </a:cubicBezTo>
                <a:cubicBezTo>
                  <a:pt x="129" y="160"/>
                  <a:pt x="129" y="160"/>
                  <a:pt x="129" y="159"/>
                </a:cubicBezTo>
                <a:lnTo>
                  <a:pt x="135" y="159"/>
                </a:lnTo>
                <a:lnTo>
                  <a:pt x="135" y="160"/>
                </a:lnTo>
                <a:lnTo>
                  <a:pt x="134" y="160"/>
                </a:lnTo>
                <a:cubicBezTo>
                  <a:pt x="134" y="160"/>
                  <a:pt x="134" y="160"/>
                  <a:pt x="133" y="160"/>
                </a:cubicBezTo>
                <a:cubicBezTo>
                  <a:pt x="133" y="161"/>
                  <a:pt x="133" y="161"/>
                  <a:pt x="133" y="162"/>
                </a:cubicBezTo>
                <a:cubicBezTo>
                  <a:pt x="133" y="162"/>
                  <a:pt x="133" y="163"/>
                  <a:pt x="133" y="164"/>
                </a:cubicBezTo>
                <a:lnTo>
                  <a:pt x="135" y="173"/>
                </a:lnTo>
                <a:lnTo>
                  <a:pt x="138" y="165"/>
                </a:lnTo>
                <a:cubicBezTo>
                  <a:pt x="139" y="164"/>
                  <a:pt x="139" y="163"/>
                  <a:pt x="139" y="163"/>
                </a:cubicBezTo>
                <a:cubicBezTo>
                  <a:pt x="139" y="162"/>
                  <a:pt x="139" y="162"/>
                  <a:pt x="139" y="162"/>
                </a:cubicBezTo>
                <a:cubicBezTo>
                  <a:pt x="139" y="161"/>
                  <a:pt x="139" y="161"/>
                  <a:pt x="139" y="161"/>
                </a:cubicBezTo>
                <a:cubicBezTo>
                  <a:pt x="139" y="161"/>
                  <a:pt x="139" y="161"/>
                  <a:pt x="138" y="161"/>
                </a:cubicBezTo>
                <a:lnTo>
                  <a:pt x="138" y="160"/>
                </a:lnTo>
                <a:close/>
              </a:path>
              <a:path w="336" h="189">
                <a:moveTo>
                  <a:pt x="84" y="146"/>
                </a:moveTo>
                <a:lnTo>
                  <a:pt x="79" y="155"/>
                </a:lnTo>
                <a:lnTo>
                  <a:pt x="82" y="156"/>
                </a:lnTo>
                <a:cubicBezTo>
                  <a:pt x="83" y="157"/>
                  <a:pt x="83" y="157"/>
                  <a:pt x="84" y="156"/>
                </a:cubicBezTo>
                <a:cubicBezTo>
                  <a:pt x="84" y="156"/>
                  <a:pt x="85" y="155"/>
                  <a:pt x="86" y="154"/>
                </a:cubicBezTo>
                <a:lnTo>
                  <a:pt x="82" y="162"/>
                </a:lnTo>
                <a:lnTo>
                  <a:pt x="81" y="162"/>
                </a:lnTo>
                <a:cubicBezTo>
                  <a:pt x="82" y="161"/>
                  <a:pt x="82" y="160"/>
                  <a:pt x="82" y="160"/>
                </a:cubicBezTo>
                <a:cubicBezTo>
                  <a:pt x="82" y="159"/>
                  <a:pt x="82" y="159"/>
                  <a:pt x="82" y="158"/>
                </a:cubicBezTo>
                <a:cubicBezTo>
                  <a:pt x="82" y="158"/>
                  <a:pt x="82" y="158"/>
                  <a:pt x="81" y="157"/>
                </a:cubicBezTo>
                <a:lnTo>
                  <a:pt x="79" y="156"/>
                </a:lnTo>
                <a:lnTo>
                  <a:pt x="75" y="164"/>
                </a:lnTo>
                <a:cubicBezTo>
                  <a:pt x="74" y="165"/>
                  <a:pt x="74" y="165"/>
                  <a:pt x="74" y="166"/>
                </a:cubicBezTo>
                <a:cubicBezTo>
                  <a:pt x="74" y="166"/>
                  <a:pt x="74" y="166"/>
                  <a:pt x="74" y="166"/>
                </a:cubicBezTo>
                <a:cubicBezTo>
                  <a:pt x="74" y="166"/>
                  <a:pt x="74" y="167"/>
                  <a:pt x="74" y="167"/>
                </a:cubicBezTo>
                <a:lnTo>
                  <a:pt x="76" y="168"/>
                </a:lnTo>
                <a:cubicBezTo>
                  <a:pt x="77" y="168"/>
                  <a:pt x="77" y="168"/>
                  <a:pt x="78" y="168"/>
                </a:cubicBezTo>
                <a:cubicBezTo>
                  <a:pt x="78" y="168"/>
                  <a:pt x="79" y="168"/>
                  <a:pt x="79" y="168"/>
                </a:cubicBezTo>
                <a:cubicBezTo>
                  <a:pt x="80" y="167"/>
                  <a:pt x="81" y="166"/>
                  <a:pt x="82" y="165"/>
                </a:cubicBezTo>
                <a:lnTo>
                  <a:pt x="78" y="171"/>
                </a:lnTo>
                <a:lnTo>
                  <a:pt x="69" y="166"/>
                </a:lnTo>
                <a:lnTo>
                  <a:pt x="70" y="165"/>
                </a:lnTo>
                <a:cubicBezTo>
                  <a:pt x="70" y="166"/>
                  <a:pt x="71" y="166"/>
                  <a:pt x="71" y="165"/>
                </a:cubicBezTo>
                <a:cubicBezTo>
                  <a:pt x="71" y="165"/>
                  <a:pt x="72" y="165"/>
                  <a:pt x="72" y="165"/>
                </a:cubicBezTo>
                <a:cubicBezTo>
                  <a:pt x="72" y="164"/>
                  <a:pt x="73" y="164"/>
                  <a:pt x="73" y="163"/>
                </a:cubicBezTo>
                <a:lnTo>
                  <a:pt x="81" y="148"/>
                </a:lnTo>
                <a:cubicBezTo>
                  <a:pt x="82" y="146"/>
                  <a:pt x="82" y="145"/>
                  <a:pt x="82" y="145"/>
                </a:cubicBezTo>
                <a:cubicBezTo>
                  <a:pt x="82" y="144"/>
                  <a:pt x="82" y="144"/>
                  <a:pt x="82" y="144"/>
                </a:cubicBezTo>
                <a:lnTo>
                  <a:pt x="81" y="143"/>
                </a:lnTo>
                <a:lnTo>
                  <a:pt x="82" y="143"/>
                </a:lnTo>
                <a:lnTo>
                  <a:pt x="91" y="147"/>
                </a:lnTo>
                <a:lnTo>
                  <a:pt x="88" y="153"/>
                </a:lnTo>
                <a:lnTo>
                  <a:pt x="88" y="152"/>
                </a:lnTo>
                <a:cubicBezTo>
                  <a:pt x="88" y="151"/>
                  <a:pt x="89" y="150"/>
                  <a:pt x="89" y="150"/>
                </a:cubicBezTo>
                <a:cubicBezTo>
                  <a:pt x="89" y="149"/>
                  <a:pt x="89" y="149"/>
                  <a:pt x="89" y="148"/>
                </a:cubicBezTo>
                <a:cubicBezTo>
                  <a:pt x="88" y="148"/>
                  <a:pt x="88" y="148"/>
                  <a:pt x="87" y="147"/>
                </a:cubicBezTo>
                <a:lnTo>
                  <a:pt x="84" y="146"/>
                </a:lnTo>
                <a:close/>
              </a:path>
              <a:path w="336" h="189">
                <a:moveTo>
                  <a:pt x="108" y="180"/>
                </a:moveTo>
                <a:lnTo>
                  <a:pt x="108" y="180"/>
                </a:lnTo>
                <a:lnTo>
                  <a:pt x="103" y="178"/>
                </a:lnTo>
                <a:lnTo>
                  <a:pt x="103" y="177"/>
                </a:lnTo>
                <a:lnTo>
                  <a:pt x="104" y="178"/>
                </a:lnTo>
                <a:cubicBezTo>
                  <a:pt x="104" y="178"/>
                  <a:pt x="105" y="178"/>
                  <a:pt x="105" y="177"/>
                </a:cubicBezTo>
                <a:cubicBezTo>
                  <a:pt x="105" y="177"/>
                  <a:pt x="106" y="176"/>
                  <a:pt x="106" y="174"/>
                </a:cubicBezTo>
                <a:lnTo>
                  <a:pt x="113" y="159"/>
                </a:lnTo>
                <a:cubicBezTo>
                  <a:pt x="113" y="157"/>
                  <a:pt x="113" y="157"/>
                  <a:pt x="113" y="156"/>
                </a:cubicBezTo>
                <a:cubicBezTo>
                  <a:pt x="113" y="156"/>
                  <a:pt x="113" y="156"/>
                  <a:pt x="113" y="155"/>
                </a:cubicBezTo>
                <a:cubicBezTo>
                  <a:pt x="113" y="155"/>
                  <a:pt x="113" y="155"/>
                  <a:pt x="113" y="154"/>
                </a:cubicBezTo>
                <a:lnTo>
                  <a:pt x="112" y="154"/>
                </a:lnTo>
                <a:lnTo>
                  <a:pt x="113" y="154"/>
                </a:lnTo>
                <a:lnTo>
                  <a:pt x="118" y="156"/>
                </a:lnTo>
                <a:lnTo>
                  <a:pt x="117" y="156"/>
                </a:lnTo>
                <a:cubicBezTo>
                  <a:pt x="117" y="156"/>
                  <a:pt x="116" y="156"/>
                  <a:pt x="116" y="157"/>
                </a:cubicBezTo>
                <a:cubicBezTo>
                  <a:pt x="115" y="157"/>
                  <a:pt x="115" y="158"/>
                  <a:pt x="114" y="159"/>
                </a:cubicBezTo>
                <a:lnTo>
                  <a:pt x="108" y="175"/>
                </a:lnTo>
                <a:cubicBezTo>
                  <a:pt x="108" y="176"/>
                  <a:pt x="107" y="177"/>
                  <a:pt x="107" y="178"/>
                </a:cubicBezTo>
                <a:cubicBezTo>
                  <a:pt x="107" y="178"/>
                  <a:pt x="107" y="178"/>
                  <a:pt x="107" y="179"/>
                </a:cubicBezTo>
                <a:cubicBezTo>
                  <a:pt x="107" y="179"/>
                  <a:pt x="108" y="179"/>
                  <a:pt x="108" y="179"/>
                </a:cubicBezTo>
                <a:lnTo>
                  <a:pt x="108" y="180"/>
                </a:lnTo>
                <a:close/>
              </a:path>
              <a:path w="336" h="189">
                <a:moveTo>
                  <a:pt x="129" y="158"/>
                </a:moveTo>
                <a:lnTo>
                  <a:pt x="128" y="164"/>
                </a:lnTo>
                <a:cubicBezTo>
                  <a:pt x="128" y="163"/>
                  <a:pt x="128" y="162"/>
                  <a:pt x="128" y="162"/>
                </a:cubicBezTo>
                <a:cubicBezTo>
                  <a:pt x="128" y="161"/>
                  <a:pt x="128" y="161"/>
                  <a:pt x="128" y="160"/>
                </a:cubicBezTo>
                <a:cubicBezTo>
                  <a:pt x="127" y="160"/>
                  <a:pt x="127" y="159"/>
                  <a:pt x="126" y="159"/>
                </a:cubicBezTo>
                <a:lnTo>
                  <a:pt x="125" y="159"/>
                </a:lnTo>
                <a:lnTo>
                  <a:pt x="120" y="178"/>
                </a:lnTo>
                <a:cubicBezTo>
                  <a:pt x="119" y="180"/>
                  <a:pt x="119" y="181"/>
                  <a:pt x="119" y="181"/>
                </a:cubicBezTo>
                <a:cubicBezTo>
                  <a:pt x="119" y="182"/>
                  <a:pt x="119" y="182"/>
                  <a:pt x="120" y="182"/>
                </a:cubicBezTo>
                <a:lnTo>
                  <a:pt x="120" y="183"/>
                </a:lnTo>
                <a:lnTo>
                  <a:pt x="115" y="182"/>
                </a:lnTo>
                <a:lnTo>
                  <a:pt x="115" y="181"/>
                </a:lnTo>
                <a:cubicBezTo>
                  <a:pt x="116" y="181"/>
                  <a:pt x="116" y="181"/>
                  <a:pt x="117" y="180"/>
                </a:cubicBezTo>
                <a:cubicBezTo>
                  <a:pt x="117" y="180"/>
                  <a:pt x="117" y="179"/>
                  <a:pt x="118" y="178"/>
                </a:cubicBezTo>
                <a:lnTo>
                  <a:pt x="123" y="158"/>
                </a:lnTo>
                <a:lnTo>
                  <a:pt x="121" y="158"/>
                </a:lnTo>
                <a:cubicBezTo>
                  <a:pt x="121" y="158"/>
                  <a:pt x="120" y="158"/>
                  <a:pt x="120" y="158"/>
                </a:cubicBezTo>
                <a:cubicBezTo>
                  <a:pt x="120" y="158"/>
                  <a:pt x="119" y="158"/>
                  <a:pt x="119" y="159"/>
                </a:cubicBezTo>
                <a:cubicBezTo>
                  <a:pt x="119" y="160"/>
                  <a:pt x="118" y="160"/>
                  <a:pt x="118" y="162"/>
                </a:cubicBezTo>
                <a:lnTo>
                  <a:pt x="117" y="161"/>
                </a:lnTo>
                <a:lnTo>
                  <a:pt x="119" y="156"/>
                </a:lnTo>
                <a:lnTo>
                  <a:pt x="129" y="158"/>
                </a:lnTo>
                <a:close/>
              </a:path>
              <a:path w="336" h="189">
                <a:moveTo>
                  <a:pt x="209" y="181"/>
                </a:moveTo>
                <a:lnTo>
                  <a:pt x="210" y="181"/>
                </a:lnTo>
                <a:lnTo>
                  <a:pt x="204" y="183"/>
                </a:lnTo>
                <a:lnTo>
                  <a:pt x="204" y="182"/>
                </a:lnTo>
                <a:lnTo>
                  <a:pt x="205" y="182"/>
                </a:lnTo>
                <a:cubicBezTo>
                  <a:pt x="205" y="182"/>
                  <a:pt x="205" y="181"/>
                  <a:pt x="206" y="181"/>
                </a:cubicBezTo>
                <a:cubicBezTo>
                  <a:pt x="206" y="180"/>
                  <a:pt x="205" y="179"/>
                  <a:pt x="205" y="178"/>
                </a:cubicBezTo>
                <a:lnTo>
                  <a:pt x="202" y="161"/>
                </a:lnTo>
                <a:cubicBezTo>
                  <a:pt x="201" y="160"/>
                  <a:pt x="201" y="159"/>
                  <a:pt x="201" y="159"/>
                </a:cubicBezTo>
                <a:cubicBezTo>
                  <a:pt x="201" y="158"/>
                  <a:pt x="201" y="158"/>
                  <a:pt x="200" y="158"/>
                </a:cubicBezTo>
                <a:cubicBezTo>
                  <a:pt x="200" y="158"/>
                  <a:pt x="200" y="158"/>
                  <a:pt x="199" y="158"/>
                </a:cubicBezTo>
                <a:lnTo>
                  <a:pt x="199" y="157"/>
                </a:lnTo>
                <a:lnTo>
                  <a:pt x="204" y="156"/>
                </a:lnTo>
                <a:lnTo>
                  <a:pt x="204" y="157"/>
                </a:lnTo>
                <a:cubicBezTo>
                  <a:pt x="203" y="157"/>
                  <a:pt x="203" y="157"/>
                  <a:pt x="203" y="158"/>
                </a:cubicBezTo>
                <a:cubicBezTo>
                  <a:pt x="203" y="158"/>
                  <a:pt x="203" y="159"/>
                  <a:pt x="203" y="161"/>
                </a:cubicBezTo>
                <a:lnTo>
                  <a:pt x="207" y="177"/>
                </a:lnTo>
                <a:cubicBezTo>
                  <a:pt x="207" y="179"/>
                  <a:pt x="207" y="179"/>
                  <a:pt x="208" y="180"/>
                </a:cubicBezTo>
                <a:cubicBezTo>
                  <a:pt x="208" y="180"/>
                  <a:pt x="208" y="180"/>
                  <a:pt x="208" y="181"/>
                </a:cubicBezTo>
                <a:cubicBezTo>
                  <a:pt x="208" y="181"/>
                  <a:pt x="209" y="181"/>
                  <a:pt x="209" y="181"/>
                </a:cubicBezTo>
                <a:close/>
              </a:path>
              <a:path w="336" h="189">
                <a:moveTo>
                  <a:pt x="197" y="157"/>
                </a:moveTo>
                <a:lnTo>
                  <a:pt x="199" y="166"/>
                </a:lnTo>
                <a:cubicBezTo>
                  <a:pt x="198" y="163"/>
                  <a:pt x="197" y="162"/>
                  <a:pt x="196" y="161"/>
                </a:cubicBezTo>
                <a:cubicBezTo>
                  <a:pt x="195" y="160"/>
                  <a:pt x="194" y="159"/>
                  <a:pt x="193" y="160"/>
                </a:cubicBezTo>
                <a:cubicBezTo>
                  <a:pt x="193" y="160"/>
                  <a:pt x="192" y="160"/>
                  <a:pt x="192" y="161"/>
                </a:cubicBezTo>
                <a:cubicBezTo>
                  <a:pt x="191" y="162"/>
                  <a:pt x="191" y="164"/>
                  <a:pt x="191" y="166"/>
                </a:cubicBezTo>
                <a:cubicBezTo>
                  <a:pt x="191" y="168"/>
                  <a:pt x="191" y="170"/>
                  <a:pt x="192" y="173"/>
                </a:cubicBezTo>
                <a:cubicBezTo>
                  <a:pt x="192" y="175"/>
                  <a:pt x="193" y="177"/>
                  <a:pt x="194" y="179"/>
                </a:cubicBezTo>
                <a:cubicBezTo>
                  <a:pt x="194" y="181"/>
                  <a:pt x="195" y="182"/>
                  <a:pt x="196" y="183"/>
                </a:cubicBezTo>
                <a:cubicBezTo>
                  <a:pt x="197" y="183"/>
                  <a:pt x="198" y="184"/>
                  <a:pt x="199" y="183"/>
                </a:cubicBezTo>
                <a:cubicBezTo>
                  <a:pt x="200" y="183"/>
                  <a:pt x="200" y="183"/>
                  <a:pt x="201" y="182"/>
                </a:cubicBezTo>
                <a:cubicBezTo>
                  <a:pt x="201" y="181"/>
                  <a:pt x="202" y="179"/>
                  <a:pt x="202" y="177"/>
                </a:cubicBezTo>
                <a:cubicBezTo>
                  <a:pt x="202" y="180"/>
                  <a:pt x="202" y="182"/>
                  <a:pt x="201" y="183"/>
                </a:cubicBezTo>
                <a:cubicBezTo>
                  <a:pt x="201" y="184"/>
                  <a:pt x="200" y="185"/>
                  <a:pt x="199" y="185"/>
                </a:cubicBezTo>
                <a:cubicBezTo>
                  <a:pt x="197" y="186"/>
                  <a:pt x="195" y="184"/>
                  <a:pt x="193" y="182"/>
                </a:cubicBezTo>
                <a:cubicBezTo>
                  <a:pt x="191" y="179"/>
                  <a:pt x="190" y="177"/>
                  <a:pt x="190" y="174"/>
                </a:cubicBezTo>
                <a:cubicBezTo>
                  <a:pt x="189" y="171"/>
                  <a:pt x="189" y="169"/>
                  <a:pt x="189" y="166"/>
                </a:cubicBezTo>
                <a:cubicBezTo>
                  <a:pt x="189" y="164"/>
                  <a:pt x="190" y="162"/>
                  <a:pt x="190" y="161"/>
                </a:cubicBezTo>
                <a:cubicBezTo>
                  <a:pt x="191" y="159"/>
                  <a:pt x="192" y="159"/>
                  <a:pt x="193" y="158"/>
                </a:cubicBezTo>
                <a:cubicBezTo>
                  <a:pt x="194" y="158"/>
                  <a:pt x="195" y="158"/>
                  <a:pt x="196" y="159"/>
                </a:cubicBezTo>
                <a:cubicBezTo>
                  <a:pt x="196" y="159"/>
                  <a:pt x="196" y="159"/>
                  <a:pt x="197" y="159"/>
                </a:cubicBezTo>
                <a:cubicBezTo>
                  <a:pt x="197" y="159"/>
                  <a:pt x="197" y="159"/>
                  <a:pt x="197" y="159"/>
                </a:cubicBezTo>
                <a:cubicBezTo>
                  <a:pt x="197" y="158"/>
                  <a:pt x="197" y="158"/>
                  <a:pt x="197" y="157"/>
                </a:cubicBezTo>
                <a:close/>
              </a:path>
              <a:path w="336" h="189">
                <a:moveTo>
                  <a:pt x="183" y="160"/>
                </a:moveTo>
                <a:lnTo>
                  <a:pt x="185" y="169"/>
                </a:lnTo>
                <a:cubicBezTo>
                  <a:pt x="184" y="167"/>
                  <a:pt x="184" y="166"/>
                  <a:pt x="183" y="165"/>
                </a:cubicBezTo>
                <a:cubicBezTo>
                  <a:pt x="183" y="164"/>
                  <a:pt x="182" y="163"/>
                  <a:pt x="182" y="163"/>
                </a:cubicBezTo>
                <a:cubicBezTo>
                  <a:pt x="181" y="162"/>
                  <a:pt x="180" y="162"/>
                  <a:pt x="180" y="162"/>
                </a:cubicBezTo>
                <a:cubicBezTo>
                  <a:pt x="179" y="163"/>
                  <a:pt x="179" y="163"/>
                  <a:pt x="178" y="164"/>
                </a:cubicBezTo>
                <a:cubicBezTo>
                  <a:pt x="178" y="165"/>
                  <a:pt x="178" y="166"/>
                  <a:pt x="178" y="167"/>
                </a:cubicBezTo>
                <a:cubicBezTo>
                  <a:pt x="179" y="168"/>
                  <a:pt x="179" y="168"/>
                  <a:pt x="179" y="169"/>
                </a:cubicBezTo>
                <a:cubicBezTo>
                  <a:pt x="180" y="170"/>
                  <a:pt x="181" y="171"/>
                  <a:pt x="183" y="172"/>
                </a:cubicBezTo>
                <a:cubicBezTo>
                  <a:pt x="184" y="173"/>
                  <a:pt x="185" y="174"/>
                  <a:pt x="186" y="175"/>
                </a:cubicBezTo>
                <a:cubicBezTo>
                  <a:pt x="186" y="175"/>
                  <a:pt x="187" y="176"/>
                  <a:pt x="187" y="177"/>
                </a:cubicBezTo>
                <a:cubicBezTo>
                  <a:pt x="188" y="178"/>
                  <a:pt x="188" y="179"/>
                  <a:pt x="188" y="180"/>
                </a:cubicBezTo>
                <a:cubicBezTo>
                  <a:pt x="189" y="182"/>
                  <a:pt x="189" y="183"/>
                  <a:pt x="188" y="185"/>
                </a:cubicBezTo>
                <a:cubicBezTo>
                  <a:pt x="188" y="186"/>
                  <a:pt x="187" y="187"/>
                  <a:pt x="186" y="188"/>
                </a:cubicBezTo>
                <a:cubicBezTo>
                  <a:pt x="185" y="188"/>
                  <a:pt x="185" y="188"/>
                  <a:pt x="185" y="188"/>
                </a:cubicBezTo>
                <a:cubicBezTo>
                  <a:pt x="185" y="188"/>
                  <a:pt x="184" y="188"/>
                  <a:pt x="184" y="187"/>
                </a:cubicBezTo>
                <a:cubicBezTo>
                  <a:pt x="183" y="187"/>
                  <a:pt x="182" y="187"/>
                  <a:pt x="182" y="187"/>
                </a:cubicBezTo>
                <a:cubicBezTo>
                  <a:pt x="182" y="187"/>
                  <a:pt x="182" y="187"/>
                  <a:pt x="182" y="187"/>
                </a:cubicBezTo>
                <a:cubicBezTo>
                  <a:pt x="182" y="188"/>
                  <a:pt x="182" y="188"/>
                  <a:pt x="182" y="189"/>
                </a:cubicBezTo>
                <a:lnTo>
                  <a:pt x="180" y="180"/>
                </a:lnTo>
                <a:cubicBezTo>
                  <a:pt x="181" y="182"/>
                  <a:pt x="181" y="183"/>
                  <a:pt x="182" y="184"/>
                </a:cubicBezTo>
                <a:cubicBezTo>
                  <a:pt x="182" y="185"/>
                  <a:pt x="183" y="185"/>
                  <a:pt x="183" y="186"/>
                </a:cubicBezTo>
                <a:cubicBezTo>
                  <a:pt x="184" y="186"/>
                  <a:pt x="185" y="186"/>
                  <a:pt x="185" y="186"/>
                </a:cubicBezTo>
                <a:cubicBezTo>
                  <a:pt x="186" y="186"/>
                  <a:pt x="187" y="185"/>
                  <a:pt x="187" y="185"/>
                </a:cubicBezTo>
                <a:cubicBezTo>
                  <a:pt x="187" y="184"/>
                  <a:pt x="187" y="183"/>
                  <a:pt x="187" y="181"/>
                </a:cubicBezTo>
                <a:cubicBezTo>
                  <a:pt x="187" y="181"/>
                  <a:pt x="187" y="180"/>
                  <a:pt x="186" y="180"/>
                </a:cubicBezTo>
                <a:cubicBezTo>
                  <a:pt x="186" y="179"/>
                  <a:pt x="186" y="178"/>
                  <a:pt x="185" y="178"/>
                </a:cubicBezTo>
                <a:cubicBezTo>
                  <a:pt x="185" y="178"/>
                  <a:pt x="184" y="177"/>
                  <a:pt x="183" y="176"/>
                </a:cubicBezTo>
                <a:cubicBezTo>
                  <a:pt x="181" y="175"/>
                  <a:pt x="180" y="174"/>
                  <a:pt x="180" y="174"/>
                </a:cubicBezTo>
                <a:cubicBezTo>
                  <a:pt x="179" y="173"/>
                  <a:pt x="179" y="172"/>
                  <a:pt x="178" y="171"/>
                </a:cubicBezTo>
                <a:cubicBezTo>
                  <a:pt x="178" y="171"/>
                  <a:pt x="177" y="170"/>
                  <a:pt x="177" y="169"/>
                </a:cubicBezTo>
                <a:cubicBezTo>
                  <a:pt x="177" y="167"/>
                  <a:pt x="177" y="165"/>
                  <a:pt x="177" y="164"/>
                </a:cubicBezTo>
                <a:cubicBezTo>
                  <a:pt x="178" y="162"/>
                  <a:pt x="178" y="161"/>
                  <a:pt x="179" y="161"/>
                </a:cubicBezTo>
                <a:cubicBezTo>
                  <a:pt x="180" y="161"/>
                  <a:pt x="181" y="161"/>
                  <a:pt x="182" y="161"/>
                </a:cubicBezTo>
                <a:cubicBezTo>
                  <a:pt x="182" y="162"/>
                  <a:pt x="182" y="162"/>
                  <a:pt x="182" y="162"/>
                </a:cubicBezTo>
                <a:cubicBezTo>
                  <a:pt x="183" y="162"/>
                  <a:pt x="183" y="162"/>
                  <a:pt x="183" y="161"/>
                </a:cubicBezTo>
                <a:cubicBezTo>
                  <a:pt x="183" y="161"/>
                  <a:pt x="183" y="161"/>
                  <a:pt x="183" y="160"/>
                </a:cubicBezTo>
                <a:close/>
              </a:path>
              <a:path w="336" h="189">
                <a:moveTo>
                  <a:pt x="209" y="157"/>
                </a:moveTo>
                <a:lnTo>
                  <a:pt x="212" y="167"/>
                </a:lnTo>
                <a:lnTo>
                  <a:pt x="214" y="166"/>
                </a:lnTo>
                <a:cubicBezTo>
                  <a:pt x="215" y="166"/>
                  <a:pt x="215" y="166"/>
                  <a:pt x="216" y="165"/>
                </a:cubicBezTo>
                <a:cubicBezTo>
                  <a:pt x="216" y="165"/>
                  <a:pt x="216" y="164"/>
                  <a:pt x="215" y="162"/>
                </a:cubicBezTo>
                <a:lnTo>
                  <a:pt x="216" y="162"/>
                </a:lnTo>
                <a:lnTo>
                  <a:pt x="218" y="171"/>
                </a:lnTo>
                <a:lnTo>
                  <a:pt x="217" y="171"/>
                </a:lnTo>
                <a:cubicBezTo>
                  <a:pt x="217" y="170"/>
                  <a:pt x="217" y="169"/>
                  <a:pt x="217" y="169"/>
                </a:cubicBezTo>
                <a:cubicBezTo>
                  <a:pt x="216" y="168"/>
                  <a:pt x="216" y="168"/>
                  <a:pt x="216" y="168"/>
                </a:cubicBezTo>
                <a:cubicBezTo>
                  <a:pt x="216" y="168"/>
                  <a:pt x="215" y="167"/>
                  <a:pt x="215" y="168"/>
                </a:cubicBezTo>
                <a:lnTo>
                  <a:pt x="212" y="168"/>
                </a:lnTo>
                <a:lnTo>
                  <a:pt x="214" y="177"/>
                </a:lnTo>
                <a:cubicBezTo>
                  <a:pt x="214" y="178"/>
                  <a:pt x="214" y="179"/>
                  <a:pt x="214" y="179"/>
                </a:cubicBezTo>
                <a:cubicBezTo>
                  <a:pt x="215" y="179"/>
                  <a:pt x="215" y="179"/>
                  <a:pt x="215" y="179"/>
                </a:cubicBezTo>
                <a:cubicBezTo>
                  <a:pt x="215" y="179"/>
                  <a:pt x="215" y="179"/>
                  <a:pt x="216" y="179"/>
                </a:cubicBezTo>
                <a:lnTo>
                  <a:pt x="218" y="179"/>
                </a:lnTo>
                <a:cubicBezTo>
                  <a:pt x="218" y="179"/>
                  <a:pt x="219" y="178"/>
                  <a:pt x="219" y="178"/>
                </a:cubicBezTo>
                <a:cubicBezTo>
                  <a:pt x="219" y="178"/>
                  <a:pt x="219" y="177"/>
                  <a:pt x="220" y="177"/>
                </a:cubicBezTo>
                <a:cubicBezTo>
                  <a:pt x="220" y="176"/>
                  <a:pt x="220" y="175"/>
                  <a:pt x="220" y="173"/>
                </a:cubicBezTo>
                <a:lnTo>
                  <a:pt x="221" y="180"/>
                </a:lnTo>
                <a:lnTo>
                  <a:pt x="212" y="182"/>
                </a:lnTo>
                <a:lnTo>
                  <a:pt x="211" y="181"/>
                </a:lnTo>
                <a:lnTo>
                  <a:pt x="212" y="181"/>
                </a:lnTo>
                <a:cubicBezTo>
                  <a:pt x="212" y="181"/>
                  <a:pt x="212" y="181"/>
                  <a:pt x="213" y="180"/>
                </a:cubicBezTo>
                <a:cubicBezTo>
                  <a:pt x="213" y="180"/>
                  <a:pt x="213" y="180"/>
                  <a:pt x="213" y="179"/>
                </a:cubicBezTo>
                <a:cubicBezTo>
                  <a:pt x="213" y="179"/>
                  <a:pt x="213" y="178"/>
                  <a:pt x="212" y="177"/>
                </a:cubicBezTo>
                <a:lnTo>
                  <a:pt x="208" y="160"/>
                </a:lnTo>
                <a:cubicBezTo>
                  <a:pt x="208" y="159"/>
                  <a:pt x="208" y="158"/>
                  <a:pt x="208" y="157"/>
                </a:cubicBezTo>
                <a:cubicBezTo>
                  <a:pt x="207" y="157"/>
                  <a:pt x="207" y="157"/>
                  <a:pt x="206" y="157"/>
                </a:cubicBezTo>
                <a:lnTo>
                  <a:pt x="206" y="156"/>
                </a:lnTo>
                <a:lnTo>
                  <a:pt x="215" y="154"/>
                </a:lnTo>
                <a:lnTo>
                  <a:pt x="216" y="159"/>
                </a:lnTo>
                <a:lnTo>
                  <a:pt x="216" y="160"/>
                </a:lnTo>
                <a:cubicBezTo>
                  <a:pt x="215" y="158"/>
                  <a:pt x="215" y="157"/>
                  <a:pt x="215" y="157"/>
                </a:cubicBezTo>
                <a:cubicBezTo>
                  <a:pt x="215" y="156"/>
                  <a:pt x="214" y="156"/>
                  <a:pt x="214" y="156"/>
                </a:cubicBezTo>
                <a:cubicBezTo>
                  <a:pt x="214" y="156"/>
                  <a:pt x="213" y="156"/>
                  <a:pt x="213" y="156"/>
                </a:cubicBezTo>
                <a:lnTo>
                  <a:pt x="209" y="157"/>
                </a:lnTo>
                <a:close/>
              </a:path>
              <a:path w="336" h="189">
                <a:moveTo>
                  <a:pt x="217" y="153"/>
                </a:moveTo>
                <a:lnTo>
                  <a:pt x="220" y="153"/>
                </a:lnTo>
                <a:lnTo>
                  <a:pt x="231" y="170"/>
                </a:lnTo>
                <a:lnTo>
                  <a:pt x="228" y="155"/>
                </a:lnTo>
                <a:cubicBezTo>
                  <a:pt x="228" y="154"/>
                  <a:pt x="227" y="153"/>
                  <a:pt x="227" y="152"/>
                </a:cubicBezTo>
                <a:cubicBezTo>
                  <a:pt x="227" y="152"/>
                  <a:pt x="226" y="152"/>
                  <a:pt x="226" y="152"/>
                </a:cubicBezTo>
                <a:lnTo>
                  <a:pt x="225" y="152"/>
                </a:lnTo>
                <a:lnTo>
                  <a:pt x="225" y="151"/>
                </a:lnTo>
                <a:lnTo>
                  <a:pt x="229" y="150"/>
                </a:lnTo>
                <a:lnTo>
                  <a:pt x="230" y="151"/>
                </a:lnTo>
                <a:lnTo>
                  <a:pt x="229" y="151"/>
                </a:lnTo>
                <a:cubicBezTo>
                  <a:pt x="229" y="151"/>
                  <a:pt x="228" y="151"/>
                  <a:pt x="228" y="152"/>
                </a:cubicBezTo>
                <a:cubicBezTo>
                  <a:pt x="228" y="153"/>
                  <a:pt x="228" y="154"/>
                  <a:pt x="229" y="155"/>
                </a:cubicBezTo>
                <a:lnTo>
                  <a:pt x="234" y="177"/>
                </a:lnTo>
                <a:lnTo>
                  <a:pt x="233" y="177"/>
                </a:lnTo>
                <a:lnTo>
                  <a:pt x="221" y="158"/>
                </a:lnTo>
                <a:lnTo>
                  <a:pt x="224" y="174"/>
                </a:lnTo>
                <a:cubicBezTo>
                  <a:pt x="225" y="175"/>
                  <a:pt x="225" y="176"/>
                  <a:pt x="225" y="177"/>
                </a:cubicBezTo>
                <a:cubicBezTo>
                  <a:pt x="226" y="177"/>
                  <a:pt x="226" y="177"/>
                  <a:pt x="226" y="177"/>
                </a:cubicBezTo>
                <a:lnTo>
                  <a:pt x="227" y="177"/>
                </a:lnTo>
                <a:lnTo>
                  <a:pt x="227" y="178"/>
                </a:lnTo>
                <a:lnTo>
                  <a:pt x="223" y="179"/>
                </a:lnTo>
                <a:lnTo>
                  <a:pt x="223" y="178"/>
                </a:lnTo>
                <a:cubicBezTo>
                  <a:pt x="224" y="178"/>
                  <a:pt x="224" y="178"/>
                  <a:pt x="224" y="177"/>
                </a:cubicBezTo>
                <a:cubicBezTo>
                  <a:pt x="224" y="176"/>
                  <a:pt x="224" y="175"/>
                  <a:pt x="224" y="174"/>
                </a:cubicBezTo>
                <a:lnTo>
                  <a:pt x="220" y="156"/>
                </a:lnTo>
                <a:cubicBezTo>
                  <a:pt x="219" y="155"/>
                  <a:pt x="219" y="155"/>
                  <a:pt x="218" y="155"/>
                </a:cubicBezTo>
                <a:cubicBezTo>
                  <a:pt x="218" y="154"/>
                  <a:pt x="218" y="154"/>
                  <a:pt x="217" y="154"/>
                </a:cubicBezTo>
                <a:cubicBezTo>
                  <a:pt x="217" y="154"/>
                  <a:pt x="217" y="154"/>
                  <a:pt x="217" y="154"/>
                </a:cubicBezTo>
                <a:lnTo>
                  <a:pt x="217" y="153"/>
                </a:lnTo>
                <a:close/>
              </a:path>
              <a:path w="336" h="189">
                <a:moveTo>
                  <a:pt x="238" y="146"/>
                </a:moveTo>
                <a:lnTo>
                  <a:pt x="242" y="155"/>
                </a:lnTo>
                <a:cubicBezTo>
                  <a:pt x="240" y="152"/>
                  <a:pt x="239" y="151"/>
                  <a:pt x="238" y="150"/>
                </a:cubicBezTo>
                <a:cubicBezTo>
                  <a:pt x="237" y="149"/>
                  <a:pt x="236" y="149"/>
                  <a:pt x="235" y="149"/>
                </a:cubicBezTo>
                <a:cubicBezTo>
                  <a:pt x="234" y="149"/>
                  <a:pt x="233" y="150"/>
                  <a:pt x="233" y="151"/>
                </a:cubicBezTo>
                <a:cubicBezTo>
                  <a:pt x="233" y="152"/>
                  <a:pt x="233" y="154"/>
                  <a:pt x="233" y="156"/>
                </a:cubicBezTo>
                <a:cubicBezTo>
                  <a:pt x="233" y="158"/>
                  <a:pt x="234" y="160"/>
                  <a:pt x="235" y="163"/>
                </a:cubicBezTo>
                <a:cubicBezTo>
                  <a:pt x="236" y="165"/>
                  <a:pt x="237" y="167"/>
                  <a:pt x="237" y="168"/>
                </a:cubicBezTo>
                <a:cubicBezTo>
                  <a:pt x="238" y="170"/>
                  <a:pt x="239" y="171"/>
                  <a:pt x="240" y="172"/>
                </a:cubicBezTo>
                <a:cubicBezTo>
                  <a:pt x="241" y="172"/>
                  <a:pt x="242" y="172"/>
                  <a:pt x="243" y="172"/>
                </a:cubicBezTo>
                <a:cubicBezTo>
                  <a:pt x="244" y="172"/>
                  <a:pt x="245" y="171"/>
                  <a:pt x="245" y="170"/>
                </a:cubicBezTo>
                <a:cubicBezTo>
                  <a:pt x="245" y="169"/>
                  <a:pt x="246" y="168"/>
                  <a:pt x="246" y="165"/>
                </a:cubicBezTo>
                <a:lnTo>
                  <a:pt x="246" y="166"/>
                </a:lnTo>
                <a:cubicBezTo>
                  <a:pt x="246" y="168"/>
                  <a:pt x="246" y="170"/>
                  <a:pt x="246" y="171"/>
                </a:cubicBezTo>
                <a:cubicBezTo>
                  <a:pt x="245" y="173"/>
                  <a:pt x="244" y="174"/>
                  <a:pt x="243" y="174"/>
                </a:cubicBezTo>
                <a:cubicBezTo>
                  <a:pt x="241" y="175"/>
                  <a:pt x="239" y="174"/>
                  <a:pt x="237" y="171"/>
                </a:cubicBezTo>
                <a:cubicBezTo>
                  <a:pt x="235" y="169"/>
                  <a:pt x="234" y="167"/>
                  <a:pt x="233" y="164"/>
                </a:cubicBezTo>
                <a:cubicBezTo>
                  <a:pt x="232" y="161"/>
                  <a:pt x="231" y="159"/>
                  <a:pt x="231" y="156"/>
                </a:cubicBezTo>
                <a:cubicBezTo>
                  <a:pt x="231" y="154"/>
                  <a:pt x="231" y="152"/>
                  <a:pt x="232" y="151"/>
                </a:cubicBezTo>
                <a:cubicBezTo>
                  <a:pt x="232" y="149"/>
                  <a:pt x="233" y="148"/>
                  <a:pt x="234" y="148"/>
                </a:cubicBezTo>
                <a:cubicBezTo>
                  <a:pt x="235" y="148"/>
                  <a:pt x="236" y="148"/>
                  <a:pt x="237" y="148"/>
                </a:cubicBezTo>
                <a:cubicBezTo>
                  <a:pt x="238" y="148"/>
                  <a:pt x="238" y="149"/>
                  <a:pt x="238" y="149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8"/>
                  <a:pt x="238" y="147"/>
                  <a:pt x="238" y="147"/>
                </a:cubicBezTo>
                <a:lnTo>
                  <a:pt x="238" y="146"/>
                </a:lnTo>
                <a:close/>
              </a:path>
              <a:path w="336" h="189">
                <a:moveTo>
                  <a:pt x="245" y="146"/>
                </a:moveTo>
                <a:lnTo>
                  <a:pt x="248" y="156"/>
                </a:lnTo>
                <a:lnTo>
                  <a:pt x="251" y="155"/>
                </a:lnTo>
                <a:cubicBezTo>
                  <a:pt x="252" y="155"/>
                  <a:pt x="252" y="155"/>
                  <a:pt x="252" y="154"/>
                </a:cubicBezTo>
                <a:cubicBezTo>
                  <a:pt x="252" y="153"/>
                  <a:pt x="252" y="152"/>
                  <a:pt x="252" y="151"/>
                </a:cubicBezTo>
                <a:lnTo>
                  <a:pt x="255" y="159"/>
                </a:lnTo>
                <a:cubicBezTo>
                  <a:pt x="254" y="158"/>
                  <a:pt x="254" y="158"/>
                  <a:pt x="254" y="157"/>
                </a:cubicBezTo>
                <a:cubicBezTo>
                  <a:pt x="253" y="157"/>
                  <a:pt x="253" y="157"/>
                  <a:pt x="253" y="156"/>
                </a:cubicBezTo>
                <a:cubicBezTo>
                  <a:pt x="252" y="156"/>
                  <a:pt x="252" y="156"/>
                  <a:pt x="251" y="156"/>
                </a:cubicBezTo>
                <a:lnTo>
                  <a:pt x="249" y="157"/>
                </a:lnTo>
                <a:lnTo>
                  <a:pt x="252" y="166"/>
                </a:lnTo>
                <a:cubicBezTo>
                  <a:pt x="252" y="167"/>
                  <a:pt x="252" y="167"/>
                  <a:pt x="252" y="168"/>
                </a:cubicBezTo>
                <a:cubicBezTo>
                  <a:pt x="253" y="168"/>
                  <a:pt x="253" y="168"/>
                  <a:pt x="253" y="168"/>
                </a:cubicBezTo>
                <a:cubicBezTo>
                  <a:pt x="253" y="168"/>
                  <a:pt x="253" y="168"/>
                  <a:pt x="254" y="168"/>
                </a:cubicBezTo>
                <a:lnTo>
                  <a:pt x="256" y="167"/>
                </a:lnTo>
                <a:cubicBezTo>
                  <a:pt x="256" y="167"/>
                  <a:pt x="257" y="167"/>
                  <a:pt x="257" y="166"/>
                </a:cubicBezTo>
                <a:cubicBezTo>
                  <a:pt x="257" y="166"/>
                  <a:pt x="258" y="166"/>
                  <a:pt x="258" y="165"/>
                </a:cubicBezTo>
                <a:cubicBezTo>
                  <a:pt x="258" y="164"/>
                  <a:pt x="258" y="163"/>
                  <a:pt x="258" y="161"/>
                </a:cubicBezTo>
                <a:lnTo>
                  <a:pt x="259" y="168"/>
                </a:lnTo>
                <a:lnTo>
                  <a:pt x="250" y="171"/>
                </a:lnTo>
                <a:lnTo>
                  <a:pt x="249" y="170"/>
                </a:lnTo>
                <a:lnTo>
                  <a:pt x="250" y="170"/>
                </a:lnTo>
                <a:cubicBezTo>
                  <a:pt x="250" y="170"/>
                  <a:pt x="250" y="170"/>
                  <a:pt x="251" y="169"/>
                </a:cubicBezTo>
                <a:cubicBezTo>
                  <a:pt x="251" y="169"/>
                  <a:pt x="251" y="169"/>
                  <a:pt x="251" y="168"/>
                </a:cubicBezTo>
                <a:cubicBezTo>
                  <a:pt x="251" y="168"/>
                  <a:pt x="250" y="167"/>
                  <a:pt x="250" y="166"/>
                </a:cubicBezTo>
                <a:lnTo>
                  <a:pt x="244" y="150"/>
                </a:lnTo>
                <a:cubicBezTo>
                  <a:pt x="244" y="148"/>
                  <a:pt x="243" y="147"/>
                  <a:pt x="243" y="147"/>
                </a:cubicBezTo>
                <a:cubicBezTo>
                  <a:pt x="242" y="147"/>
                  <a:pt x="242" y="147"/>
                  <a:pt x="241" y="147"/>
                </a:cubicBezTo>
                <a:lnTo>
                  <a:pt x="241" y="146"/>
                </a:lnTo>
                <a:lnTo>
                  <a:pt x="250" y="143"/>
                </a:lnTo>
                <a:lnTo>
                  <a:pt x="252" y="148"/>
                </a:lnTo>
                <a:cubicBezTo>
                  <a:pt x="251" y="147"/>
                  <a:pt x="251" y="146"/>
                  <a:pt x="251" y="146"/>
                </a:cubicBezTo>
                <a:cubicBezTo>
                  <a:pt x="250" y="145"/>
                  <a:pt x="250" y="145"/>
                  <a:pt x="249" y="145"/>
                </a:cubicBezTo>
                <a:cubicBezTo>
                  <a:pt x="249" y="145"/>
                  <a:pt x="249" y="145"/>
                  <a:pt x="248" y="145"/>
                </a:cubicBezTo>
                <a:lnTo>
                  <a:pt x="245" y="146"/>
                </a:lnTo>
                <a:close/>
              </a:path>
            </a:pathLst>
          </a:custGeom>
          <a:solidFill>
            <a:srgbClr val="24211D"/>
          </a:solidFill>
          <a:ln>
            <a:noFill/>
          </a:ln>
        </p:spPr>
      </p:sp>
      <p:sp>
        <p:nvSpPr>
          <p:cNvPr id="21" name="Freeform 16"/>
          <p:cNvSpPr>
            <a:spLocks noGrp="1"/>
          </p:cNvSpPr>
          <p:nvPr/>
        </p:nvSpPr>
        <p:spPr>
          <a:xfrm>
            <a:off x="9944100" y="267970"/>
            <a:ext cx="220980" cy="125730"/>
          </a:xfrm>
          <a:custGeom>
            <a:avLst/>
            <a:gdLst/>
            <a:ahLst/>
            <a:cxnLst/>
            <a:rect l="l" t="t" r="r" b="b"/>
            <a:pathLst>
              <a:path w="143" h="81">
                <a:moveTo>
                  <a:pt x="102" y="38"/>
                </a:moveTo>
                <a:lnTo>
                  <a:pt x="129" y="38"/>
                </a:lnTo>
                <a:cubicBezTo>
                  <a:pt x="135" y="33"/>
                  <a:pt x="68" y="12"/>
                  <a:pt x="53" y="18"/>
                </a:cubicBezTo>
                <a:cubicBezTo>
                  <a:pt x="44" y="22"/>
                  <a:pt x="65" y="31"/>
                  <a:pt x="77" y="41"/>
                </a:cubicBezTo>
                <a:cubicBezTo>
                  <a:pt x="84" y="46"/>
                  <a:pt x="94" y="54"/>
                  <a:pt x="96" y="58"/>
                </a:cubicBezTo>
                <a:cubicBezTo>
                  <a:pt x="101" y="65"/>
                  <a:pt x="97" y="72"/>
                  <a:pt x="88" y="81"/>
                </a:cubicBezTo>
                <a:lnTo>
                  <a:pt x="0" y="81"/>
                </a:lnTo>
                <a:cubicBezTo>
                  <a:pt x="3" y="78"/>
                  <a:pt x="7" y="76"/>
                  <a:pt x="10" y="76"/>
                </a:cubicBezTo>
                <a:lnTo>
                  <a:pt x="57" y="76"/>
                </a:lnTo>
                <a:cubicBezTo>
                  <a:pt x="65" y="75"/>
                  <a:pt x="82" y="73"/>
                  <a:pt x="82" y="53"/>
                </a:cubicBezTo>
                <a:cubicBezTo>
                  <a:pt x="79" y="40"/>
                  <a:pt x="48" y="37"/>
                  <a:pt x="39" y="27"/>
                </a:cubicBezTo>
                <a:cubicBezTo>
                  <a:pt x="35" y="23"/>
                  <a:pt x="41" y="17"/>
                  <a:pt x="53" y="17"/>
                </a:cubicBezTo>
                <a:cubicBezTo>
                  <a:pt x="75" y="0"/>
                  <a:pt x="143" y="8"/>
                  <a:pt x="141" y="24"/>
                </a:cubicBezTo>
                <a:cubicBezTo>
                  <a:pt x="140" y="33"/>
                  <a:pt x="134" y="39"/>
                  <a:pt x="127" y="45"/>
                </a:cubicBezTo>
                <a:lnTo>
                  <a:pt x="118" y="45"/>
                </a:lnTo>
                <a:lnTo>
                  <a:pt x="108" y="81"/>
                </a:lnTo>
                <a:lnTo>
                  <a:pt x="96" y="81"/>
                </a:lnTo>
                <a:lnTo>
                  <a:pt x="106" y="45"/>
                </a:lnTo>
                <a:lnTo>
                  <a:pt x="95" y="45"/>
                </a:lnTo>
                <a:lnTo>
                  <a:pt x="102" y="38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2" name="Freeform 17"/>
          <p:cNvSpPr>
            <a:spLocks noGrp="1"/>
          </p:cNvSpPr>
          <p:nvPr/>
        </p:nvSpPr>
        <p:spPr>
          <a:xfrm>
            <a:off x="9963150" y="339090"/>
            <a:ext cx="50800" cy="41910"/>
          </a:xfrm>
          <a:custGeom>
            <a:avLst/>
            <a:gdLst/>
            <a:ahLst/>
            <a:cxnLst/>
            <a:rect l="l" t="t" r="r" b="b"/>
            <a:pathLst>
              <a:path w="33" h="27">
                <a:moveTo>
                  <a:pt x="7" y="0"/>
                </a:moveTo>
                <a:lnTo>
                  <a:pt x="18" y="0"/>
                </a:lnTo>
                <a:lnTo>
                  <a:pt x="13" y="17"/>
                </a:lnTo>
                <a:lnTo>
                  <a:pt x="18" y="17"/>
                </a:lnTo>
                <a:lnTo>
                  <a:pt x="22" y="0"/>
                </a:lnTo>
                <a:lnTo>
                  <a:pt x="33" y="0"/>
                </a:lnTo>
                <a:lnTo>
                  <a:pt x="25" y="27"/>
                </a:lnTo>
                <a:lnTo>
                  <a:pt x="15" y="27"/>
                </a:lnTo>
                <a:lnTo>
                  <a:pt x="17" y="20"/>
                </a:lnTo>
                <a:lnTo>
                  <a:pt x="13" y="20"/>
                </a:lnTo>
                <a:lnTo>
                  <a:pt x="11" y="27"/>
                </a:lnTo>
                <a:lnTo>
                  <a:pt x="0" y="27"/>
                </a:lnTo>
                <a:lnTo>
                  <a:pt x="7" y="0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3" name="Freeform 18"/>
          <p:cNvSpPr>
            <a:spLocks noGrp="1"/>
          </p:cNvSpPr>
          <p:nvPr/>
        </p:nvSpPr>
        <p:spPr>
          <a:xfrm>
            <a:off x="10007600" y="339090"/>
            <a:ext cx="50800" cy="41910"/>
          </a:xfrm>
          <a:custGeom>
            <a:avLst/>
            <a:gdLst/>
            <a:ahLst/>
            <a:cxnLst/>
            <a:rect l="l" t="t" r="r" b="b"/>
            <a:pathLst>
              <a:path w="33" h="27">
                <a:moveTo>
                  <a:pt x="8" y="0"/>
                </a:moveTo>
                <a:lnTo>
                  <a:pt x="0" y="27"/>
                </a:lnTo>
                <a:lnTo>
                  <a:pt x="25" y="27"/>
                </a:lnTo>
                <a:lnTo>
                  <a:pt x="33" y="0"/>
                </a:lnTo>
                <a:lnTo>
                  <a:pt x="22" y="0"/>
                </a:lnTo>
                <a:lnTo>
                  <a:pt x="15" y="24"/>
                </a:lnTo>
                <a:lnTo>
                  <a:pt x="11" y="24"/>
                </a:lnTo>
                <a:lnTo>
                  <a:pt x="18" y="0"/>
                </a:lnTo>
                <a:lnTo>
                  <a:pt x="8" y="0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4" name="Freeform 5"/>
          <p:cNvSpPr>
            <a:spLocks noGrp="1"/>
          </p:cNvSpPr>
          <p:nvPr/>
        </p:nvSpPr>
        <p:spPr>
          <a:xfrm>
            <a:off x="10436860" y="152400"/>
            <a:ext cx="1607820" cy="325120"/>
          </a:xfrm>
          <a:custGeom>
            <a:avLst/>
            <a:gdLst/>
            <a:ahLst/>
            <a:cxnLst/>
            <a:rect l="l" t="t" r="r" b="b"/>
            <a:pathLst>
              <a:path w="489" h="98">
                <a:moveTo>
                  <a:pt x="98" y="37"/>
                </a:moveTo>
                <a:cubicBezTo>
                  <a:pt x="98" y="37"/>
                  <a:pt x="101" y="31"/>
                  <a:pt x="102" y="39"/>
                </a:cubicBezTo>
                <a:lnTo>
                  <a:pt x="104" y="45"/>
                </a:lnTo>
                <a:cubicBezTo>
                  <a:pt x="104" y="45"/>
                  <a:pt x="106" y="49"/>
                  <a:pt x="109" y="43"/>
                </a:cubicBezTo>
                <a:lnTo>
                  <a:pt x="112" y="40"/>
                </a:lnTo>
                <a:cubicBezTo>
                  <a:pt x="112" y="40"/>
                  <a:pt x="114" y="40"/>
                  <a:pt x="114" y="37"/>
                </a:cubicBezTo>
                <a:lnTo>
                  <a:pt x="113" y="28"/>
                </a:lnTo>
                <a:cubicBezTo>
                  <a:pt x="113" y="28"/>
                  <a:pt x="113" y="22"/>
                  <a:pt x="111" y="22"/>
                </a:cubicBezTo>
                <a:cubicBezTo>
                  <a:pt x="111" y="22"/>
                  <a:pt x="108" y="16"/>
                  <a:pt x="112" y="15"/>
                </a:cubicBezTo>
                <a:cubicBezTo>
                  <a:pt x="112" y="15"/>
                  <a:pt x="113" y="11"/>
                  <a:pt x="119" y="14"/>
                </a:cubicBezTo>
                <a:cubicBezTo>
                  <a:pt x="119" y="14"/>
                  <a:pt x="125" y="16"/>
                  <a:pt x="123" y="21"/>
                </a:cubicBezTo>
                <a:lnTo>
                  <a:pt x="122" y="29"/>
                </a:lnTo>
                <a:cubicBezTo>
                  <a:pt x="122" y="29"/>
                  <a:pt x="121" y="33"/>
                  <a:pt x="127" y="28"/>
                </a:cubicBezTo>
                <a:lnTo>
                  <a:pt x="135" y="23"/>
                </a:lnTo>
                <a:cubicBezTo>
                  <a:pt x="135" y="23"/>
                  <a:pt x="143" y="20"/>
                  <a:pt x="145" y="24"/>
                </a:cubicBezTo>
                <a:cubicBezTo>
                  <a:pt x="145" y="24"/>
                  <a:pt x="147" y="27"/>
                  <a:pt x="143" y="30"/>
                </a:cubicBezTo>
                <a:cubicBezTo>
                  <a:pt x="143" y="30"/>
                  <a:pt x="131" y="33"/>
                  <a:pt x="133" y="42"/>
                </a:cubicBezTo>
                <a:cubicBezTo>
                  <a:pt x="133" y="42"/>
                  <a:pt x="139" y="43"/>
                  <a:pt x="134" y="48"/>
                </a:cubicBezTo>
                <a:cubicBezTo>
                  <a:pt x="134" y="48"/>
                  <a:pt x="128" y="49"/>
                  <a:pt x="125" y="52"/>
                </a:cubicBezTo>
                <a:lnTo>
                  <a:pt x="121" y="53"/>
                </a:lnTo>
                <a:lnTo>
                  <a:pt x="121" y="86"/>
                </a:lnTo>
                <a:cubicBezTo>
                  <a:pt x="121" y="86"/>
                  <a:pt x="121" y="96"/>
                  <a:pt x="115" y="92"/>
                </a:cubicBezTo>
                <a:cubicBezTo>
                  <a:pt x="115" y="92"/>
                  <a:pt x="109" y="84"/>
                  <a:pt x="113" y="74"/>
                </a:cubicBezTo>
                <a:lnTo>
                  <a:pt x="114" y="49"/>
                </a:lnTo>
                <a:cubicBezTo>
                  <a:pt x="114" y="49"/>
                  <a:pt x="115" y="41"/>
                  <a:pt x="109" y="50"/>
                </a:cubicBezTo>
                <a:lnTo>
                  <a:pt x="104" y="57"/>
                </a:lnTo>
                <a:cubicBezTo>
                  <a:pt x="104" y="57"/>
                  <a:pt x="102" y="60"/>
                  <a:pt x="98" y="58"/>
                </a:cubicBezTo>
                <a:cubicBezTo>
                  <a:pt x="98" y="58"/>
                  <a:pt x="90" y="54"/>
                  <a:pt x="94" y="47"/>
                </a:cubicBezTo>
                <a:cubicBezTo>
                  <a:pt x="96" y="45"/>
                  <a:pt x="97" y="40"/>
                  <a:pt x="98" y="37"/>
                </a:cubicBezTo>
                <a:close/>
                <a:moveTo>
                  <a:pt x="121" y="39"/>
                </a:moveTo>
                <a:lnTo>
                  <a:pt x="121" y="45"/>
                </a:lnTo>
                <a:cubicBezTo>
                  <a:pt x="121" y="45"/>
                  <a:pt x="120" y="48"/>
                  <a:pt x="125" y="45"/>
                </a:cubicBezTo>
                <a:cubicBezTo>
                  <a:pt x="125" y="45"/>
                  <a:pt x="128" y="42"/>
                  <a:pt x="128" y="40"/>
                </a:cubicBezTo>
                <a:cubicBezTo>
                  <a:pt x="128" y="40"/>
                  <a:pt x="128" y="35"/>
                  <a:pt x="130" y="35"/>
                </a:cubicBezTo>
                <a:cubicBezTo>
                  <a:pt x="130" y="35"/>
                  <a:pt x="131" y="31"/>
                  <a:pt x="126" y="33"/>
                </a:cubicBezTo>
                <a:lnTo>
                  <a:pt x="123" y="37"/>
                </a:lnTo>
                <a:lnTo>
                  <a:pt x="122" y="37"/>
                </a:lnTo>
                <a:cubicBezTo>
                  <a:pt x="122" y="37"/>
                  <a:pt x="121" y="38"/>
                  <a:pt x="121" y="39"/>
                </a:cubicBezTo>
                <a:close/>
              </a:path>
              <a:path w="489" h="98">
                <a:moveTo>
                  <a:pt x="29" y="76"/>
                </a:moveTo>
                <a:cubicBezTo>
                  <a:pt x="34" y="73"/>
                  <a:pt x="37" y="72"/>
                  <a:pt x="38" y="73"/>
                </a:cubicBezTo>
                <a:cubicBezTo>
                  <a:pt x="39" y="73"/>
                  <a:pt x="39" y="80"/>
                  <a:pt x="39" y="92"/>
                </a:cubicBezTo>
                <a:cubicBezTo>
                  <a:pt x="39" y="98"/>
                  <a:pt x="43" y="98"/>
                  <a:pt x="45" y="95"/>
                </a:cubicBezTo>
                <a:cubicBezTo>
                  <a:pt x="47" y="92"/>
                  <a:pt x="48" y="86"/>
                  <a:pt x="48" y="78"/>
                </a:cubicBezTo>
                <a:lnTo>
                  <a:pt x="48" y="71"/>
                </a:lnTo>
                <a:lnTo>
                  <a:pt x="50" y="68"/>
                </a:lnTo>
                <a:lnTo>
                  <a:pt x="59" y="64"/>
                </a:lnTo>
                <a:cubicBezTo>
                  <a:pt x="62" y="63"/>
                  <a:pt x="62" y="61"/>
                  <a:pt x="59" y="60"/>
                </a:cubicBezTo>
                <a:lnTo>
                  <a:pt x="54" y="56"/>
                </a:lnTo>
                <a:cubicBezTo>
                  <a:pt x="53" y="54"/>
                  <a:pt x="53" y="53"/>
                  <a:pt x="56" y="52"/>
                </a:cubicBezTo>
                <a:lnTo>
                  <a:pt x="71" y="44"/>
                </a:lnTo>
                <a:cubicBezTo>
                  <a:pt x="73" y="44"/>
                  <a:pt x="74" y="42"/>
                  <a:pt x="71" y="39"/>
                </a:cubicBezTo>
                <a:cubicBezTo>
                  <a:pt x="69" y="37"/>
                  <a:pt x="67" y="37"/>
                  <a:pt x="64" y="39"/>
                </a:cubicBezTo>
                <a:lnTo>
                  <a:pt x="59" y="41"/>
                </a:lnTo>
                <a:cubicBezTo>
                  <a:pt x="56" y="44"/>
                  <a:pt x="55" y="42"/>
                  <a:pt x="59" y="37"/>
                </a:cubicBezTo>
                <a:lnTo>
                  <a:pt x="64" y="34"/>
                </a:lnTo>
                <a:cubicBezTo>
                  <a:pt x="68" y="32"/>
                  <a:pt x="66" y="30"/>
                  <a:pt x="63" y="29"/>
                </a:cubicBezTo>
                <a:lnTo>
                  <a:pt x="59" y="26"/>
                </a:lnTo>
                <a:cubicBezTo>
                  <a:pt x="57" y="25"/>
                  <a:pt x="56" y="25"/>
                  <a:pt x="55" y="28"/>
                </a:cubicBezTo>
                <a:cubicBezTo>
                  <a:pt x="55" y="32"/>
                  <a:pt x="54" y="34"/>
                  <a:pt x="52" y="35"/>
                </a:cubicBezTo>
                <a:cubicBezTo>
                  <a:pt x="50" y="36"/>
                  <a:pt x="48" y="36"/>
                  <a:pt x="47" y="35"/>
                </a:cubicBezTo>
                <a:cubicBezTo>
                  <a:pt x="45" y="33"/>
                  <a:pt x="45" y="32"/>
                  <a:pt x="47" y="30"/>
                </a:cubicBezTo>
                <a:cubicBezTo>
                  <a:pt x="49" y="27"/>
                  <a:pt x="52" y="25"/>
                  <a:pt x="56" y="25"/>
                </a:cubicBezTo>
                <a:cubicBezTo>
                  <a:pt x="60" y="23"/>
                  <a:pt x="64" y="21"/>
                  <a:pt x="65" y="18"/>
                </a:cubicBezTo>
                <a:cubicBezTo>
                  <a:pt x="66" y="17"/>
                  <a:pt x="65" y="14"/>
                  <a:pt x="62" y="11"/>
                </a:cubicBezTo>
                <a:cubicBezTo>
                  <a:pt x="59" y="6"/>
                  <a:pt x="55" y="5"/>
                  <a:pt x="52" y="10"/>
                </a:cubicBezTo>
                <a:lnTo>
                  <a:pt x="47" y="22"/>
                </a:lnTo>
                <a:lnTo>
                  <a:pt x="43" y="22"/>
                </a:lnTo>
                <a:lnTo>
                  <a:pt x="44" y="14"/>
                </a:lnTo>
                <a:cubicBezTo>
                  <a:pt x="45" y="12"/>
                  <a:pt x="43" y="10"/>
                  <a:pt x="40" y="7"/>
                </a:cubicBezTo>
                <a:cubicBezTo>
                  <a:pt x="36" y="5"/>
                  <a:pt x="34" y="4"/>
                  <a:pt x="33" y="7"/>
                </a:cubicBezTo>
                <a:cubicBezTo>
                  <a:pt x="32" y="7"/>
                  <a:pt x="33" y="9"/>
                  <a:pt x="36" y="13"/>
                </a:cubicBezTo>
                <a:cubicBezTo>
                  <a:pt x="38" y="15"/>
                  <a:pt x="39" y="18"/>
                  <a:pt x="41" y="23"/>
                </a:cubicBezTo>
                <a:cubicBezTo>
                  <a:pt x="36" y="23"/>
                  <a:pt x="31" y="24"/>
                  <a:pt x="26" y="23"/>
                </a:cubicBezTo>
                <a:cubicBezTo>
                  <a:pt x="20" y="23"/>
                  <a:pt x="17" y="24"/>
                  <a:pt x="20" y="27"/>
                </a:cubicBezTo>
                <a:cubicBezTo>
                  <a:pt x="21" y="29"/>
                  <a:pt x="23" y="30"/>
                  <a:pt x="24" y="32"/>
                </a:cubicBezTo>
                <a:lnTo>
                  <a:pt x="38" y="28"/>
                </a:lnTo>
                <a:cubicBezTo>
                  <a:pt x="45" y="27"/>
                  <a:pt x="45" y="27"/>
                  <a:pt x="43" y="30"/>
                </a:cubicBezTo>
                <a:cubicBezTo>
                  <a:pt x="43" y="31"/>
                  <a:pt x="41" y="31"/>
                  <a:pt x="39" y="30"/>
                </a:cubicBezTo>
                <a:cubicBezTo>
                  <a:pt x="36" y="31"/>
                  <a:pt x="36" y="33"/>
                  <a:pt x="37" y="35"/>
                </a:cubicBezTo>
                <a:cubicBezTo>
                  <a:pt x="38" y="39"/>
                  <a:pt x="38" y="40"/>
                  <a:pt x="35" y="38"/>
                </a:cubicBezTo>
                <a:cubicBezTo>
                  <a:pt x="34" y="38"/>
                  <a:pt x="33" y="38"/>
                  <a:pt x="33" y="39"/>
                </a:cubicBezTo>
                <a:cubicBezTo>
                  <a:pt x="32" y="40"/>
                  <a:pt x="30" y="40"/>
                  <a:pt x="28" y="37"/>
                </a:cubicBezTo>
                <a:cubicBezTo>
                  <a:pt x="24" y="33"/>
                  <a:pt x="21" y="32"/>
                  <a:pt x="20" y="35"/>
                </a:cubicBezTo>
                <a:lnTo>
                  <a:pt x="21" y="38"/>
                </a:lnTo>
                <a:cubicBezTo>
                  <a:pt x="23" y="42"/>
                  <a:pt x="23" y="44"/>
                  <a:pt x="20" y="44"/>
                </a:cubicBezTo>
                <a:cubicBezTo>
                  <a:pt x="19" y="45"/>
                  <a:pt x="20" y="46"/>
                  <a:pt x="21" y="47"/>
                </a:cubicBezTo>
                <a:lnTo>
                  <a:pt x="24" y="50"/>
                </a:lnTo>
                <a:cubicBezTo>
                  <a:pt x="26" y="53"/>
                  <a:pt x="28" y="53"/>
                  <a:pt x="32" y="49"/>
                </a:cubicBezTo>
                <a:cubicBezTo>
                  <a:pt x="36" y="44"/>
                  <a:pt x="38" y="43"/>
                  <a:pt x="38" y="47"/>
                </a:cubicBezTo>
                <a:cubicBezTo>
                  <a:pt x="38" y="50"/>
                  <a:pt x="37" y="51"/>
                  <a:pt x="34" y="51"/>
                </a:cubicBezTo>
                <a:lnTo>
                  <a:pt x="1" y="61"/>
                </a:lnTo>
                <a:cubicBezTo>
                  <a:pt x="0" y="61"/>
                  <a:pt x="0" y="61"/>
                  <a:pt x="0" y="61"/>
                </a:cubicBezTo>
                <a:lnTo>
                  <a:pt x="7" y="66"/>
                </a:lnTo>
                <a:cubicBezTo>
                  <a:pt x="8" y="66"/>
                  <a:pt x="10" y="66"/>
                  <a:pt x="11" y="66"/>
                </a:cubicBezTo>
                <a:lnTo>
                  <a:pt x="20" y="63"/>
                </a:lnTo>
                <a:lnTo>
                  <a:pt x="33" y="56"/>
                </a:lnTo>
                <a:cubicBezTo>
                  <a:pt x="37" y="55"/>
                  <a:pt x="39" y="55"/>
                  <a:pt x="38" y="58"/>
                </a:cubicBezTo>
                <a:cubicBezTo>
                  <a:pt x="38" y="59"/>
                  <a:pt x="37" y="60"/>
                  <a:pt x="35" y="61"/>
                </a:cubicBezTo>
                <a:cubicBezTo>
                  <a:pt x="29" y="64"/>
                  <a:pt x="23" y="69"/>
                  <a:pt x="17" y="74"/>
                </a:cubicBezTo>
                <a:cubicBezTo>
                  <a:pt x="14" y="77"/>
                  <a:pt x="13" y="78"/>
                  <a:pt x="17" y="78"/>
                </a:cubicBezTo>
                <a:cubicBezTo>
                  <a:pt x="19" y="79"/>
                  <a:pt x="21" y="79"/>
                  <a:pt x="25" y="77"/>
                </a:cubicBezTo>
                <a:lnTo>
                  <a:pt x="29" y="76"/>
                </a:lnTo>
                <a:close/>
                <a:moveTo>
                  <a:pt x="38" y="65"/>
                </a:moveTo>
                <a:cubicBezTo>
                  <a:pt x="38" y="67"/>
                  <a:pt x="37" y="68"/>
                  <a:pt x="34" y="69"/>
                </a:cubicBezTo>
                <a:lnTo>
                  <a:pt x="30" y="70"/>
                </a:lnTo>
                <a:cubicBezTo>
                  <a:pt x="26" y="71"/>
                  <a:pt x="25" y="71"/>
                  <a:pt x="28" y="69"/>
                </a:cubicBezTo>
                <a:lnTo>
                  <a:pt x="35" y="64"/>
                </a:lnTo>
                <a:cubicBezTo>
                  <a:pt x="37" y="63"/>
                  <a:pt x="38" y="63"/>
                  <a:pt x="38" y="65"/>
                </a:cubicBezTo>
                <a:close/>
                <a:moveTo>
                  <a:pt x="48" y="57"/>
                </a:moveTo>
                <a:lnTo>
                  <a:pt x="48" y="61"/>
                </a:lnTo>
                <a:cubicBezTo>
                  <a:pt x="48" y="63"/>
                  <a:pt x="50" y="63"/>
                  <a:pt x="51" y="62"/>
                </a:cubicBezTo>
                <a:cubicBezTo>
                  <a:pt x="51" y="62"/>
                  <a:pt x="51" y="61"/>
                  <a:pt x="51" y="59"/>
                </a:cubicBezTo>
                <a:cubicBezTo>
                  <a:pt x="50" y="58"/>
                  <a:pt x="49" y="57"/>
                  <a:pt x="48" y="57"/>
                </a:cubicBezTo>
                <a:close/>
                <a:moveTo>
                  <a:pt x="50" y="50"/>
                </a:moveTo>
                <a:cubicBezTo>
                  <a:pt x="48" y="50"/>
                  <a:pt x="48" y="51"/>
                  <a:pt x="48" y="52"/>
                </a:cubicBezTo>
                <a:cubicBezTo>
                  <a:pt x="49" y="53"/>
                  <a:pt x="51" y="53"/>
                  <a:pt x="53" y="51"/>
                </a:cubicBezTo>
                <a:lnTo>
                  <a:pt x="58" y="48"/>
                </a:lnTo>
                <a:cubicBezTo>
                  <a:pt x="59" y="47"/>
                  <a:pt x="59" y="47"/>
                  <a:pt x="56" y="47"/>
                </a:cubicBezTo>
                <a:lnTo>
                  <a:pt x="51" y="49"/>
                </a:lnTo>
                <a:lnTo>
                  <a:pt x="50" y="50"/>
                </a:lnTo>
                <a:close/>
                <a:moveTo>
                  <a:pt x="48" y="39"/>
                </a:moveTo>
                <a:lnTo>
                  <a:pt x="47" y="44"/>
                </a:lnTo>
                <a:cubicBezTo>
                  <a:pt x="48" y="47"/>
                  <a:pt x="49" y="47"/>
                  <a:pt x="51" y="45"/>
                </a:cubicBezTo>
                <a:cubicBezTo>
                  <a:pt x="51" y="44"/>
                  <a:pt x="52" y="43"/>
                  <a:pt x="53" y="41"/>
                </a:cubicBezTo>
                <a:cubicBezTo>
                  <a:pt x="53" y="39"/>
                  <a:pt x="52" y="39"/>
                  <a:pt x="51" y="38"/>
                </a:cubicBezTo>
                <a:cubicBezTo>
                  <a:pt x="50" y="38"/>
                  <a:pt x="49" y="38"/>
                  <a:pt x="48" y="39"/>
                </a:cubicBezTo>
                <a:close/>
                <a:moveTo>
                  <a:pt x="60" y="14"/>
                </a:moveTo>
                <a:cubicBezTo>
                  <a:pt x="60" y="15"/>
                  <a:pt x="59" y="16"/>
                  <a:pt x="58" y="17"/>
                </a:cubicBezTo>
                <a:lnTo>
                  <a:pt x="57" y="17"/>
                </a:lnTo>
                <a:cubicBezTo>
                  <a:pt x="56" y="17"/>
                  <a:pt x="55" y="18"/>
                  <a:pt x="54" y="17"/>
                </a:cubicBezTo>
                <a:lnTo>
                  <a:pt x="57" y="14"/>
                </a:lnTo>
                <a:cubicBezTo>
                  <a:pt x="58" y="14"/>
                  <a:pt x="60" y="13"/>
                  <a:pt x="60" y="14"/>
                </a:cubicBezTo>
                <a:close/>
              </a:path>
              <a:path w="489" h="98">
                <a:moveTo>
                  <a:pt x="186" y="22"/>
                </a:moveTo>
                <a:lnTo>
                  <a:pt x="193" y="17"/>
                </a:lnTo>
                <a:cubicBezTo>
                  <a:pt x="193" y="17"/>
                  <a:pt x="195" y="13"/>
                  <a:pt x="198" y="18"/>
                </a:cubicBezTo>
                <a:cubicBezTo>
                  <a:pt x="198" y="18"/>
                  <a:pt x="202" y="23"/>
                  <a:pt x="196" y="24"/>
                </a:cubicBezTo>
                <a:cubicBezTo>
                  <a:pt x="196" y="24"/>
                  <a:pt x="193" y="26"/>
                  <a:pt x="191" y="25"/>
                </a:cubicBezTo>
                <a:cubicBezTo>
                  <a:pt x="191" y="25"/>
                  <a:pt x="180" y="30"/>
                  <a:pt x="177" y="31"/>
                </a:cubicBezTo>
                <a:cubicBezTo>
                  <a:pt x="177" y="31"/>
                  <a:pt x="171" y="33"/>
                  <a:pt x="172" y="30"/>
                </a:cubicBezTo>
                <a:lnTo>
                  <a:pt x="183" y="24"/>
                </a:lnTo>
                <a:lnTo>
                  <a:pt x="186" y="22"/>
                </a:lnTo>
                <a:close/>
              </a:path>
              <a:path w="489" h="98">
                <a:moveTo>
                  <a:pt x="217" y="29"/>
                </a:moveTo>
                <a:lnTo>
                  <a:pt x="216" y="50"/>
                </a:lnTo>
                <a:lnTo>
                  <a:pt x="220" y="47"/>
                </a:lnTo>
                <a:lnTo>
                  <a:pt x="221" y="42"/>
                </a:lnTo>
                <a:cubicBezTo>
                  <a:pt x="221" y="42"/>
                  <a:pt x="221" y="39"/>
                  <a:pt x="225" y="43"/>
                </a:cubicBezTo>
                <a:cubicBezTo>
                  <a:pt x="225" y="43"/>
                  <a:pt x="229" y="46"/>
                  <a:pt x="228" y="50"/>
                </a:cubicBezTo>
                <a:cubicBezTo>
                  <a:pt x="228" y="50"/>
                  <a:pt x="220" y="52"/>
                  <a:pt x="216" y="59"/>
                </a:cubicBezTo>
                <a:lnTo>
                  <a:pt x="216" y="83"/>
                </a:lnTo>
                <a:cubicBezTo>
                  <a:pt x="216" y="83"/>
                  <a:pt x="216" y="87"/>
                  <a:pt x="215" y="89"/>
                </a:cubicBezTo>
                <a:cubicBezTo>
                  <a:pt x="215" y="89"/>
                  <a:pt x="212" y="95"/>
                  <a:pt x="211" y="94"/>
                </a:cubicBezTo>
                <a:cubicBezTo>
                  <a:pt x="211" y="94"/>
                  <a:pt x="207" y="92"/>
                  <a:pt x="209" y="86"/>
                </a:cubicBezTo>
                <a:lnTo>
                  <a:pt x="209" y="69"/>
                </a:lnTo>
                <a:cubicBezTo>
                  <a:pt x="209" y="69"/>
                  <a:pt x="210" y="63"/>
                  <a:pt x="206" y="68"/>
                </a:cubicBezTo>
                <a:cubicBezTo>
                  <a:pt x="206" y="68"/>
                  <a:pt x="202" y="74"/>
                  <a:pt x="197" y="69"/>
                </a:cubicBezTo>
                <a:cubicBezTo>
                  <a:pt x="197" y="69"/>
                  <a:pt x="192" y="67"/>
                  <a:pt x="197" y="64"/>
                </a:cubicBezTo>
                <a:cubicBezTo>
                  <a:pt x="197" y="64"/>
                  <a:pt x="198" y="64"/>
                  <a:pt x="199" y="59"/>
                </a:cubicBezTo>
                <a:lnTo>
                  <a:pt x="200" y="55"/>
                </a:lnTo>
                <a:cubicBezTo>
                  <a:pt x="200" y="55"/>
                  <a:pt x="201" y="50"/>
                  <a:pt x="198" y="50"/>
                </a:cubicBezTo>
                <a:cubicBezTo>
                  <a:pt x="198" y="50"/>
                  <a:pt x="195" y="47"/>
                  <a:pt x="197" y="45"/>
                </a:cubicBezTo>
                <a:cubicBezTo>
                  <a:pt x="197" y="45"/>
                  <a:pt x="203" y="38"/>
                  <a:pt x="196" y="32"/>
                </a:cubicBezTo>
                <a:cubicBezTo>
                  <a:pt x="196" y="32"/>
                  <a:pt x="190" y="29"/>
                  <a:pt x="195" y="28"/>
                </a:cubicBezTo>
                <a:cubicBezTo>
                  <a:pt x="195" y="28"/>
                  <a:pt x="199" y="28"/>
                  <a:pt x="199" y="29"/>
                </a:cubicBezTo>
                <a:cubicBezTo>
                  <a:pt x="199" y="29"/>
                  <a:pt x="207" y="28"/>
                  <a:pt x="207" y="34"/>
                </a:cubicBezTo>
                <a:cubicBezTo>
                  <a:pt x="207" y="34"/>
                  <a:pt x="207" y="37"/>
                  <a:pt x="205" y="37"/>
                </a:cubicBezTo>
                <a:cubicBezTo>
                  <a:pt x="205" y="37"/>
                  <a:pt x="197" y="44"/>
                  <a:pt x="203" y="44"/>
                </a:cubicBezTo>
                <a:cubicBezTo>
                  <a:pt x="203" y="44"/>
                  <a:pt x="211" y="46"/>
                  <a:pt x="205" y="52"/>
                </a:cubicBezTo>
                <a:cubicBezTo>
                  <a:pt x="205" y="52"/>
                  <a:pt x="203" y="51"/>
                  <a:pt x="202" y="57"/>
                </a:cubicBezTo>
                <a:cubicBezTo>
                  <a:pt x="202" y="57"/>
                  <a:pt x="199" y="64"/>
                  <a:pt x="204" y="61"/>
                </a:cubicBezTo>
                <a:cubicBezTo>
                  <a:pt x="204" y="61"/>
                  <a:pt x="206" y="60"/>
                  <a:pt x="209" y="57"/>
                </a:cubicBezTo>
                <a:cubicBezTo>
                  <a:pt x="209" y="57"/>
                  <a:pt x="210" y="54"/>
                  <a:pt x="210" y="51"/>
                </a:cubicBezTo>
                <a:cubicBezTo>
                  <a:pt x="210" y="51"/>
                  <a:pt x="210" y="26"/>
                  <a:pt x="209" y="20"/>
                </a:cubicBezTo>
                <a:cubicBezTo>
                  <a:pt x="209" y="20"/>
                  <a:pt x="207" y="16"/>
                  <a:pt x="211" y="14"/>
                </a:cubicBezTo>
                <a:cubicBezTo>
                  <a:pt x="211" y="14"/>
                  <a:pt x="214" y="12"/>
                  <a:pt x="218" y="16"/>
                </a:cubicBezTo>
                <a:cubicBezTo>
                  <a:pt x="218" y="16"/>
                  <a:pt x="221" y="17"/>
                  <a:pt x="218" y="21"/>
                </a:cubicBezTo>
                <a:lnTo>
                  <a:pt x="217" y="26"/>
                </a:lnTo>
                <a:lnTo>
                  <a:pt x="217" y="29"/>
                </a:lnTo>
                <a:close/>
              </a:path>
              <a:path w="489" h="98">
                <a:moveTo>
                  <a:pt x="170" y="48"/>
                </a:moveTo>
                <a:cubicBezTo>
                  <a:pt x="170" y="48"/>
                  <a:pt x="165" y="51"/>
                  <a:pt x="163" y="49"/>
                </a:cubicBezTo>
                <a:cubicBezTo>
                  <a:pt x="163" y="49"/>
                  <a:pt x="160" y="49"/>
                  <a:pt x="162" y="52"/>
                </a:cubicBezTo>
                <a:cubicBezTo>
                  <a:pt x="162" y="52"/>
                  <a:pt x="165" y="59"/>
                  <a:pt x="171" y="55"/>
                </a:cubicBezTo>
                <a:lnTo>
                  <a:pt x="179" y="49"/>
                </a:lnTo>
                <a:cubicBezTo>
                  <a:pt x="179" y="49"/>
                  <a:pt x="182" y="45"/>
                  <a:pt x="181" y="51"/>
                </a:cubicBezTo>
                <a:cubicBezTo>
                  <a:pt x="181" y="51"/>
                  <a:pt x="181" y="55"/>
                  <a:pt x="179" y="55"/>
                </a:cubicBezTo>
                <a:lnTo>
                  <a:pt x="167" y="68"/>
                </a:lnTo>
                <a:cubicBezTo>
                  <a:pt x="167" y="68"/>
                  <a:pt x="162" y="73"/>
                  <a:pt x="168" y="74"/>
                </a:cubicBezTo>
                <a:cubicBezTo>
                  <a:pt x="168" y="74"/>
                  <a:pt x="172" y="75"/>
                  <a:pt x="175" y="72"/>
                </a:cubicBezTo>
                <a:cubicBezTo>
                  <a:pt x="175" y="72"/>
                  <a:pt x="180" y="66"/>
                  <a:pt x="179" y="70"/>
                </a:cubicBezTo>
                <a:lnTo>
                  <a:pt x="179" y="79"/>
                </a:lnTo>
                <a:cubicBezTo>
                  <a:pt x="179" y="79"/>
                  <a:pt x="178" y="82"/>
                  <a:pt x="181" y="83"/>
                </a:cubicBezTo>
                <a:cubicBezTo>
                  <a:pt x="181" y="83"/>
                  <a:pt x="183" y="85"/>
                  <a:pt x="185" y="82"/>
                </a:cubicBezTo>
                <a:cubicBezTo>
                  <a:pt x="185" y="82"/>
                  <a:pt x="187" y="80"/>
                  <a:pt x="186" y="75"/>
                </a:cubicBezTo>
                <a:lnTo>
                  <a:pt x="186" y="63"/>
                </a:lnTo>
                <a:cubicBezTo>
                  <a:pt x="186" y="63"/>
                  <a:pt x="192" y="59"/>
                  <a:pt x="193" y="57"/>
                </a:cubicBezTo>
                <a:cubicBezTo>
                  <a:pt x="193" y="57"/>
                  <a:pt x="194" y="53"/>
                  <a:pt x="190" y="57"/>
                </a:cubicBezTo>
                <a:cubicBezTo>
                  <a:pt x="190" y="57"/>
                  <a:pt x="185" y="62"/>
                  <a:pt x="186" y="58"/>
                </a:cubicBezTo>
                <a:lnTo>
                  <a:pt x="186" y="52"/>
                </a:lnTo>
                <a:cubicBezTo>
                  <a:pt x="186" y="52"/>
                  <a:pt x="197" y="43"/>
                  <a:pt x="196" y="42"/>
                </a:cubicBezTo>
                <a:cubicBezTo>
                  <a:pt x="196" y="41"/>
                  <a:pt x="198" y="40"/>
                  <a:pt x="194" y="36"/>
                </a:cubicBezTo>
                <a:cubicBezTo>
                  <a:pt x="194" y="36"/>
                  <a:pt x="191" y="34"/>
                  <a:pt x="190" y="37"/>
                </a:cubicBezTo>
                <a:cubicBezTo>
                  <a:pt x="190" y="37"/>
                  <a:pt x="186" y="41"/>
                  <a:pt x="186" y="37"/>
                </a:cubicBezTo>
                <a:cubicBezTo>
                  <a:pt x="186" y="37"/>
                  <a:pt x="189" y="34"/>
                  <a:pt x="186" y="32"/>
                </a:cubicBezTo>
                <a:cubicBezTo>
                  <a:pt x="186" y="32"/>
                  <a:pt x="182" y="28"/>
                  <a:pt x="180" y="33"/>
                </a:cubicBezTo>
                <a:cubicBezTo>
                  <a:pt x="180" y="33"/>
                  <a:pt x="178" y="33"/>
                  <a:pt x="181" y="42"/>
                </a:cubicBezTo>
                <a:lnTo>
                  <a:pt x="176" y="44"/>
                </a:lnTo>
                <a:lnTo>
                  <a:pt x="173" y="46"/>
                </a:lnTo>
                <a:lnTo>
                  <a:pt x="170" y="48"/>
                </a:lnTo>
                <a:close/>
                <a:moveTo>
                  <a:pt x="186" y="43"/>
                </a:moveTo>
                <a:cubicBezTo>
                  <a:pt x="186" y="43"/>
                  <a:pt x="187" y="41"/>
                  <a:pt x="189" y="42"/>
                </a:cubicBezTo>
                <a:cubicBezTo>
                  <a:pt x="189" y="42"/>
                  <a:pt x="189" y="44"/>
                  <a:pt x="188" y="45"/>
                </a:cubicBezTo>
                <a:cubicBezTo>
                  <a:pt x="188" y="45"/>
                  <a:pt x="186" y="46"/>
                  <a:pt x="187" y="44"/>
                </a:cubicBezTo>
                <a:cubicBezTo>
                  <a:pt x="186" y="46"/>
                  <a:pt x="186" y="43"/>
                  <a:pt x="186" y="43"/>
                </a:cubicBezTo>
                <a:close/>
                <a:moveTo>
                  <a:pt x="175" y="64"/>
                </a:moveTo>
                <a:lnTo>
                  <a:pt x="178" y="61"/>
                </a:lnTo>
                <a:cubicBezTo>
                  <a:pt x="178" y="61"/>
                  <a:pt x="180" y="57"/>
                  <a:pt x="180" y="60"/>
                </a:cubicBezTo>
                <a:cubicBezTo>
                  <a:pt x="180" y="60"/>
                  <a:pt x="180" y="65"/>
                  <a:pt x="177" y="65"/>
                </a:cubicBezTo>
                <a:cubicBezTo>
                  <a:pt x="177" y="65"/>
                  <a:pt x="174" y="67"/>
                  <a:pt x="174" y="65"/>
                </a:cubicBezTo>
                <a:lnTo>
                  <a:pt x="175" y="65"/>
                </a:lnTo>
                <a:lnTo>
                  <a:pt x="175" y="64"/>
                </a:lnTo>
                <a:close/>
              </a:path>
              <a:path w="489" h="98">
                <a:moveTo>
                  <a:pt x="255" y="43"/>
                </a:moveTo>
                <a:cubicBezTo>
                  <a:pt x="255" y="43"/>
                  <a:pt x="252" y="46"/>
                  <a:pt x="249" y="46"/>
                </a:cubicBezTo>
                <a:cubicBezTo>
                  <a:pt x="249" y="46"/>
                  <a:pt x="247" y="45"/>
                  <a:pt x="248" y="48"/>
                </a:cubicBezTo>
                <a:cubicBezTo>
                  <a:pt x="248" y="48"/>
                  <a:pt x="248" y="51"/>
                  <a:pt x="253" y="52"/>
                </a:cubicBezTo>
                <a:cubicBezTo>
                  <a:pt x="253" y="52"/>
                  <a:pt x="257" y="52"/>
                  <a:pt x="257" y="51"/>
                </a:cubicBezTo>
                <a:cubicBezTo>
                  <a:pt x="257" y="51"/>
                  <a:pt x="257" y="49"/>
                  <a:pt x="260" y="48"/>
                </a:cubicBezTo>
                <a:cubicBezTo>
                  <a:pt x="260" y="48"/>
                  <a:pt x="263" y="46"/>
                  <a:pt x="264" y="45"/>
                </a:cubicBezTo>
                <a:cubicBezTo>
                  <a:pt x="264" y="45"/>
                  <a:pt x="267" y="42"/>
                  <a:pt x="266" y="46"/>
                </a:cubicBezTo>
                <a:lnTo>
                  <a:pt x="265" y="55"/>
                </a:lnTo>
                <a:cubicBezTo>
                  <a:pt x="265" y="59"/>
                  <a:pt x="258" y="64"/>
                  <a:pt x="256" y="66"/>
                </a:cubicBezTo>
                <a:cubicBezTo>
                  <a:pt x="256" y="66"/>
                  <a:pt x="253" y="69"/>
                  <a:pt x="251" y="69"/>
                </a:cubicBezTo>
                <a:cubicBezTo>
                  <a:pt x="251" y="69"/>
                  <a:pt x="249" y="68"/>
                  <a:pt x="251" y="72"/>
                </a:cubicBezTo>
                <a:cubicBezTo>
                  <a:pt x="251" y="72"/>
                  <a:pt x="255" y="76"/>
                  <a:pt x="257" y="75"/>
                </a:cubicBezTo>
                <a:lnTo>
                  <a:pt x="261" y="71"/>
                </a:lnTo>
                <a:lnTo>
                  <a:pt x="263" y="67"/>
                </a:lnTo>
                <a:cubicBezTo>
                  <a:pt x="263" y="67"/>
                  <a:pt x="266" y="63"/>
                  <a:pt x="265" y="69"/>
                </a:cubicBezTo>
                <a:cubicBezTo>
                  <a:pt x="265" y="69"/>
                  <a:pt x="265" y="77"/>
                  <a:pt x="263" y="79"/>
                </a:cubicBezTo>
                <a:cubicBezTo>
                  <a:pt x="263" y="79"/>
                  <a:pt x="262" y="79"/>
                  <a:pt x="264" y="82"/>
                </a:cubicBezTo>
                <a:cubicBezTo>
                  <a:pt x="264" y="82"/>
                  <a:pt x="266" y="87"/>
                  <a:pt x="268" y="85"/>
                </a:cubicBezTo>
                <a:lnTo>
                  <a:pt x="270" y="81"/>
                </a:lnTo>
                <a:cubicBezTo>
                  <a:pt x="270" y="81"/>
                  <a:pt x="272" y="78"/>
                  <a:pt x="271" y="76"/>
                </a:cubicBezTo>
                <a:cubicBezTo>
                  <a:pt x="270" y="75"/>
                  <a:pt x="271" y="57"/>
                  <a:pt x="271" y="57"/>
                </a:cubicBezTo>
                <a:lnTo>
                  <a:pt x="277" y="48"/>
                </a:lnTo>
                <a:cubicBezTo>
                  <a:pt x="277" y="48"/>
                  <a:pt x="281" y="44"/>
                  <a:pt x="277" y="44"/>
                </a:cubicBezTo>
                <a:cubicBezTo>
                  <a:pt x="277" y="44"/>
                  <a:pt x="275" y="46"/>
                  <a:pt x="273" y="49"/>
                </a:cubicBezTo>
                <a:cubicBezTo>
                  <a:pt x="273" y="49"/>
                  <a:pt x="271" y="51"/>
                  <a:pt x="272" y="46"/>
                </a:cubicBezTo>
                <a:lnTo>
                  <a:pt x="272" y="40"/>
                </a:lnTo>
                <a:cubicBezTo>
                  <a:pt x="272" y="40"/>
                  <a:pt x="271" y="37"/>
                  <a:pt x="275" y="36"/>
                </a:cubicBezTo>
                <a:lnTo>
                  <a:pt x="279" y="33"/>
                </a:lnTo>
                <a:cubicBezTo>
                  <a:pt x="279" y="33"/>
                  <a:pt x="282" y="31"/>
                  <a:pt x="280" y="30"/>
                </a:cubicBezTo>
                <a:cubicBezTo>
                  <a:pt x="280" y="30"/>
                  <a:pt x="276" y="26"/>
                  <a:pt x="276" y="30"/>
                </a:cubicBezTo>
                <a:lnTo>
                  <a:pt x="274" y="32"/>
                </a:lnTo>
                <a:cubicBezTo>
                  <a:pt x="274" y="32"/>
                  <a:pt x="272" y="34"/>
                  <a:pt x="273" y="30"/>
                </a:cubicBezTo>
                <a:lnTo>
                  <a:pt x="274" y="23"/>
                </a:lnTo>
                <a:cubicBezTo>
                  <a:pt x="274" y="23"/>
                  <a:pt x="274" y="18"/>
                  <a:pt x="276" y="17"/>
                </a:cubicBezTo>
                <a:cubicBezTo>
                  <a:pt x="276" y="17"/>
                  <a:pt x="273" y="11"/>
                  <a:pt x="269" y="14"/>
                </a:cubicBezTo>
                <a:cubicBezTo>
                  <a:pt x="269" y="14"/>
                  <a:pt x="263" y="17"/>
                  <a:pt x="267" y="21"/>
                </a:cubicBezTo>
                <a:lnTo>
                  <a:pt x="266" y="35"/>
                </a:lnTo>
                <a:cubicBezTo>
                  <a:pt x="266" y="35"/>
                  <a:pt x="266" y="38"/>
                  <a:pt x="264" y="38"/>
                </a:cubicBezTo>
                <a:lnTo>
                  <a:pt x="258" y="42"/>
                </a:lnTo>
                <a:lnTo>
                  <a:pt x="256" y="43"/>
                </a:lnTo>
                <a:lnTo>
                  <a:pt x="255" y="43"/>
                </a:lnTo>
                <a:close/>
              </a:path>
              <a:path w="489" h="98">
                <a:moveTo>
                  <a:pt x="303" y="56"/>
                </a:moveTo>
                <a:cubicBezTo>
                  <a:pt x="303" y="56"/>
                  <a:pt x="300" y="63"/>
                  <a:pt x="298" y="65"/>
                </a:cubicBezTo>
                <a:lnTo>
                  <a:pt x="304" y="70"/>
                </a:lnTo>
                <a:cubicBezTo>
                  <a:pt x="304" y="70"/>
                  <a:pt x="306" y="73"/>
                  <a:pt x="317" y="73"/>
                </a:cubicBezTo>
                <a:cubicBezTo>
                  <a:pt x="317" y="73"/>
                  <a:pt x="323" y="73"/>
                  <a:pt x="316" y="76"/>
                </a:cubicBezTo>
                <a:lnTo>
                  <a:pt x="307" y="81"/>
                </a:lnTo>
                <a:cubicBezTo>
                  <a:pt x="307" y="81"/>
                  <a:pt x="300" y="84"/>
                  <a:pt x="299" y="80"/>
                </a:cubicBezTo>
                <a:lnTo>
                  <a:pt x="295" y="73"/>
                </a:lnTo>
                <a:cubicBezTo>
                  <a:pt x="295" y="73"/>
                  <a:pt x="294" y="68"/>
                  <a:pt x="293" y="72"/>
                </a:cubicBezTo>
                <a:cubicBezTo>
                  <a:pt x="293" y="72"/>
                  <a:pt x="288" y="78"/>
                  <a:pt x="285" y="78"/>
                </a:cubicBezTo>
                <a:cubicBezTo>
                  <a:pt x="285" y="78"/>
                  <a:pt x="280" y="79"/>
                  <a:pt x="276" y="77"/>
                </a:cubicBezTo>
                <a:cubicBezTo>
                  <a:pt x="276" y="77"/>
                  <a:pt x="269" y="77"/>
                  <a:pt x="279" y="75"/>
                </a:cubicBezTo>
                <a:cubicBezTo>
                  <a:pt x="279" y="75"/>
                  <a:pt x="286" y="73"/>
                  <a:pt x="290" y="66"/>
                </a:cubicBezTo>
                <a:lnTo>
                  <a:pt x="283" y="58"/>
                </a:lnTo>
                <a:cubicBezTo>
                  <a:pt x="283" y="58"/>
                  <a:pt x="280" y="55"/>
                  <a:pt x="284" y="55"/>
                </a:cubicBezTo>
                <a:cubicBezTo>
                  <a:pt x="284" y="55"/>
                  <a:pt x="285" y="54"/>
                  <a:pt x="289" y="57"/>
                </a:cubicBezTo>
                <a:cubicBezTo>
                  <a:pt x="289" y="57"/>
                  <a:pt x="291" y="59"/>
                  <a:pt x="292" y="60"/>
                </a:cubicBezTo>
                <a:cubicBezTo>
                  <a:pt x="293" y="60"/>
                  <a:pt x="293" y="61"/>
                  <a:pt x="295" y="59"/>
                </a:cubicBezTo>
                <a:cubicBezTo>
                  <a:pt x="295" y="58"/>
                  <a:pt x="296" y="56"/>
                  <a:pt x="298" y="52"/>
                </a:cubicBezTo>
                <a:cubicBezTo>
                  <a:pt x="298" y="52"/>
                  <a:pt x="300" y="49"/>
                  <a:pt x="296" y="50"/>
                </a:cubicBezTo>
                <a:cubicBezTo>
                  <a:pt x="296" y="50"/>
                  <a:pt x="293" y="52"/>
                  <a:pt x="292" y="54"/>
                </a:cubicBezTo>
                <a:cubicBezTo>
                  <a:pt x="292" y="54"/>
                  <a:pt x="290" y="56"/>
                  <a:pt x="287" y="54"/>
                </a:cubicBezTo>
                <a:cubicBezTo>
                  <a:pt x="287" y="54"/>
                  <a:pt x="282" y="51"/>
                  <a:pt x="285" y="49"/>
                </a:cubicBezTo>
                <a:lnTo>
                  <a:pt x="286" y="45"/>
                </a:lnTo>
                <a:cubicBezTo>
                  <a:pt x="286" y="45"/>
                  <a:pt x="288" y="40"/>
                  <a:pt x="284" y="44"/>
                </a:cubicBezTo>
                <a:cubicBezTo>
                  <a:pt x="284" y="44"/>
                  <a:pt x="282" y="47"/>
                  <a:pt x="281" y="45"/>
                </a:cubicBezTo>
                <a:lnTo>
                  <a:pt x="276" y="41"/>
                </a:lnTo>
                <a:cubicBezTo>
                  <a:pt x="276" y="41"/>
                  <a:pt x="273" y="38"/>
                  <a:pt x="278" y="39"/>
                </a:cubicBezTo>
                <a:lnTo>
                  <a:pt x="290" y="34"/>
                </a:lnTo>
                <a:cubicBezTo>
                  <a:pt x="290" y="34"/>
                  <a:pt x="291" y="25"/>
                  <a:pt x="292" y="23"/>
                </a:cubicBezTo>
                <a:cubicBezTo>
                  <a:pt x="292" y="23"/>
                  <a:pt x="293" y="14"/>
                  <a:pt x="298" y="15"/>
                </a:cubicBezTo>
                <a:cubicBezTo>
                  <a:pt x="298" y="15"/>
                  <a:pt x="302" y="15"/>
                  <a:pt x="305" y="23"/>
                </a:cubicBezTo>
                <a:cubicBezTo>
                  <a:pt x="305" y="23"/>
                  <a:pt x="308" y="26"/>
                  <a:pt x="304" y="29"/>
                </a:cubicBezTo>
                <a:cubicBezTo>
                  <a:pt x="304" y="29"/>
                  <a:pt x="296" y="34"/>
                  <a:pt x="295" y="35"/>
                </a:cubicBezTo>
                <a:cubicBezTo>
                  <a:pt x="295" y="35"/>
                  <a:pt x="292" y="37"/>
                  <a:pt x="291" y="41"/>
                </a:cubicBezTo>
                <a:cubicBezTo>
                  <a:pt x="291" y="41"/>
                  <a:pt x="287" y="50"/>
                  <a:pt x="291" y="47"/>
                </a:cubicBezTo>
                <a:lnTo>
                  <a:pt x="301" y="40"/>
                </a:lnTo>
                <a:cubicBezTo>
                  <a:pt x="301" y="40"/>
                  <a:pt x="302" y="37"/>
                  <a:pt x="307" y="41"/>
                </a:cubicBezTo>
                <a:cubicBezTo>
                  <a:pt x="307" y="41"/>
                  <a:pt x="312" y="44"/>
                  <a:pt x="309" y="47"/>
                </a:cubicBezTo>
                <a:lnTo>
                  <a:pt x="305" y="52"/>
                </a:lnTo>
                <a:lnTo>
                  <a:pt x="303" y="54"/>
                </a:lnTo>
                <a:lnTo>
                  <a:pt x="303" y="56"/>
                </a:lnTo>
                <a:close/>
                <a:moveTo>
                  <a:pt x="295" y="27"/>
                </a:moveTo>
                <a:cubicBezTo>
                  <a:pt x="295" y="27"/>
                  <a:pt x="297" y="22"/>
                  <a:pt x="299" y="24"/>
                </a:cubicBezTo>
                <a:cubicBezTo>
                  <a:pt x="299" y="24"/>
                  <a:pt x="302" y="24"/>
                  <a:pt x="299" y="27"/>
                </a:cubicBezTo>
                <a:lnTo>
                  <a:pt x="297" y="30"/>
                </a:lnTo>
                <a:cubicBezTo>
                  <a:pt x="297" y="30"/>
                  <a:pt x="294" y="33"/>
                  <a:pt x="295" y="28"/>
                </a:cubicBezTo>
                <a:cubicBezTo>
                  <a:pt x="294" y="33"/>
                  <a:pt x="295" y="27"/>
                  <a:pt x="295" y="27"/>
                </a:cubicBezTo>
                <a:close/>
              </a:path>
              <a:path w="489" h="98">
                <a:moveTo>
                  <a:pt x="354" y="54"/>
                </a:moveTo>
                <a:cubicBezTo>
                  <a:pt x="354" y="54"/>
                  <a:pt x="348" y="58"/>
                  <a:pt x="341" y="59"/>
                </a:cubicBezTo>
                <a:cubicBezTo>
                  <a:pt x="341" y="59"/>
                  <a:pt x="336" y="59"/>
                  <a:pt x="342" y="62"/>
                </a:cubicBezTo>
                <a:lnTo>
                  <a:pt x="347" y="66"/>
                </a:lnTo>
                <a:cubicBezTo>
                  <a:pt x="347" y="66"/>
                  <a:pt x="352" y="67"/>
                  <a:pt x="354" y="64"/>
                </a:cubicBezTo>
                <a:lnTo>
                  <a:pt x="358" y="61"/>
                </a:lnTo>
                <a:cubicBezTo>
                  <a:pt x="358" y="61"/>
                  <a:pt x="364" y="56"/>
                  <a:pt x="361" y="63"/>
                </a:cubicBezTo>
                <a:cubicBezTo>
                  <a:pt x="361" y="63"/>
                  <a:pt x="357" y="73"/>
                  <a:pt x="342" y="79"/>
                </a:cubicBezTo>
                <a:cubicBezTo>
                  <a:pt x="342" y="79"/>
                  <a:pt x="335" y="81"/>
                  <a:pt x="346" y="80"/>
                </a:cubicBezTo>
                <a:cubicBezTo>
                  <a:pt x="346" y="80"/>
                  <a:pt x="365" y="83"/>
                  <a:pt x="372" y="50"/>
                </a:cubicBezTo>
                <a:cubicBezTo>
                  <a:pt x="372" y="50"/>
                  <a:pt x="385" y="41"/>
                  <a:pt x="388" y="40"/>
                </a:cubicBezTo>
                <a:cubicBezTo>
                  <a:pt x="388" y="40"/>
                  <a:pt x="393" y="37"/>
                  <a:pt x="387" y="36"/>
                </a:cubicBezTo>
                <a:cubicBezTo>
                  <a:pt x="387" y="36"/>
                  <a:pt x="383" y="33"/>
                  <a:pt x="380" y="38"/>
                </a:cubicBezTo>
                <a:lnTo>
                  <a:pt x="377" y="40"/>
                </a:lnTo>
                <a:cubicBezTo>
                  <a:pt x="377" y="40"/>
                  <a:pt x="373" y="43"/>
                  <a:pt x="374" y="37"/>
                </a:cubicBezTo>
                <a:lnTo>
                  <a:pt x="376" y="26"/>
                </a:lnTo>
                <a:cubicBezTo>
                  <a:pt x="376" y="26"/>
                  <a:pt x="377" y="22"/>
                  <a:pt x="374" y="21"/>
                </a:cubicBezTo>
                <a:cubicBezTo>
                  <a:pt x="371" y="19"/>
                  <a:pt x="368" y="15"/>
                  <a:pt x="368" y="15"/>
                </a:cubicBezTo>
                <a:cubicBezTo>
                  <a:pt x="368" y="15"/>
                  <a:pt x="365" y="12"/>
                  <a:pt x="365" y="18"/>
                </a:cubicBezTo>
                <a:cubicBezTo>
                  <a:pt x="365" y="18"/>
                  <a:pt x="368" y="35"/>
                  <a:pt x="365" y="47"/>
                </a:cubicBezTo>
                <a:lnTo>
                  <a:pt x="359" y="51"/>
                </a:lnTo>
                <a:lnTo>
                  <a:pt x="357" y="53"/>
                </a:lnTo>
                <a:lnTo>
                  <a:pt x="354" y="54"/>
                </a:lnTo>
                <a:close/>
              </a:path>
              <a:path w="489" h="98">
                <a:moveTo>
                  <a:pt x="378" y="66"/>
                </a:moveTo>
                <a:lnTo>
                  <a:pt x="383" y="76"/>
                </a:lnTo>
                <a:cubicBezTo>
                  <a:pt x="383" y="76"/>
                  <a:pt x="386" y="79"/>
                  <a:pt x="391" y="76"/>
                </a:cubicBezTo>
                <a:lnTo>
                  <a:pt x="401" y="72"/>
                </a:lnTo>
                <a:cubicBezTo>
                  <a:pt x="401" y="72"/>
                  <a:pt x="405" y="70"/>
                  <a:pt x="400" y="70"/>
                </a:cubicBezTo>
                <a:cubicBezTo>
                  <a:pt x="400" y="70"/>
                  <a:pt x="384" y="70"/>
                  <a:pt x="377" y="55"/>
                </a:cubicBezTo>
                <a:cubicBezTo>
                  <a:pt x="377" y="55"/>
                  <a:pt x="374" y="51"/>
                  <a:pt x="374" y="55"/>
                </a:cubicBezTo>
                <a:cubicBezTo>
                  <a:pt x="374" y="55"/>
                  <a:pt x="373" y="56"/>
                  <a:pt x="376" y="60"/>
                </a:cubicBezTo>
                <a:lnTo>
                  <a:pt x="377" y="63"/>
                </a:lnTo>
                <a:lnTo>
                  <a:pt x="378" y="66"/>
                </a:lnTo>
                <a:close/>
              </a:path>
              <a:path w="489" h="98">
                <a:moveTo>
                  <a:pt x="437" y="62"/>
                </a:moveTo>
                <a:cubicBezTo>
                  <a:pt x="437" y="62"/>
                  <a:pt x="428" y="68"/>
                  <a:pt x="424" y="68"/>
                </a:cubicBezTo>
                <a:cubicBezTo>
                  <a:pt x="424" y="68"/>
                  <a:pt x="420" y="68"/>
                  <a:pt x="424" y="71"/>
                </a:cubicBezTo>
                <a:lnTo>
                  <a:pt x="432" y="74"/>
                </a:lnTo>
                <a:cubicBezTo>
                  <a:pt x="432" y="74"/>
                  <a:pt x="436" y="78"/>
                  <a:pt x="438" y="73"/>
                </a:cubicBezTo>
                <a:cubicBezTo>
                  <a:pt x="438" y="73"/>
                  <a:pt x="449" y="59"/>
                  <a:pt x="452" y="59"/>
                </a:cubicBezTo>
                <a:cubicBezTo>
                  <a:pt x="452" y="59"/>
                  <a:pt x="456" y="55"/>
                  <a:pt x="456" y="60"/>
                </a:cubicBezTo>
                <a:cubicBezTo>
                  <a:pt x="456" y="60"/>
                  <a:pt x="456" y="68"/>
                  <a:pt x="456" y="77"/>
                </a:cubicBezTo>
                <a:cubicBezTo>
                  <a:pt x="456" y="77"/>
                  <a:pt x="458" y="86"/>
                  <a:pt x="450" y="85"/>
                </a:cubicBezTo>
                <a:lnTo>
                  <a:pt x="444" y="86"/>
                </a:lnTo>
                <a:lnTo>
                  <a:pt x="451" y="89"/>
                </a:lnTo>
                <a:lnTo>
                  <a:pt x="457" y="91"/>
                </a:lnTo>
                <a:cubicBezTo>
                  <a:pt x="457" y="91"/>
                  <a:pt x="462" y="94"/>
                  <a:pt x="464" y="88"/>
                </a:cubicBezTo>
                <a:cubicBezTo>
                  <a:pt x="464" y="88"/>
                  <a:pt x="465" y="86"/>
                  <a:pt x="463" y="75"/>
                </a:cubicBezTo>
                <a:lnTo>
                  <a:pt x="461" y="54"/>
                </a:lnTo>
                <a:cubicBezTo>
                  <a:pt x="461" y="54"/>
                  <a:pt x="463" y="49"/>
                  <a:pt x="467" y="53"/>
                </a:cubicBezTo>
                <a:lnTo>
                  <a:pt x="467" y="56"/>
                </a:lnTo>
                <a:cubicBezTo>
                  <a:pt x="467" y="56"/>
                  <a:pt x="466" y="60"/>
                  <a:pt x="471" y="56"/>
                </a:cubicBezTo>
                <a:cubicBezTo>
                  <a:pt x="471" y="56"/>
                  <a:pt x="474" y="53"/>
                  <a:pt x="477" y="53"/>
                </a:cubicBezTo>
                <a:cubicBezTo>
                  <a:pt x="477" y="53"/>
                  <a:pt x="480" y="50"/>
                  <a:pt x="476" y="49"/>
                </a:cubicBezTo>
                <a:cubicBezTo>
                  <a:pt x="476" y="49"/>
                  <a:pt x="473" y="45"/>
                  <a:pt x="468" y="46"/>
                </a:cubicBezTo>
                <a:cubicBezTo>
                  <a:pt x="468" y="46"/>
                  <a:pt x="463" y="46"/>
                  <a:pt x="469" y="41"/>
                </a:cubicBezTo>
                <a:lnTo>
                  <a:pt x="473" y="38"/>
                </a:lnTo>
                <a:cubicBezTo>
                  <a:pt x="473" y="38"/>
                  <a:pt x="477" y="35"/>
                  <a:pt x="472" y="33"/>
                </a:cubicBezTo>
                <a:lnTo>
                  <a:pt x="470" y="31"/>
                </a:lnTo>
                <a:cubicBezTo>
                  <a:pt x="470" y="31"/>
                  <a:pt x="467" y="30"/>
                  <a:pt x="473" y="25"/>
                </a:cubicBezTo>
                <a:cubicBezTo>
                  <a:pt x="473" y="25"/>
                  <a:pt x="478" y="20"/>
                  <a:pt x="483" y="19"/>
                </a:cubicBezTo>
                <a:cubicBezTo>
                  <a:pt x="483" y="19"/>
                  <a:pt x="489" y="15"/>
                  <a:pt x="483" y="9"/>
                </a:cubicBezTo>
                <a:cubicBezTo>
                  <a:pt x="483" y="9"/>
                  <a:pt x="478" y="2"/>
                  <a:pt x="472" y="6"/>
                </a:cubicBezTo>
                <a:lnTo>
                  <a:pt x="462" y="11"/>
                </a:lnTo>
                <a:cubicBezTo>
                  <a:pt x="462" y="11"/>
                  <a:pt x="458" y="14"/>
                  <a:pt x="461" y="10"/>
                </a:cubicBezTo>
                <a:cubicBezTo>
                  <a:pt x="461" y="10"/>
                  <a:pt x="463" y="6"/>
                  <a:pt x="460" y="5"/>
                </a:cubicBezTo>
                <a:lnTo>
                  <a:pt x="457" y="3"/>
                </a:lnTo>
                <a:cubicBezTo>
                  <a:pt x="457" y="3"/>
                  <a:pt x="453" y="0"/>
                  <a:pt x="453" y="4"/>
                </a:cubicBezTo>
                <a:cubicBezTo>
                  <a:pt x="453" y="4"/>
                  <a:pt x="451" y="12"/>
                  <a:pt x="447" y="10"/>
                </a:cubicBezTo>
                <a:cubicBezTo>
                  <a:pt x="447" y="10"/>
                  <a:pt x="442" y="8"/>
                  <a:pt x="442" y="11"/>
                </a:cubicBezTo>
                <a:cubicBezTo>
                  <a:pt x="442" y="11"/>
                  <a:pt x="449" y="15"/>
                  <a:pt x="446" y="18"/>
                </a:cubicBezTo>
                <a:cubicBezTo>
                  <a:pt x="446" y="18"/>
                  <a:pt x="441" y="24"/>
                  <a:pt x="439" y="18"/>
                </a:cubicBezTo>
                <a:cubicBezTo>
                  <a:pt x="439" y="18"/>
                  <a:pt x="436" y="11"/>
                  <a:pt x="430" y="9"/>
                </a:cubicBezTo>
                <a:cubicBezTo>
                  <a:pt x="430" y="9"/>
                  <a:pt x="425" y="7"/>
                  <a:pt x="428" y="11"/>
                </a:cubicBezTo>
                <a:cubicBezTo>
                  <a:pt x="428" y="11"/>
                  <a:pt x="434" y="16"/>
                  <a:pt x="435" y="21"/>
                </a:cubicBezTo>
                <a:cubicBezTo>
                  <a:pt x="435" y="21"/>
                  <a:pt x="438" y="27"/>
                  <a:pt x="433" y="23"/>
                </a:cubicBezTo>
                <a:cubicBezTo>
                  <a:pt x="433" y="23"/>
                  <a:pt x="426" y="17"/>
                  <a:pt x="427" y="21"/>
                </a:cubicBezTo>
                <a:cubicBezTo>
                  <a:pt x="427" y="21"/>
                  <a:pt x="433" y="32"/>
                  <a:pt x="436" y="37"/>
                </a:cubicBezTo>
                <a:cubicBezTo>
                  <a:pt x="436" y="37"/>
                  <a:pt x="439" y="42"/>
                  <a:pt x="439" y="36"/>
                </a:cubicBezTo>
                <a:cubicBezTo>
                  <a:pt x="439" y="36"/>
                  <a:pt x="438" y="30"/>
                  <a:pt x="442" y="34"/>
                </a:cubicBezTo>
                <a:cubicBezTo>
                  <a:pt x="442" y="34"/>
                  <a:pt x="445" y="37"/>
                  <a:pt x="447" y="35"/>
                </a:cubicBezTo>
                <a:cubicBezTo>
                  <a:pt x="447" y="35"/>
                  <a:pt x="449" y="31"/>
                  <a:pt x="447" y="31"/>
                </a:cubicBezTo>
                <a:cubicBezTo>
                  <a:pt x="444" y="30"/>
                  <a:pt x="445" y="26"/>
                  <a:pt x="445" y="26"/>
                </a:cubicBezTo>
                <a:cubicBezTo>
                  <a:pt x="445" y="26"/>
                  <a:pt x="443" y="22"/>
                  <a:pt x="445" y="22"/>
                </a:cubicBezTo>
                <a:cubicBezTo>
                  <a:pt x="445" y="22"/>
                  <a:pt x="453" y="17"/>
                  <a:pt x="450" y="22"/>
                </a:cubicBezTo>
                <a:cubicBezTo>
                  <a:pt x="450" y="22"/>
                  <a:pt x="444" y="27"/>
                  <a:pt x="452" y="32"/>
                </a:cubicBezTo>
                <a:cubicBezTo>
                  <a:pt x="452" y="32"/>
                  <a:pt x="460" y="35"/>
                  <a:pt x="463" y="28"/>
                </a:cubicBezTo>
                <a:cubicBezTo>
                  <a:pt x="463" y="28"/>
                  <a:pt x="464" y="23"/>
                  <a:pt x="462" y="21"/>
                </a:cubicBezTo>
                <a:cubicBezTo>
                  <a:pt x="462" y="21"/>
                  <a:pt x="458" y="16"/>
                  <a:pt x="463" y="16"/>
                </a:cubicBezTo>
                <a:lnTo>
                  <a:pt x="468" y="14"/>
                </a:lnTo>
                <a:cubicBezTo>
                  <a:pt x="468" y="14"/>
                  <a:pt x="473" y="12"/>
                  <a:pt x="472" y="16"/>
                </a:cubicBezTo>
                <a:lnTo>
                  <a:pt x="466" y="28"/>
                </a:lnTo>
                <a:cubicBezTo>
                  <a:pt x="466" y="28"/>
                  <a:pt x="463" y="34"/>
                  <a:pt x="460" y="34"/>
                </a:cubicBezTo>
                <a:lnTo>
                  <a:pt x="444" y="43"/>
                </a:lnTo>
                <a:cubicBezTo>
                  <a:pt x="444" y="43"/>
                  <a:pt x="437" y="45"/>
                  <a:pt x="442" y="46"/>
                </a:cubicBezTo>
                <a:cubicBezTo>
                  <a:pt x="442" y="46"/>
                  <a:pt x="447" y="48"/>
                  <a:pt x="450" y="44"/>
                </a:cubicBezTo>
                <a:lnTo>
                  <a:pt x="458" y="40"/>
                </a:lnTo>
                <a:cubicBezTo>
                  <a:pt x="458" y="40"/>
                  <a:pt x="463" y="36"/>
                  <a:pt x="460" y="42"/>
                </a:cubicBezTo>
                <a:cubicBezTo>
                  <a:pt x="460" y="42"/>
                  <a:pt x="460" y="47"/>
                  <a:pt x="453" y="52"/>
                </a:cubicBezTo>
                <a:lnTo>
                  <a:pt x="443" y="59"/>
                </a:lnTo>
                <a:lnTo>
                  <a:pt x="440" y="60"/>
                </a:lnTo>
                <a:lnTo>
                  <a:pt x="437" y="62"/>
                </a:lnTo>
                <a:close/>
                <a:moveTo>
                  <a:pt x="456" y="23"/>
                </a:moveTo>
                <a:cubicBezTo>
                  <a:pt x="457" y="23"/>
                  <a:pt x="458" y="24"/>
                  <a:pt x="458" y="25"/>
                </a:cubicBezTo>
                <a:cubicBezTo>
                  <a:pt x="458" y="27"/>
                  <a:pt x="457" y="28"/>
                  <a:pt x="456" y="28"/>
                </a:cubicBezTo>
                <a:cubicBezTo>
                  <a:pt x="455" y="28"/>
                  <a:pt x="454" y="27"/>
                  <a:pt x="454" y="25"/>
                </a:cubicBezTo>
                <a:cubicBezTo>
                  <a:pt x="454" y="24"/>
                  <a:pt x="455" y="23"/>
                  <a:pt x="456" y="2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5" name="Freeform 6"/>
          <p:cNvSpPr>
            <a:spLocks noGrp="1"/>
          </p:cNvSpPr>
          <p:nvPr/>
        </p:nvSpPr>
        <p:spPr>
          <a:xfrm>
            <a:off x="10466070" y="520700"/>
            <a:ext cx="1549400" cy="49530"/>
          </a:xfrm>
          <a:custGeom>
            <a:avLst/>
            <a:gdLst/>
            <a:ahLst/>
            <a:cxnLst/>
            <a:rect l="l" t="t" r="r" b="b"/>
            <a:pathLst>
              <a:path w="471" h="15">
                <a:moveTo>
                  <a:pt x="0" y="15"/>
                </a:moveTo>
                <a:lnTo>
                  <a:pt x="0" y="0"/>
                </a:lnTo>
                <a:lnTo>
                  <a:pt x="2" y="0"/>
                </a:lnTo>
                <a:lnTo>
                  <a:pt x="2" y="6"/>
                </a:lnTo>
                <a:lnTo>
                  <a:pt x="9" y="6"/>
                </a:lnTo>
                <a:lnTo>
                  <a:pt x="9" y="0"/>
                </a:lnTo>
                <a:lnTo>
                  <a:pt x="10" y="0"/>
                </a:lnTo>
                <a:lnTo>
                  <a:pt x="10" y="15"/>
                </a:lnTo>
                <a:lnTo>
                  <a:pt x="9" y="15"/>
                </a:lnTo>
                <a:lnTo>
                  <a:pt x="9" y="8"/>
                </a:lnTo>
                <a:lnTo>
                  <a:pt x="2" y="8"/>
                </a:lnTo>
                <a:lnTo>
                  <a:pt x="2" y="15"/>
                </a:lnTo>
                <a:lnTo>
                  <a:pt x="0" y="15"/>
                </a:lnTo>
                <a:close/>
              </a:path>
              <a:path w="471" h="15">
                <a:moveTo>
                  <a:pt x="21" y="0"/>
                </a:moveTo>
                <a:lnTo>
                  <a:pt x="22" y="0"/>
                </a:lnTo>
                <a:lnTo>
                  <a:pt x="22" y="9"/>
                </a:lnTo>
                <a:cubicBezTo>
                  <a:pt x="22" y="10"/>
                  <a:pt x="22" y="11"/>
                  <a:pt x="22" y="12"/>
                </a:cubicBezTo>
                <a:cubicBezTo>
                  <a:pt x="22" y="13"/>
                  <a:pt x="21" y="14"/>
                  <a:pt x="20" y="14"/>
                </a:cubicBezTo>
                <a:cubicBezTo>
                  <a:pt x="20" y="15"/>
                  <a:pt x="19" y="15"/>
                  <a:pt x="17" y="15"/>
                </a:cubicBezTo>
                <a:cubicBezTo>
                  <a:pt x="16" y="15"/>
                  <a:pt x="15" y="15"/>
                  <a:pt x="15" y="14"/>
                </a:cubicBezTo>
                <a:cubicBezTo>
                  <a:pt x="14" y="14"/>
                  <a:pt x="13" y="13"/>
                  <a:pt x="13" y="12"/>
                </a:cubicBezTo>
                <a:cubicBezTo>
                  <a:pt x="13" y="11"/>
                  <a:pt x="12" y="10"/>
                  <a:pt x="12" y="9"/>
                </a:cubicBezTo>
                <a:lnTo>
                  <a:pt x="12" y="0"/>
                </a:lnTo>
                <a:lnTo>
                  <a:pt x="14" y="0"/>
                </a:lnTo>
                <a:lnTo>
                  <a:pt x="14" y="9"/>
                </a:lnTo>
                <a:cubicBezTo>
                  <a:pt x="14" y="10"/>
                  <a:pt x="14" y="11"/>
                  <a:pt x="14" y="11"/>
                </a:cubicBezTo>
                <a:cubicBezTo>
                  <a:pt x="15" y="12"/>
                  <a:pt x="15" y="12"/>
                  <a:pt x="15" y="13"/>
                </a:cubicBezTo>
                <a:cubicBezTo>
                  <a:pt x="16" y="13"/>
                  <a:pt x="17" y="13"/>
                  <a:pt x="17" y="13"/>
                </a:cubicBezTo>
                <a:cubicBezTo>
                  <a:pt x="18" y="13"/>
                  <a:pt x="19" y="13"/>
                  <a:pt x="20" y="12"/>
                </a:cubicBezTo>
                <a:cubicBezTo>
                  <a:pt x="20" y="12"/>
                  <a:pt x="21" y="10"/>
                  <a:pt x="21" y="9"/>
                </a:cubicBezTo>
                <a:lnTo>
                  <a:pt x="21" y="0"/>
                </a:lnTo>
                <a:close/>
              </a:path>
              <a:path w="471" h="15">
                <a:moveTo>
                  <a:pt x="23" y="15"/>
                </a:moveTo>
                <a:lnTo>
                  <a:pt x="28" y="0"/>
                </a:lnTo>
                <a:lnTo>
                  <a:pt x="30" y="0"/>
                </a:lnTo>
                <a:lnTo>
                  <a:pt x="35" y="15"/>
                </a:lnTo>
                <a:lnTo>
                  <a:pt x="33" y="15"/>
                </a:lnTo>
                <a:lnTo>
                  <a:pt x="32" y="10"/>
                </a:lnTo>
                <a:lnTo>
                  <a:pt x="26" y="10"/>
                </a:lnTo>
                <a:lnTo>
                  <a:pt x="25" y="15"/>
                </a:lnTo>
                <a:lnTo>
                  <a:pt x="23" y="15"/>
                </a:lnTo>
                <a:close/>
                <a:moveTo>
                  <a:pt x="27" y="9"/>
                </a:moveTo>
                <a:lnTo>
                  <a:pt x="31" y="9"/>
                </a:lnTo>
                <a:lnTo>
                  <a:pt x="30" y="5"/>
                </a:lnTo>
                <a:cubicBezTo>
                  <a:pt x="29" y="4"/>
                  <a:pt x="29" y="3"/>
                  <a:pt x="29" y="2"/>
                </a:cubicBezTo>
                <a:cubicBezTo>
                  <a:pt x="29" y="3"/>
                  <a:pt x="28" y="4"/>
                  <a:pt x="28" y="5"/>
                </a:cubicBezTo>
                <a:lnTo>
                  <a:pt x="27" y="9"/>
                </a:lnTo>
                <a:close/>
              </a:path>
              <a:path w="471" h="15">
                <a:moveTo>
                  <a:pt x="35" y="15"/>
                </a:moveTo>
                <a:lnTo>
                  <a:pt x="35" y="13"/>
                </a:lnTo>
                <a:lnTo>
                  <a:pt x="41" y="4"/>
                </a:lnTo>
                <a:cubicBezTo>
                  <a:pt x="42" y="3"/>
                  <a:pt x="42" y="2"/>
                  <a:pt x="42" y="2"/>
                </a:cubicBezTo>
                <a:lnTo>
                  <a:pt x="35" y="2"/>
                </a:lnTo>
                <a:lnTo>
                  <a:pt x="35" y="0"/>
                </a:lnTo>
                <a:lnTo>
                  <a:pt x="44" y="0"/>
                </a:lnTo>
                <a:lnTo>
                  <a:pt x="44" y="2"/>
                </a:lnTo>
                <a:lnTo>
                  <a:pt x="37" y="12"/>
                </a:lnTo>
                <a:lnTo>
                  <a:pt x="37" y="13"/>
                </a:lnTo>
                <a:lnTo>
                  <a:pt x="45" y="13"/>
                </a:lnTo>
                <a:lnTo>
                  <a:pt x="45" y="15"/>
                </a:lnTo>
                <a:lnTo>
                  <a:pt x="35" y="15"/>
                </a:lnTo>
                <a:close/>
              </a:path>
              <a:path w="471" h="15">
                <a:moveTo>
                  <a:pt x="46" y="15"/>
                </a:moveTo>
                <a:lnTo>
                  <a:pt x="46" y="0"/>
                </a:lnTo>
                <a:lnTo>
                  <a:pt x="48" y="0"/>
                </a:lnTo>
                <a:lnTo>
                  <a:pt x="48" y="6"/>
                </a:lnTo>
                <a:lnTo>
                  <a:pt x="54" y="6"/>
                </a:lnTo>
                <a:lnTo>
                  <a:pt x="54" y="0"/>
                </a:lnTo>
                <a:lnTo>
                  <a:pt x="56" y="0"/>
                </a:lnTo>
                <a:lnTo>
                  <a:pt x="56" y="15"/>
                </a:lnTo>
                <a:lnTo>
                  <a:pt x="54" y="15"/>
                </a:lnTo>
                <a:lnTo>
                  <a:pt x="54" y="8"/>
                </a:lnTo>
                <a:lnTo>
                  <a:pt x="48" y="8"/>
                </a:lnTo>
                <a:lnTo>
                  <a:pt x="48" y="15"/>
                </a:lnTo>
                <a:lnTo>
                  <a:pt x="46" y="15"/>
                </a:lnTo>
                <a:close/>
              </a:path>
              <a:path w="471" h="15">
                <a:moveTo>
                  <a:pt x="58" y="8"/>
                </a:moveTo>
                <a:cubicBezTo>
                  <a:pt x="58" y="5"/>
                  <a:pt x="58" y="3"/>
                  <a:pt x="59" y="2"/>
                </a:cubicBezTo>
                <a:cubicBezTo>
                  <a:pt x="60" y="1"/>
                  <a:pt x="62" y="0"/>
                  <a:pt x="64" y="0"/>
                </a:cubicBezTo>
                <a:cubicBezTo>
                  <a:pt x="65" y="0"/>
                  <a:pt x="66" y="0"/>
                  <a:pt x="67" y="1"/>
                </a:cubicBezTo>
                <a:cubicBezTo>
                  <a:pt x="68" y="2"/>
                  <a:pt x="68" y="3"/>
                  <a:pt x="69" y="4"/>
                </a:cubicBezTo>
                <a:cubicBezTo>
                  <a:pt x="69" y="5"/>
                  <a:pt x="70" y="6"/>
                  <a:pt x="70" y="8"/>
                </a:cubicBezTo>
                <a:cubicBezTo>
                  <a:pt x="70" y="9"/>
                  <a:pt x="69" y="10"/>
                  <a:pt x="69" y="11"/>
                </a:cubicBezTo>
                <a:cubicBezTo>
                  <a:pt x="68" y="13"/>
                  <a:pt x="68" y="13"/>
                  <a:pt x="67" y="14"/>
                </a:cubicBezTo>
                <a:cubicBezTo>
                  <a:pt x="66" y="15"/>
                  <a:pt x="65" y="15"/>
                  <a:pt x="64" y="15"/>
                </a:cubicBezTo>
                <a:cubicBezTo>
                  <a:pt x="62" y="15"/>
                  <a:pt x="61" y="15"/>
                  <a:pt x="60" y="14"/>
                </a:cubicBezTo>
                <a:cubicBezTo>
                  <a:pt x="59" y="13"/>
                  <a:pt x="59" y="12"/>
                  <a:pt x="58" y="11"/>
                </a:cubicBezTo>
                <a:cubicBezTo>
                  <a:pt x="58" y="10"/>
                  <a:pt x="58" y="9"/>
                  <a:pt x="58" y="8"/>
                </a:cubicBezTo>
                <a:close/>
                <a:moveTo>
                  <a:pt x="59" y="8"/>
                </a:moveTo>
                <a:cubicBezTo>
                  <a:pt x="59" y="9"/>
                  <a:pt x="60" y="11"/>
                  <a:pt x="60" y="12"/>
                </a:cubicBezTo>
                <a:cubicBezTo>
                  <a:pt x="61" y="13"/>
                  <a:pt x="62" y="13"/>
                  <a:pt x="64" y="13"/>
                </a:cubicBezTo>
                <a:cubicBezTo>
                  <a:pt x="65" y="13"/>
                  <a:pt x="66" y="13"/>
                  <a:pt x="67" y="12"/>
                </a:cubicBezTo>
                <a:cubicBezTo>
                  <a:pt x="67" y="11"/>
                  <a:pt x="68" y="9"/>
                  <a:pt x="68" y="7"/>
                </a:cubicBezTo>
                <a:cubicBezTo>
                  <a:pt x="68" y="6"/>
                  <a:pt x="68" y="5"/>
                  <a:pt x="67" y="4"/>
                </a:cubicBezTo>
                <a:cubicBezTo>
                  <a:pt x="67" y="4"/>
                  <a:pt x="66" y="3"/>
                  <a:pt x="66" y="2"/>
                </a:cubicBezTo>
                <a:cubicBezTo>
                  <a:pt x="65" y="2"/>
                  <a:pt x="64" y="2"/>
                  <a:pt x="64" y="2"/>
                </a:cubicBezTo>
                <a:cubicBezTo>
                  <a:pt x="62" y="2"/>
                  <a:pt x="61" y="2"/>
                  <a:pt x="61" y="3"/>
                </a:cubicBezTo>
                <a:cubicBezTo>
                  <a:pt x="60" y="4"/>
                  <a:pt x="59" y="6"/>
                  <a:pt x="59" y="8"/>
                </a:cubicBezTo>
                <a:close/>
              </a:path>
              <a:path w="471" h="15">
                <a:moveTo>
                  <a:pt x="71" y="15"/>
                </a:moveTo>
                <a:lnTo>
                  <a:pt x="71" y="0"/>
                </a:lnTo>
                <a:lnTo>
                  <a:pt x="73" y="0"/>
                </a:lnTo>
                <a:lnTo>
                  <a:pt x="79" y="12"/>
                </a:lnTo>
                <a:lnTo>
                  <a:pt x="79" y="0"/>
                </a:lnTo>
                <a:lnTo>
                  <a:pt x="81" y="0"/>
                </a:lnTo>
                <a:lnTo>
                  <a:pt x="81" y="15"/>
                </a:lnTo>
                <a:lnTo>
                  <a:pt x="79" y="15"/>
                </a:lnTo>
                <a:lnTo>
                  <a:pt x="73" y="3"/>
                </a:lnTo>
                <a:lnTo>
                  <a:pt x="73" y="15"/>
                </a:lnTo>
                <a:lnTo>
                  <a:pt x="71" y="15"/>
                </a:lnTo>
                <a:close/>
              </a:path>
              <a:path w="471" h="15">
                <a:moveTo>
                  <a:pt x="89" y="9"/>
                </a:moveTo>
                <a:lnTo>
                  <a:pt x="89" y="7"/>
                </a:lnTo>
                <a:lnTo>
                  <a:pt x="94" y="7"/>
                </a:lnTo>
                <a:lnTo>
                  <a:pt x="94" y="13"/>
                </a:lnTo>
                <a:cubicBezTo>
                  <a:pt x="94" y="13"/>
                  <a:pt x="93" y="14"/>
                  <a:pt x="92" y="14"/>
                </a:cubicBezTo>
                <a:cubicBezTo>
                  <a:pt x="91" y="15"/>
                  <a:pt x="90" y="15"/>
                  <a:pt x="89" y="15"/>
                </a:cubicBezTo>
                <a:cubicBezTo>
                  <a:pt x="88" y="15"/>
                  <a:pt x="87" y="15"/>
                  <a:pt x="86" y="14"/>
                </a:cubicBezTo>
                <a:cubicBezTo>
                  <a:pt x="85" y="13"/>
                  <a:pt x="84" y="13"/>
                  <a:pt x="84" y="11"/>
                </a:cubicBezTo>
                <a:cubicBezTo>
                  <a:pt x="83" y="10"/>
                  <a:pt x="83" y="9"/>
                  <a:pt x="83" y="8"/>
                </a:cubicBezTo>
                <a:cubicBezTo>
                  <a:pt x="83" y="6"/>
                  <a:pt x="83" y="5"/>
                  <a:pt x="84" y="4"/>
                </a:cubicBezTo>
                <a:cubicBezTo>
                  <a:pt x="84" y="2"/>
                  <a:pt x="85" y="2"/>
                  <a:pt x="86" y="1"/>
                </a:cubicBezTo>
                <a:cubicBezTo>
                  <a:pt x="87" y="0"/>
                  <a:pt x="88" y="0"/>
                  <a:pt x="89" y="0"/>
                </a:cubicBezTo>
                <a:cubicBezTo>
                  <a:pt x="90" y="0"/>
                  <a:pt x="91" y="0"/>
                  <a:pt x="92" y="1"/>
                </a:cubicBezTo>
                <a:cubicBezTo>
                  <a:pt x="92" y="1"/>
                  <a:pt x="93" y="1"/>
                  <a:pt x="93" y="2"/>
                </a:cubicBezTo>
                <a:cubicBezTo>
                  <a:pt x="94" y="3"/>
                  <a:pt x="94" y="3"/>
                  <a:pt x="94" y="4"/>
                </a:cubicBezTo>
                <a:lnTo>
                  <a:pt x="93" y="5"/>
                </a:lnTo>
                <a:cubicBezTo>
                  <a:pt x="93" y="4"/>
                  <a:pt x="92" y="3"/>
                  <a:pt x="92" y="3"/>
                </a:cubicBezTo>
                <a:cubicBezTo>
                  <a:pt x="92" y="3"/>
                  <a:pt x="91" y="2"/>
                  <a:pt x="91" y="2"/>
                </a:cubicBezTo>
                <a:cubicBezTo>
                  <a:pt x="90" y="2"/>
                  <a:pt x="90" y="2"/>
                  <a:pt x="89" y="2"/>
                </a:cubicBezTo>
                <a:cubicBezTo>
                  <a:pt x="88" y="2"/>
                  <a:pt x="88" y="2"/>
                  <a:pt x="87" y="2"/>
                </a:cubicBezTo>
                <a:cubicBezTo>
                  <a:pt x="87" y="2"/>
                  <a:pt x="86" y="3"/>
                  <a:pt x="86" y="3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5" y="6"/>
                  <a:pt x="85" y="7"/>
                </a:cubicBezTo>
                <a:cubicBezTo>
                  <a:pt x="85" y="9"/>
                  <a:pt x="85" y="10"/>
                  <a:pt x="85" y="11"/>
                </a:cubicBezTo>
                <a:cubicBezTo>
                  <a:pt x="86" y="12"/>
                  <a:pt x="86" y="12"/>
                  <a:pt x="87" y="13"/>
                </a:cubicBezTo>
                <a:cubicBezTo>
                  <a:pt x="88" y="13"/>
                  <a:pt x="88" y="13"/>
                  <a:pt x="89" y="13"/>
                </a:cubicBezTo>
                <a:cubicBezTo>
                  <a:pt x="90" y="13"/>
                  <a:pt x="91" y="13"/>
                  <a:pt x="91" y="13"/>
                </a:cubicBezTo>
                <a:cubicBezTo>
                  <a:pt x="92" y="12"/>
                  <a:pt x="92" y="12"/>
                  <a:pt x="93" y="12"/>
                </a:cubicBezTo>
                <a:lnTo>
                  <a:pt x="93" y="9"/>
                </a:lnTo>
                <a:lnTo>
                  <a:pt x="89" y="9"/>
                </a:lnTo>
                <a:close/>
              </a:path>
              <a:path w="471" h="15">
                <a:moveTo>
                  <a:pt x="110" y="0"/>
                </a:moveTo>
                <a:lnTo>
                  <a:pt x="112" y="0"/>
                </a:lnTo>
                <a:lnTo>
                  <a:pt x="112" y="9"/>
                </a:lnTo>
                <a:cubicBezTo>
                  <a:pt x="112" y="10"/>
                  <a:pt x="111" y="11"/>
                  <a:pt x="111" y="12"/>
                </a:cubicBezTo>
                <a:cubicBezTo>
                  <a:pt x="111" y="13"/>
                  <a:pt x="110" y="14"/>
                  <a:pt x="110" y="14"/>
                </a:cubicBezTo>
                <a:cubicBezTo>
                  <a:pt x="109" y="15"/>
                  <a:pt x="108" y="15"/>
                  <a:pt x="107" y="15"/>
                </a:cubicBezTo>
                <a:cubicBezTo>
                  <a:pt x="106" y="15"/>
                  <a:pt x="105" y="15"/>
                  <a:pt x="104" y="14"/>
                </a:cubicBezTo>
                <a:cubicBezTo>
                  <a:pt x="103" y="14"/>
                  <a:pt x="103" y="13"/>
                  <a:pt x="102" y="12"/>
                </a:cubicBezTo>
                <a:cubicBezTo>
                  <a:pt x="102" y="11"/>
                  <a:pt x="102" y="10"/>
                  <a:pt x="102" y="9"/>
                </a:cubicBezTo>
                <a:lnTo>
                  <a:pt x="102" y="0"/>
                </a:lnTo>
                <a:lnTo>
                  <a:pt x="103" y="0"/>
                </a:lnTo>
                <a:lnTo>
                  <a:pt x="103" y="9"/>
                </a:lnTo>
                <a:cubicBezTo>
                  <a:pt x="103" y="10"/>
                  <a:pt x="104" y="11"/>
                  <a:pt x="104" y="11"/>
                </a:cubicBezTo>
                <a:cubicBezTo>
                  <a:pt x="104" y="12"/>
                  <a:pt x="104" y="12"/>
                  <a:pt x="105" y="13"/>
                </a:cubicBezTo>
                <a:cubicBezTo>
                  <a:pt x="105" y="13"/>
                  <a:pt x="106" y="13"/>
                  <a:pt x="107" y="13"/>
                </a:cubicBezTo>
                <a:cubicBezTo>
                  <a:pt x="108" y="13"/>
                  <a:pt x="109" y="13"/>
                  <a:pt x="109" y="12"/>
                </a:cubicBezTo>
                <a:cubicBezTo>
                  <a:pt x="110" y="12"/>
                  <a:pt x="110" y="10"/>
                  <a:pt x="110" y="9"/>
                </a:cubicBezTo>
                <a:lnTo>
                  <a:pt x="110" y="0"/>
                </a:lnTo>
                <a:close/>
              </a:path>
              <a:path w="471" h="15">
                <a:moveTo>
                  <a:pt x="114" y="15"/>
                </a:moveTo>
                <a:lnTo>
                  <a:pt x="114" y="0"/>
                </a:lnTo>
                <a:lnTo>
                  <a:pt x="116" y="0"/>
                </a:lnTo>
                <a:lnTo>
                  <a:pt x="122" y="12"/>
                </a:lnTo>
                <a:lnTo>
                  <a:pt x="122" y="0"/>
                </a:lnTo>
                <a:lnTo>
                  <a:pt x="124" y="0"/>
                </a:lnTo>
                <a:lnTo>
                  <a:pt x="124" y="15"/>
                </a:lnTo>
                <a:lnTo>
                  <a:pt x="122" y="15"/>
                </a:lnTo>
                <a:lnTo>
                  <a:pt x="115" y="3"/>
                </a:lnTo>
                <a:lnTo>
                  <a:pt x="115" y="15"/>
                </a:lnTo>
                <a:lnTo>
                  <a:pt x="114" y="15"/>
                </a:lnTo>
                <a:close/>
              </a:path>
              <a:path w="471" h="15">
                <a:moveTo>
                  <a:pt x="126" y="15"/>
                </a:moveTo>
                <a:lnTo>
                  <a:pt x="126" y="0"/>
                </a:lnTo>
                <a:lnTo>
                  <a:pt x="128" y="0"/>
                </a:lnTo>
                <a:lnTo>
                  <a:pt x="128" y="15"/>
                </a:lnTo>
                <a:lnTo>
                  <a:pt x="126" y="15"/>
                </a:lnTo>
                <a:close/>
              </a:path>
              <a:path w="471" h="15">
                <a:moveTo>
                  <a:pt x="134" y="15"/>
                </a:moveTo>
                <a:lnTo>
                  <a:pt x="129" y="0"/>
                </a:lnTo>
                <a:lnTo>
                  <a:pt x="131" y="0"/>
                </a:lnTo>
                <a:lnTo>
                  <a:pt x="134" y="11"/>
                </a:lnTo>
                <a:cubicBezTo>
                  <a:pt x="134" y="12"/>
                  <a:pt x="135" y="12"/>
                  <a:pt x="135" y="13"/>
                </a:cubicBezTo>
                <a:cubicBezTo>
                  <a:pt x="135" y="12"/>
                  <a:pt x="135" y="12"/>
                  <a:pt x="135" y="11"/>
                </a:cubicBezTo>
                <a:lnTo>
                  <a:pt x="139" y="0"/>
                </a:lnTo>
                <a:lnTo>
                  <a:pt x="141" y="0"/>
                </a:lnTo>
                <a:lnTo>
                  <a:pt x="136" y="15"/>
                </a:lnTo>
                <a:lnTo>
                  <a:pt x="134" y="15"/>
                </a:lnTo>
                <a:close/>
              </a:path>
              <a:path w="471" h="15">
                <a:moveTo>
                  <a:pt x="142" y="15"/>
                </a:moveTo>
                <a:lnTo>
                  <a:pt x="142" y="0"/>
                </a:lnTo>
                <a:lnTo>
                  <a:pt x="151" y="0"/>
                </a:lnTo>
                <a:lnTo>
                  <a:pt x="151" y="2"/>
                </a:lnTo>
                <a:lnTo>
                  <a:pt x="143" y="2"/>
                </a:lnTo>
                <a:lnTo>
                  <a:pt x="143" y="6"/>
                </a:lnTo>
                <a:lnTo>
                  <a:pt x="150" y="6"/>
                </a:lnTo>
                <a:lnTo>
                  <a:pt x="150" y="8"/>
                </a:lnTo>
                <a:lnTo>
                  <a:pt x="143" y="8"/>
                </a:lnTo>
                <a:lnTo>
                  <a:pt x="143" y="13"/>
                </a:lnTo>
                <a:lnTo>
                  <a:pt x="151" y="13"/>
                </a:lnTo>
                <a:lnTo>
                  <a:pt x="151" y="15"/>
                </a:lnTo>
                <a:lnTo>
                  <a:pt x="142" y="15"/>
                </a:lnTo>
                <a:close/>
              </a:path>
              <a:path w="471" h="15">
                <a:moveTo>
                  <a:pt x="153" y="15"/>
                </a:moveTo>
                <a:lnTo>
                  <a:pt x="153" y="0"/>
                </a:lnTo>
                <a:lnTo>
                  <a:pt x="158" y="0"/>
                </a:lnTo>
                <a:cubicBezTo>
                  <a:pt x="159" y="0"/>
                  <a:pt x="160" y="0"/>
                  <a:pt x="161" y="1"/>
                </a:cubicBezTo>
                <a:cubicBezTo>
                  <a:pt x="161" y="1"/>
                  <a:pt x="162" y="1"/>
                  <a:pt x="162" y="2"/>
                </a:cubicBezTo>
                <a:cubicBezTo>
                  <a:pt x="163" y="3"/>
                  <a:pt x="163" y="3"/>
                  <a:pt x="163" y="4"/>
                </a:cubicBezTo>
                <a:cubicBezTo>
                  <a:pt x="163" y="5"/>
                  <a:pt x="162" y="6"/>
                  <a:pt x="162" y="7"/>
                </a:cubicBezTo>
                <a:cubicBezTo>
                  <a:pt x="161" y="7"/>
                  <a:pt x="160" y="8"/>
                  <a:pt x="159" y="8"/>
                </a:cubicBezTo>
                <a:cubicBezTo>
                  <a:pt x="160" y="8"/>
                  <a:pt x="160" y="9"/>
                  <a:pt x="160" y="9"/>
                </a:cubicBezTo>
                <a:cubicBezTo>
                  <a:pt x="161" y="9"/>
                  <a:pt x="161" y="10"/>
                  <a:pt x="162" y="11"/>
                </a:cubicBezTo>
                <a:lnTo>
                  <a:pt x="164" y="15"/>
                </a:lnTo>
                <a:lnTo>
                  <a:pt x="162" y="15"/>
                </a:lnTo>
                <a:lnTo>
                  <a:pt x="160" y="12"/>
                </a:lnTo>
                <a:cubicBezTo>
                  <a:pt x="160" y="11"/>
                  <a:pt x="159" y="10"/>
                  <a:pt x="159" y="10"/>
                </a:cubicBezTo>
                <a:cubicBezTo>
                  <a:pt x="159" y="9"/>
                  <a:pt x="158" y="9"/>
                  <a:pt x="158" y="9"/>
                </a:cubicBezTo>
                <a:cubicBezTo>
                  <a:pt x="158" y="9"/>
                  <a:pt x="158" y="8"/>
                  <a:pt x="157" y="8"/>
                </a:cubicBezTo>
                <a:cubicBezTo>
                  <a:pt x="157" y="8"/>
                  <a:pt x="157" y="8"/>
                  <a:pt x="156" y="8"/>
                </a:cubicBezTo>
                <a:lnTo>
                  <a:pt x="154" y="8"/>
                </a:lnTo>
                <a:lnTo>
                  <a:pt x="154" y="15"/>
                </a:lnTo>
                <a:lnTo>
                  <a:pt x="153" y="15"/>
                </a:lnTo>
                <a:close/>
                <a:moveTo>
                  <a:pt x="154" y="7"/>
                </a:moveTo>
                <a:lnTo>
                  <a:pt x="158" y="7"/>
                </a:lnTo>
                <a:cubicBezTo>
                  <a:pt x="159" y="7"/>
                  <a:pt x="159" y="7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5"/>
                  <a:pt x="161" y="5"/>
                  <a:pt x="161" y="4"/>
                </a:cubicBezTo>
                <a:cubicBezTo>
                  <a:pt x="161" y="4"/>
                  <a:pt x="161" y="3"/>
                  <a:pt x="160" y="3"/>
                </a:cubicBezTo>
                <a:cubicBezTo>
                  <a:pt x="160" y="2"/>
                  <a:pt x="159" y="2"/>
                  <a:pt x="158" y="2"/>
                </a:cubicBezTo>
                <a:lnTo>
                  <a:pt x="154" y="2"/>
                </a:lnTo>
                <a:lnTo>
                  <a:pt x="154" y="7"/>
                </a:lnTo>
                <a:close/>
              </a:path>
              <a:path w="471" h="15">
                <a:moveTo>
                  <a:pt x="164" y="10"/>
                </a:moveTo>
                <a:lnTo>
                  <a:pt x="166" y="10"/>
                </a:lnTo>
                <a:cubicBezTo>
                  <a:pt x="166" y="11"/>
                  <a:pt x="166" y="11"/>
                  <a:pt x="166" y="12"/>
                </a:cubicBezTo>
                <a:cubicBezTo>
                  <a:pt x="167" y="12"/>
                  <a:pt x="167" y="13"/>
                  <a:pt x="168" y="13"/>
                </a:cubicBezTo>
                <a:cubicBezTo>
                  <a:pt x="168" y="13"/>
                  <a:pt x="169" y="13"/>
                  <a:pt x="170" y="13"/>
                </a:cubicBezTo>
                <a:cubicBezTo>
                  <a:pt x="170" y="13"/>
                  <a:pt x="171" y="13"/>
                  <a:pt x="171" y="13"/>
                </a:cubicBezTo>
                <a:cubicBezTo>
                  <a:pt x="172" y="13"/>
                  <a:pt x="172" y="12"/>
                  <a:pt x="172" y="12"/>
                </a:cubicBezTo>
                <a:cubicBezTo>
                  <a:pt x="173" y="12"/>
                  <a:pt x="173" y="11"/>
                  <a:pt x="173" y="11"/>
                </a:cubicBezTo>
                <a:cubicBezTo>
                  <a:pt x="173" y="10"/>
                  <a:pt x="173" y="10"/>
                  <a:pt x="172" y="10"/>
                </a:cubicBezTo>
                <a:cubicBezTo>
                  <a:pt x="172" y="9"/>
                  <a:pt x="172" y="9"/>
                  <a:pt x="171" y="9"/>
                </a:cubicBezTo>
                <a:cubicBezTo>
                  <a:pt x="171" y="9"/>
                  <a:pt x="170" y="8"/>
                  <a:pt x="169" y="8"/>
                </a:cubicBezTo>
                <a:cubicBezTo>
                  <a:pt x="168" y="8"/>
                  <a:pt x="167" y="7"/>
                  <a:pt x="167" y="7"/>
                </a:cubicBezTo>
                <a:cubicBezTo>
                  <a:pt x="166" y="7"/>
                  <a:pt x="166" y="6"/>
                  <a:pt x="165" y="6"/>
                </a:cubicBezTo>
                <a:cubicBezTo>
                  <a:pt x="165" y="5"/>
                  <a:pt x="165" y="5"/>
                  <a:pt x="165" y="4"/>
                </a:cubicBezTo>
                <a:cubicBezTo>
                  <a:pt x="165" y="3"/>
                  <a:pt x="165" y="3"/>
                  <a:pt x="165" y="2"/>
                </a:cubicBezTo>
                <a:cubicBezTo>
                  <a:pt x="166" y="1"/>
                  <a:pt x="166" y="1"/>
                  <a:pt x="167" y="1"/>
                </a:cubicBezTo>
                <a:cubicBezTo>
                  <a:pt x="168" y="0"/>
                  <a:pt x="168" y="0"/>
                  <a:pt x="169" y="0"/>
                </a:cubicBezTo>
                <a:cubicBezTo>
                  <a:pt x="170" y="0"/>
                  <a:pt x="171" y="0"/>
                  <a:pt x="172" y="1"/>
                </a:cubicBezTo>
                <a:cubicBezTo>
                  <a:pt x="172" y="1"/>
                  <a:pt x="173" y="1"/>
                  <a:pt x="173" y="2"/>
                </a:cubicBezTo>
                <a:cubicBezTo>
                  <a:pt x="174" y="3"/>
                  <a:pt x="174" y="3"/>
                  <a:pt x="174" y="4"/>
                </a:cubicBezTo>
                <a:lnTo>
                  <a:pt x="172" y="4"/>
                </a:lnTo>
                <a:cubicBezTo>
                  <a:pt x="172" y="4"/>
                  <a:pt x="172" y="3"/>
                  <a:pt x="171" y="2"/>
                </a:cubicBezTo>
                <a:cubicBezTo>
                  <a:pt x="171" y="2"/>
                  <a:pt x="170" y="2"/>
                  <a:pt x="169" y="2"/>
                </a:cubicBezTo>
                <a:cubicBezTo>
                  <a:pt x="168" y="2"/>
                  <a:pt x="168" y="2"/>
                  <a:pt x="167" y="2"/>
                </a:cubicBezTo>
                <a:cubicBezTo>
                  <a:pt x="167" y="3"/>
                  <a:pt x="166" y="3"/>
                  <a:pt x="166" y="4"/>
                </a:cubicBezTo>
                <a:cubicBezTo>
                  <a:pt x="166" y="4"/>
                  <a:pt x="167" y="5"/>
                  <a:pt x="167" y="5"/>
                </a:cubicBezTo>
                <a:cubicBezTo>
                  <a:pt x="167" y="5"/>
                  <a:pt x="168" y="6"/>
                  <a:pt x="169" y="6"/>
                </a:cubicBezTo>
                <a:cubicBezTo>
                  <a:pt x="171" y="7"/>
                  <a:pt x="172" y="7"/>
                  <a:pt x="172" y="7"/>
                </a:cubicBezTo>
                <a:cubicBezTo>
                  <a:pt x="173" y="7"/>
                  <a:pt x="173" y="8"/>
                  <a:pt x="174" y="9"/>
                </a:cubicBezTo>
                <a:cubicBezTo>
                  <a:pt x="174" y="9"/>
                  <a:pt x="174" y="10"/>
                  <a:pt x="174" y="11"/>
                </a:cubicBezTo>
                <a:cubicBezTo>
                  <a:pt x="174" y="11"/>
                  <a:pt x="174" y="12"/>
                  <a:pt x="174" y="13"/>
                </a:cubicBezTo>
                <a:cubicBezTo>
                  <a:pt x="173" y="13"/>
                  <a:pt x="173" y="14"/>
                  <a:pt x="172" y="14"/>
                </a:cubicBezTo>
                <a:cubicBezTo>
                  <a:pt x="171" y="15"/>
                  <a:pt x="171" y="15"/>
                  <a:pt x="170" y="15"/>
                </a:cubicBezTo>
                <a:cubicBezTo>
                  <a:pt x="169" y="15"/>
                  <a:pt x="168" y="15"/>
                  <a:pt x="167" y="14"/>
                </a:cubicBezTo>
                <a:cubicBezTo>
                  <a:pt x="166" y="14"/>
                  <a:pt x="165" y="13"/>
                  <a:pt x="165" y="13"/>
                </a:cubicBezTo>
                <a:cubicBezTo>
                  <a:pt x="165" y="12"/>
                  <a:pt x="164" y="11"/>
                  <a:pt x="164" y="10"/>
                </a:cubicBezTo>
                <a:close/>
              </a:path>
              <a:path w="471" h="15">
                <a:moveTo>
                  <a:pt x="176" y="15"/>
                </a:moveTo>
                <a:lnTo>
                  <a:pt x="176" y="0"/>
                </a:lnTo>
                <a:lnTo>
                  <a:pt x="178" y="0"/>
                </a:lnTo>
                <a:lnTo>
                  <a:pt x="178" y="15"/>
                </a:lnTo>
                <a:lnTo>
                  <a:pt x="176" y="15"/>
                </a:lnTo>
                <a:close/>
              </a:path>
              <a:path w="471" h="15">
                <a:moveTo>
                  <a:pt x="184" y="15"/>
                </a:moveTo>
                <a:lnTo>
                  <a:pt x="184" y="2"/>
                </a:lnTo>
                <a:lnTo>
                  <a:pt x="179" y="2"/>
                </a:lnTo>
                <a:lnTo>
                  <a:pt x="179" y="0"/>
                </a:lnTo>
                <a:lnTo>
                  <a:pt x="189" y="0"/>
                </a:lnTo>
                <a:lnTo>
                  <a:pt x="189" y="2"/>
                </a:lnTo>
                <a:lnTo>
                  <a:pt x="185" y="2"/>
                </a:lnTo>
                <a:lnTo>
                  <a:pt x="185" y="15"/>
                </a:lnTo>
                <a:lnTo>
                  <a:pt x="184" y="15"/>
                </a:lnTo>
                <a:close/>
              </a:path>
              <a:path w="471" h="15">
                <a:moveTo>
                  <a:pt x="194" y="15"/>
                </a:moveTo>
                <a:lnTo>
                  <a:pt x="194" y="9"/>
                </a:lnTo>
                <a:lnTo>
                  <a:pt x="189" y="0"/>
                </a:lnTo>
                <a:lnTo>
                  <a:pt x="191" y="0"/>
                </a:lnTo>
                <a:lnTo>
                  <a:pt x="194" y="5"/>
                </a:lnTo>
                <a:cubicBezTo>
                  <a:pt x="194" y="5"/>
                  <a:pt x="195" y="6"/>
                  <a:pt x="195" y="7"/>
                </a:cubicBezTo>
                <a:cubicBezTo>
                  <a:pt x="195" y="6"/>
                  <a:pt x="196" y="5"/>
                  <a:pt x="196" y="5"/>
                </a:cubicBezTo>
                <a:lnTo>
                  <a:pt x="199" y="0"/>
                </a:lnTo>
                <a:lnTo>
                  <a:pt x="201" y="0"/>
                </a:lnTo>
                <a:lnTo>
                  <a:pt x="196" y="9"/>
                </a:lnTo>
                <a:lnTo>
                  <a:pt x="196" y="15"/>
                </a:lnTo>
                <a:lnTo>
                  <a:pt x="194" y="15"/>
                </a:lnTo>
                <a:close/>
              </a:path>
              <a:path w="471" h="15">
                <a:moveTo>
                  <a:pt x="206" y="8"/>
                </a:moveTo>
                <a:cubicBezTo>
                  <a:pt x="206" y="5"/>
                  <a:pt x="207" y="3"/>
                  <a:pt x="208" y="2"/>
                </a:cubicBezTo>
                <a:cubicBezTo>
                  <a:pt x="209" y="1"/>
                  <a:pt x="211" y="0"/>
                  <a:pt x="212" y="0"/>
                </a:cubicBezTo>
                <a:cubicBezTo>
                  <a:pt x="213" y="0"/>
                  <a:pt x="214" y="0"/>
                  <a:pt x="215" y="1"/>
                </a:cubicBezTo>
                <a:cubicBezTo>
                  <a:pt x="216" y="2"/>
                  <a:pt x="217" y="3"/>
                  <a:pt x="218" y="4"/>
                </a:cubicBezTo>
                <a:cubicBezTo>
                  <a:pt x="218" y="5"/>
                  <a:pt x="218" y="6"/>
                  <a:pt x="218" y="8"/>
                </a:cubicBezTo>
                <a:cubicBezTo>
                  <a:pt x="218" y="9"/>
                  <a:pt x="218" y="10"/>
                  <a:pt x="217" y="11"/>
                </a:cubicBezTo>
                <a:cubicBezTo>
                  <a:pt x="217" y="13"/>
                  <a:pt x="216" y="13"/>
                  <a:pt x="215" y="14"/>
                </a:cubicBezTo>
                <a:cubicBezTo>
                  <a:pt x="214" y="15"/>
                  <a:pt x="213" y="15"/>
                  <a:pt x="212" y="15"/>
                </a:cubicBezTo>
                <a:cubicBezTo>
                  <a:pt x="211" y="15"/>
                  <a:pt x="210" y="15"/>
                  <a:pt x="209" y="14"/>
                </a:cubicBezTo>
                <a:cubicBezTo>
                  <a:pt x="208" y="13"/>
                  <a:pt x="207" y="12"/>
                  <a:pt x="207" y="11"/>
                </a:cubicBezTo>
                <a:cubicBezTo>
                  <a:pt x="207" y="10"/>
                  <a:pt x="206" y="9"/>
                  <a:pt x="206" y="8"/>
                </a:cubicBezTo>
                <a:close/>
                <a:moveTo>
                  <a:pt x="208" y="8"/>
                </a:moveTo>
                <a:cubicBezTo>
                  <a:pt x="208" y="9"/>
                  <a:pt x="208" y="11"/>
                  <a:pt x="209" y="12"/>
                </a:cubicBezTo>
                <a:cubicBezTo>
                  <a:pt x="210" y="13"/>
                  <a:pt x="211" y="13"/>
                  <a:pt x="212" y="13"/>
                </a:cubicBezTo>
                <a:cubicBezTo>
                  <a:pt x="214" y="13"/>
                  <a:pt x="215" y="13"/>
                  <a:pt x="215" y="12"/>
                </a:cubicBezTo>
                <a:cubicBezTo>
                  <a:pt x="216" y="11"/>
                  <a:pt x="217" y="9"/>
                  <a:pt x="217" y="7"/>
                </a:cubicBezTo>
                <a:cubicBezTo>
                  <a:pt x="217" y="6"/>
                  <a:pt x="216" y="5"/>
                  <a:pt x="216" y="4"/>
                </a:cubicBezTo>
                <a:cubicBezTo>
                  <a:pt x="216" y="4"/>
                  <a:pt x="215" y="3"/>
                  <a:pt x="215" y="2"/>
                </a:cubicBezTo>
                <a:cubicBezTo>
                  <a:pt x="214" y="2"/>
                  <a:pt x="213" y="2"/>
                  <a:pt x="212" y="2"/>
                </a:cubicBezTo>
                <a:cubicBezTo>
                  <a:pt x="211" y="2"/>
                  <a:pt x="210" y="2"/>
                  <a:pt x="209" y="3"/>
                </a:cubicBezTo>
                <a:cubicBezTo>
                  <a:pt x="208" y="4"/>
                  <a:pt x="208" y="6"/>
                  <a:pt x="208" y="8"/>
                </a:cubicBezTo>
                <a:close/>
              </a:path>
              <a:path w="471" h="15">
                <a:moveTo>
                  <a:pt x="220" y="15"/>
                </a:moveTo>
                <a:lnTo>
                  <a:pt x="220" y="0"/>
                </a:lnTo>
                <a:lnTo>
                  <a:pt x="228" y="0"/>
                </a:lnTo>
                <a:lnTo>
                  <a:pt x="228" y="2"/>
                </a:lnTo>
                <a:lnTo>
                  <a:pt x="222" y="2"/>
                </a:lnTo>
                <a:lnTo>
                  <a:pt x="222" y="6"/>
                </a:lnTo>
                <a:lnTo>
                  <a:pt x="228" y="6"/>
                </a:lnTo>
                <a:lnTo>
                  <a:pt x="228" y="8"/>
                </a:lnTo>
                <a:lnTo>
                  <a:pt x="222" y="8"/>
                </a:lnTo>
                <a:lnTo>
                  <a:pt x="222" y="15"/>
                </a:lnTo>
                <a:lnTo>
                  <a:pt x="220" y="15"/>
                </a:lnTo>
                <a:close/>
              </a:path>
              <a:path w="471" h="15">
                <a:moveTo>
                  <a:pt x="235" y="10"/>
                </a:moveTo>
                <a:lnTo>
                  <a:pt x="236" y="10"/>
                </a:lnTo>
                <a:cubicBezTo>
                  <a:pt x="237" y="11"/>
                  <a:pt x="237" y="11"/>
                  <a:pt x="237" y="12"/>
                </a:cubicBezTo>
                <a:cubicBezTo>
                  <a:pt x="237" y="12"/>
                  <a:pt x="238" y="13"/>
                  <a:pt x="238" y="13"/>
                </a:cubicBezTo>
                <a:cubicBezTo>
                  <a:pt x="239" y="13"/>
                  <a:pt x="239" y="13"/>
                  <a:pt x="240" y="13"/>
                </a:cubicBezTo>
                <a:cubicBezTo>
                  <a:pt x="241" y="13"/>
                  <a:pt x="241" y="13"/>
                  <a:pt x="242" y="13"/>
                </a:cubicBezTo>
                <a:cubicBezTo>
                  <a:pt x="242" y="13"/>
                  <a:pt x="243" y="12"/>
                  <a:pt x="243" y="12"/>
                </a:cubicBezTo>
                <a:cubicBezTo>
                  <a:pt x="243" y="12"/>
                  <a:pt x="243" y="11"/>
                  <a:pt x="243" y="11"/>
                </a:cubicBezTo>
                <a:cubicBezTo>
                  <a:pt x="243" y="10"/>
                  <a:pt x="243" y="10"/>
                  <a:pt x="243" y="10"/>
                </a:cubicBezTo>
                <a:cubicBezTo>
                  <a:pt x="243" y="9"/>
                  <a:pt x="242" y="9"/>
                  <a:pt x="242" y="9"/>
                </a:cubicBezTo>
                <a:cubicBezTo>
                  <a:pt x="241" y="9"/>
                  <a:pt x="241" y="8"/>
                  <a:pt x="240" y="8"/>
                </a:cubicBezTo>
                <a:cubicBezTo>
                  <a:pt x="238" y="8"/>
                  <a:pt x="238" y="7"/>
                  <a:pt x="237" y="7"/>
                </a:cubicBezTo>
                <a:cubicBezTo>
                  <a:pt x="237" y="7"/>
                  <a:pt x="236" y="6"/>
                  <a:pt x="236" y="6"/>
                </a:cubicBezTo>
                <a:cubicBezTo>
                  <a:pt x="235" y="5"/>
                  <a:pt x="235" y="5"/>
                  <a:pt x="235" y="4"/>
                </a:cubicBezTo>
                <a:cubicBezTo>
                  <a:pt x="235" y="3"/>
                  <a:pt x="236" y="3"/>
                  <a:pt x="236" y="2"/>
                </a:cubicBezTo>
                <a:cubicBezTo>
                  <a:pt x="236" y="1"/>
                  <a:pt x="237" y="1"/>
                  <a:pt x="237" y="1"/>
                </a:cubicBezTo>
                <a:cubicBezTo>
                  <a:pt x="238" y="0"/>
                  <a:pt x="239" y="0"/>
                  <a:pt x="240" y="0"/>
                </a:cubicBezTo>
                <a:cubicBezTo>
                  <a:pt x="241" y="0"/>
                  <a:pt x="241" y="0"/>
                  <a:pt x="242" y="1"/>
                </a:cubicBezTo>
                <a:cubicBezTo>
                  <a:pt x="243" y="1"/>
                  <a:pt x="243" y="1"/>
                  <a:pt x="244" y="2"/>
                </a:cubicBezTo>
                <a:cubicBezTo>
                  <a:pt x="244" y="3"/>
                  <a:pt x="244" y="3"/>
                  <a:pt x="244" y="4"/>
                </a:cubicBezTo>
                <a:lnTo>
                  <a:pt x="243" y="4"/>
                </a:lnTo>
                <a:cubicBezTo>
                  <a:pt x="243" y="4"/>
                  <a:pt x="242" y="3"/>
                  <a:pt x="242" y="2"/>
                </a:cubicBezTo>
                <a:cubicBezTo>
                  <a:pt x="242" y="2"/>
                  <a:pt x="241" y="2"/>
                  <a:pt x="240" y="2"/>
                </a:cubicBezTo>
                <a:cubicBezTo>
                  <a:pt x="239" y="2"/>
                  <a:pt x="238" y="2"/>
                  <a:pt x="238" y="2"/>
                </a:cubicBezTo>
                <a:cubicBezTo>
                  <a:pt x="237" y="3"/>
                  <a:pt x="237" y="3"/>
                  <a:pt x="237" y="4"/>
                </a:cubicBezTo>
                <a:cubicBezTo>
                  <a:pt x="237" y="4"/>
                  <a:pt x="237" y="5"/>
                  <a:pt x="237" y="5"/>
                </a:cubicBezTo>
                <a:cubicBezTo>
                  <a:pt x="238" y="5"/>
                  <a:pt x="239" y="6"/>
                  <a:pt x="240" y="6"/>
                </a:cubicBezTo>
                <a:cubicBezTo>
                  <a:pt x="241" y="7"/>
                  <a:pt x="242" y="7"/>
                  <a:pt x="243" y="7"/>
                </a:cubicBezTo>
                <a:cubicBezTo>
                  <a:pt x="243" y="7"/>
                  <a:pt x="244" y="8"/>
                  <a:pt x="244" y="9"/>
                </a:cubicBezTo>
                <a:cubicBezTo>
                  <a:pt x="245" y="9"/>
                  <a:pt x="245" y="10"/>
                  <a:pt x="245" y="11"/>
                </a:cubicBezTo>
                <a:cubicBezTo>
                  <a:pt x="245" y="11"/>
                  <a:pt x="245" y="12"/>
                  <a:pt x="244" y="13"/>
                </a:cubicBezTo>
                <a:cubicBezTo>
                  <a:pt x="244" y="13"/>
                  <a:pt x="243" y="14"/>
                  <a:pt x="243" y="14"/>
                </a:cubicBezTo>
                <a:cubicBezTo>
                  <a:pt x="242" y="15"/>
                  <a:pt x="241" y="15"/>
                  <a:pt x="240" y="15"/>
                </a:cubicBezTo>
                <a:cubicBezTo>
                  <a:pt x="239" y="15"/>
                  <a:pt x="238" y="15"/>
                  <a:pt x="237" y="14"/>
                </a:cubicBezTo>
                <a:cubicBezTo>
                  <a:pt x="237" y="14"/>
                  <a:pt x="236" y="13"/>
                  <a:pt x="236" y="13"/>
                </a:cubicBezTo>
                <a:cubicBezTo>
                  <a:pt x="235" y="12"/>
                  <a:pt x="235" y="11"/>
                  <a:pt x="235" y="10"/>
                </a:cubicBezTo>
                <a:close/>
              </a:path>
              <a:path w="471" h="15">
                <a:moveTo>
                  <a:pt x="256" y="10"/>
                </a:moveTo>
                <a:lnTo>
                  <a:pt x="257" y="10"/>
                </a:lnTo>
                <a:cubicBezTo>
                  <a:pt x="257" y="12"/>
                  <a:pt x="256" y="13"/>
                  <a:pt x="255" y="14"/>
                </a:cubicBezTo>
                <a:cubicBezTo>
                  <a:pt x="254" y="15"/>
                  <a:pt x="253" y="15"/>
                  <a:pt x="252" y="15"/>
                </a:cubicBezTo>
                <a:cubicBezTo>
                  <a:pt x="251" y="15"/>
                  <a:pt x="250" y="15"/>
                  <a:pt x="249" y="14"/>
                </a:cubicBezTo>
                <a:cubicBezTo>
                  <a:pt x="248" y="13"/>
                  <a:pt x="247" y="12"/>
                  <a:pt x="247" y="11"/>
                </a:cubicBezTo>
                <a:cubicBezTo>
                  <a:pt x="246" y="10"/>
                  <a:pt x="246" y="9"/>
                  <a:pt x="246" y="7"/>
                </a:cubicBezTo>
                <a:cubicBezTo>
                  <a:pt x="246" y="6"/>
                  <a:pt x="246" y="5"/>
                  <a:pt x="247" y="3"/>
                </a:cubicBezTo>
                <a:cubicBezTo>
                  <a:pt x="247" y="2"/>
                  <a:pt x="248" y="1"/>
                  <a:pt x="249" y="1"/>
                </a:cubicBezTo>
                <a:cubicBezTo>
                  <a:pt x="250" y="0"/>
                  <a:pt x="251" y="0"/>
                  <a:pt x="252" y="0"/>
                </a:cubicBezTo>
                <a:cubicBezTo>
                  <a:pt x="253" y="0"/>
                  <a:pt x="254" y="0"/>
                  <a:pt x="255" y="1"/>
                </a:cubicBezTo>
                <a:cubicBezTo>
                  <a:pt x="256" y="2"/>
                  <a:pt x="257" y="3"/>
                  <a:pt x="257" y="4"/>
                </a:cubicBezTo>
                <a:lnTo>
                  <a:pt x="255" y="5"/>
                </a:lnTo>
                <a:cubicBezTo>
                  <a:pt x="255" y="4"/>
                  <a:pt x="255" y="3"/>
                  <a:pt x="254" y="2"/>
                </a:cubicBezTo>
                <a:cubicBezTo>
                  <a:pt x="254" y="2"/>
                  <a:pt x="253" y="2"/>
                  <a:pt x="252" y="2"/>
                </a:cubicBezTo>
                <a:cubicBezTo>
                  <a:pt x="251" y="2"/>
                  <a:pt x="250" y="2"/>
                  <a:pt x="250" y="2"/>
                </a:cubicBezTo>
                <a:cubicBezTo>
                  <a:pt x="249" y="3"/>
                  <a:pt x="248" y="4"/>
                  <a:pt x="248" y="5"/>
                </a:cubicBezTo>
                <a:cubicBezTo>
                  <a:pt x="248" y="5"/>
                  <a:pt x="248" y="6"/>
                  <a:pt x="248" y="7"/>
                </a:cubicBezTo>
                <a:cubicBezTo>
                  <a:pt x="248" y="9"/>
                  <a:pt x="248" y="10"/>
                  <a:pt x="248" y="11"/>
                </a:cubicBezTo>
                <a:cubicBezTo>
                  <a:pt x="249" y="11"/>
                  <a:pt x="249" y="12"/>
                  <a:pt x="250" y="13"/>
                </a:cubicBezTo>
                <a:cubicBezTo>
                  <a:pt x="250" y="13"/>
                  <a:pt x="251" y="13"/>
                  <a:pt x="252" y="13"/>
                </a:cubicBezTo>
                <a:cubicBezTo>
                  <a:pt x="253" y="13"/>
                  <a:pt x="254" y="13"/>
                  <a:pt x="254" y="12"/>
                </a:cubicBezTo>
                <a:cubicBezTo>
                  <a:pt x="255" y="12"/>
                  <a:pt x="255" y="11"/>
                  <a:pt x="256" y="10"/>
                </a:cubicBezTo>
                <a:close/>
              </a:path>
              <a:path w="471" h="15">
                <a:moveTo>
                  <a:pt x="259" y="15"/>
                </a:moveTo>
                <a:lnTo>
                  <a:pt x="259" y="0"/>
                </a:lnTo>
                <a:lnTo>
                  <a:pt x="261" y="0"/>
                </a:lnTo>
                <a:lnTo>
                  <a:pt x="261" y="15"/>
                </a:lnTo>
                <a:lnTo>
                  <a:pt x="259" y="15"/>
                </a:lnTo>
                <a:close/>
              </a:path>
              <a:path w="471" h="15">
                <a:moveTo>
                  <a:pt x="263" y="15"/>
                </a:moveTo>
                <a:lnTo>
                  <a:pt x="263" y="0"/>
                </a:lnTo>
                <a:lnTo>
                  <a:pt x="272" y="0"/>
                </a:lnTo>
                <a:lnTo>
                  <a:pt x="272" y="2"/>
                </a:lnTo>
                <a:lnTo>
                  <a:pt x="265" y="2"/>
                </a:lnTo>
                <a:lnTo>
                  <a:pt x="265" y="6"/>
                </a:lnTo>
                <a:lnTo>
                  <a:pt x="272" y="6"/>
                </a:lnTo>
                <a:lnTo>
                  <a:pt x="272" y="8"/>
                </a:lnTo>
                <a:lnTo>
                  <a:pt x="265" y="8"/>
                </a:lnTo>
                <a:lnTo>
                  <a:pt x="265" y="13"/>
                </a:lnTo>
                <a:lnTo>
                  <a:pt x="272" y="13"/>
                </a:lnTo>
                <a:lnTo>
                  <a:pt x="272" y="15"/>
                </a:lnTo>
                <a:lnTo>
                  <a:pt x="263" y="15"/>
                </a:lnTo>
                <a:close/>
              </a:path>
              <a:path w="471" h="15">
                <a:moveTo>
                  <a:pt x="274" y="15"/>
                </a:moveTo>
                <a:lnTo>
                  <a:pt x="274" y="0"/>
                </a:lnTo>
                <a:lnTo>
                  <a:pt x="276" y="0"/>
                </a:lnTo>
                <a:lnTo>
                  <a:pt x="283" y="12"/>
                </a:lnTo>
                <a:lnTo>
                  <a:pt x="283" y="0"/>
                </a:lnTo>
                <a:lnTo>
                  <a:pt x="284" y="0"/>
                </a:lnTo>
                <a:lnTo>
                  <a:pt x="284" y="15"/>
                </a:lnTo>
                <a:lnTo>
                  <a:pt x="282" y="15"/>
                </a:lnTo>
                <a:lnTo>
                  <a:pt x="276" y="3"/>
                </a:lnTo>
                <a:lnTo>
                  <a:pt x="276" y="15"/>
                </a:lnTo>
                <a:lnTo>
                  <a:pt x="274" y="15"/>
                </a:lnTo>
                <a:close/>
              </a:path>
              <a:path w="471" h="15">
                <a:moveTo>
                  <a:pt x="295" y="10"/>
                </a:moveTo>
                <a:lnTo>
                  <a:pt x="297" y="10"/>
                </a:lnTo>
                <a:cubicBezTo>
                  <a:pt x="297" y="12"/>
                  <a:pt x="296" y="13"/>
                  <a:pt x="295" y="14"/>
                </a:cubicBezTo>
                <a:cubicBezTo>
                  <a:pt x="294" y="15"/>
                  <a:pt x="293" y="15"/>
                  <a:pt x="292" y="15"/>
                </a:cubicBezTo>
                <a:cubicBezTo>
                  <a:pt x="290" y="15"/>
                  <a:pt x="289" y="15"/>
                  <a:pt x="289" y="14"/>
                </a:cubicBezTo>
                <a:cubicBezTo>
                  <a:pt x="288" y="13"/>
                  <a:pt x="287" y="12"/>
                  <a:pt x="287" y="11"/>
                </a:cubicBezTo>
                <a:cubicBezTo>
                  <a:pt x="286" y="10"/>
                  <a:pt x="286" y="9"/>
                  <a:pt x="286" y="7"/>
                </a:cubicBezTo>
                <a:cubicBezTo>
                  <a:pt x="286" y="6"/>
                  <a:pt x="286" y="5"/>
                  <a:pt x="287" y="3"/>
                </a:cubicBezTo>
                <a:cubicBezTo>
                  <a:pt x="287" y="2"/>
                  <a:pt x="288" y="1"/>
                  <a:pt x="289" y="1"/>
                </a:cubicBezTo>
                <a:cubicBezTo>
                  <a:pt x="290" y="0"/>
                  <a:pt x="291" y="0"/>
                  <a:pt x="292" y="0"/>
                </a:cubicBezTo>
                <a:cubicBezTo>
                  <a:pt x="293" y="0"/>
                  <a:pt x="294" y="0"/>
                  <a:pt x="295" y="1"/>
                </a:cubicBezTo>
                <a:cubicBezTo>
                  <a:pt x="296" y="2"/>
                  <a:pt x="296" y="3"/>
                  <a:pt x="297" y="4"/>
                </a:cubicBezTo>
                <a:lnTo>
                  <a:pt x="295" y="5"/>
                </a:lnTo>
                <a:cubicBezTo>
                  <a:pt x="295" y="4"/>
                  <a:pt x="294" y="3"/>
                  <a:pt x="294" y="2"/>
                </a:cubicBezTo>
                <a:cubicBezTo>
                  <a:pt x="293" y="2"/>
                  <a:pt x="293" y="2"/>
                  <a:pt x="292" y="2"/>
                </a:cubicBezTo>
                <a:cubicBezTo>
                  <a:pt x="291" y="2"/>
                  <a:pt x="290" y="2"/>
                  <a:pt x="289" y="2"/>
                </a:cubicBezTo>
                <a:cubicBezTo>
                  <a:pt x="289" y="3"/>
                  <a:pt x="288" y="4"/>
                  <a:pt x="288" y="5"/>
                </a:cubicBezTo>
                <a:cubicBezTo>
                  <a:pt x="288" y="5"/>
                  <a:pt x="288" y="6"/>
                  <a:pt x="288" y="7"/>
                </a:cubicBezTo>
                <a:cubicBezTo>
                  <a:pt x="288" y="9"/>
                  <a:pt x="288" y="10"/>
                  <a:pt x="288" y="11"/>
                </a:cubicBezTo>
                <a:cubicBezTo>
                  <a:pt x="288" y="11"/>
                  <a:pt x="289" y="12"/>
                  <a:pt x="290" y="13"/>
                </a:cubicBezTo>
                <a:cubicBezTo>
                  <a:pt x="290" y="13"/>
                  <a:pt x="291" y="13"/>
                  <a:pt x="292" y="13"/>
                </a:cubicBezTo>
                <a:cubicBezTo>
                  <a:pt x="293" y="13"/>
                  <a:pt x="293" y="13"/>
                  <a:pt x="294" y="12"/>
                </a:cubicBezTo>
                <a:cubicBezTo>
                  <a:pt x="295" y="12"/>
                  <a:pt x="295" y="11"/>
                  <a:pt x="295" y="10"/>
                </a:cubicBezTo>
                <a:close/>
              </a:path>
              <a:path w="471" h="15">
                <a:moveTo>
                  <a:pt x="299" y="15"/>
                </a:moveTo>
                <a:lnTo>
                  <a:pt x="299" y="0"/>
                </a:lnTo>
                <a:lnTo>
                  <a:pt x="308" y="0"/>
                </a:lnTo>
                <a:lnTo>
                  <a:pt x="308" y="2"/>
                </a:lnTo>
                <a:lnTo>
                  <a:pt x="300" y="2"/>
                </a:lnTo>
                <a:lnTo>
                  <a:pt x="300" y="6"/>
                </a:lnTo>
                <a:lnTo>
                  <a:pt x="307" y="6"/>
                </a:lnTo>
                <a:lnTo>
                  <a:pt x="307" y="8"/>
                </a:lnTo>
                <a:lnTo>
                  <a:pt x="300" y="8"/>
                </a:lnTo>
                <a:lnTo>
                  <a:pt x="300" y="13"/>
                </a:lnTo>
                <a:lnTo>
                  <a:pt x="308" y="13"/>
                </a:lnTo>
                <a:lnTo>
                  <a:pt x="308" y="15"/>
                </a:lnTo>
                <a:lnTo>
                  <a:pt x="299" y="15"/>
                </a:lnTo>
                <a:close/>
              </a:path>
              <a:path w="471" h="15">
                <a:moveTo>
                  <a:pt x="313" y="15"/>
                </a:moveTo>
                <a:lnTo>
                  <a:pt x="318" y="0"/>
                </a:lnTo>
                <a:lnTo>
                  <a:pt x="319" y="0"/>
                </a:lnTo>
                <a:lnTo>
                  <a:pt x="324" y="15"/>
                </a:lnTo>
                <a:lnTo>
                  <a:pt x="323" y="15"/>
                </a:lnTo>
                <a:lnTo>
                  <a:pt x="321" y="10"/>
                </a:lnTo>
                <a:lnTo>
                  <a:pt x="316" y="10"/>
                </a:lnTo>
                <a:lnTo>
                  <a:pt x="314" y="15"/>
                </a:lnTo>
                <a:lnTo>
                  <a:pt x="313" y="15"/>
                </a:lnTo>
                <a:close/>
                <a:moveTo>
                  <a:pt x="316" y="9"/>
                </a:moveTo>
                <a:lnTo>
                  <a:pt x="321" y="9"/>
                </a:lnTo>
                <a:lnTo>
                  <a:pt x="319" y="5"/>
                </a:lnTo>
                <a:cubicBezTo>
                  <a:pt x="319" y="4"/>
                  <a:pt x="319" y="3"/>
                  <a:pt x="318" y="2"/>
                </a:cubicBezTo>
                <a:cubicBezTo>
                  <a:pt x="318" y="3"/>
                  <a:pt x="318" y="4"/>
                  <a:pt x="318" y="5"/>
                </a:cubicBezTo>
                <a:lnTo>
                  <a:pt x="316" y="9"/>
                </a:lnTo>
                <a:close/>
              </a:path>
              <a:path w="471" h="15">
                <a:moveTo>
                  <a:pt x="325" y="15"/>
                </a:moveTo>
                <a:lnTo>
                  <a:pt x="325" y="0"/>
                </a:lnTo>
                <a:lnTo>
                  <a:pt x="327" y="0"/>
                </a:lnTo>
                <a:lnTo>
                  <a:pt x="334" y="12"/>
                </a:lnTo>
                <a:lnTo>
                  <a:pt x="334" y="0"/>
                </a:lnTo>
                <a:lnTo>
                  <a:pt x="335" y="0"/>
                </a:lnTo>
                <a:lnTo>
                  <a:pt x="335" y="15"/>
                </a:lnTo>
                <a:lnTo>
                  <a:pt x="333" y="15"/>
                </a:lnTo>
                <a:lnTo>
                  <a:pt x="327" y="3"/>
                </a:lnTo>
                <a:lnTo>
                  <a:pt x="327" y="15"/>
                </a:lnTo>
                <a:lnTo>
                  <a:pt x="325" y="15"/>
                </a:lnTo>
                <a:close/>
              </a:path>
              <a:path w="471" h="15">
                <a:moveTo>
                  <a:pt x="337" y="15"/>
                </a:moveTo>
                <a:lnTo>
                  <a:pt x="337" y="0"/>
                </a:lnTo>
                <a:lnTo>
                  <a:pt x="342" y="0"/>
                </a:lnTo>
                <a:cubicBezTo>
                  <a:pt x="343" y="0"/>
                  <a:pt x="343" y="0"/>
                  <a:pt x="344" y="0"/>
                </a:cubicBezTo>
                <a:cubicBezTo>
                  <a:pt x="345" y="1"/>
                  <a:pt x="345" y="1"/>
                  <a:pt x="346" y="2"/>
                </a:cubicBezTo>
                <a:cubicBezTo>
                  <a:pt x="346" y="2"/>
                  <a:pt x="347" y="3"/>
                  <a:pt x="347" y="4"/>
                </a:cubicBezTo>
                <a:cubicBezTo>
                  <a:pt x="348" y="5"/>
                  <a:pt x="348" y="6"/>
                  <a:pt x="348" y="7"/>
                </a:cubicBezTo>
                <a:cubicBezTo>
                  <a:pt x="348" y="8"/>
                  <a:pt x="348" y="9"/>
                  <a:pt x="347" y="10"/>
                </a:cubicBezTo>
                <a:cubicBezTo>
                  <a:pt x="347" y="11"/>
                  <a:pt x="347" y="12"/>
                  <a:pt x="347" y="12"/>
                </a:cubicBezTo>
                <a:cubicBezTo>
                  <a:pt x="346" y="13"/>
                  <a:pt x="346" y="13"/>
                  <a:pt x="345" y="14"/>
                </a:cubicBezTo>
                <a:cubicBezTo>
                  <a:pt x="345" y="14"/>
                  <a:pt x="344" y="14"/>
                  <a:pt x="344" y="14"/>
                </a:cubicBezTo>
                <a:cubicBezTo>
                  <a:pt x="343" y="15"/>
                  <a:pt x="343" y="15"/>
                  <a:pt x="342" y="15"/>
                </a:cubicBezTo>
                <a:lnTo>
                  <a:pt x="337" y="15"/>
                </a:lnTo>
                <a:close/>
                <a:moveTo>
                  <a:pt x="339" y="13"/>
                </a:moveTo>
                <a:lnTo>
                  <a:pt x="342" y="13"/>
                </a:lnTo>
                <a:cubicBezTo>
                  <a:pt x="343" y="13"/>
                  <a:pt x="343" y="13"/>
                  <a:pt x="344" y="13"/>
                </a:cubicBezTo>
                <a:cubicBezTo>
                  <a:pt x="344" y="13"/>
                  <a:pt x="345" y="12"/>
                  <a:pt x="345" y="12"/>
                </a:cubicBezTo>
                <a:cubicBezTo>
                  <a:pt x="345" y="12"/>
                  <a:pt x="345" y="11"/>
                  <a:pt x="346" y="10"/>
                </a:cubicBezTo>
                <a:cubicBezTo>
                  <a:pt x="346" y="9"/>
                  <a:pt x="346" y="8"/>
                  <a:pt x="346" y="7"/>
                </a:cubicBezTo>
                <a:cubicBezTo>
                  <a:pt x="346" y="6"/>
                  <a:pt x="346" y="5"/>
                  <a:pt x="345" y="4"/>
                </a:cubicBezTo>
                <a:cubicBezTo>
                  <a:pt x="345" y="3"/>
                  <a:pt x="344" y="3"/>
                  <a:pt x="344" y="2"/>
                </a:cubicBezTo>
                <a:cubicBezTo>
                  <a:pt x="343" y="2"/>
                  <a:pt x="343" y="2"/>
                  <a:pt x="342" y="2"/>
                </a:cubicBezTo>
                <a:lnTo>
                  <a:pt x="339" y="2"/>
                </a:lnTo>
                <a:lnTo>
                  <a:pt x="339" y="13"/>
                </a:lnTo>
                <a:close/>
              </a:path>
              <a:path w="471" h="15">
                <a:moveTo>
                  <a:pt x="358" y="15"/>
                </a:moveTo>
                <a:lnTo>
                  <a:pt x="358" y="2"/>
                </a:lnTo>
                <a:lnTo>
                  <a:pt x="354" y="2"/>
                </a:lnTo>
                <a:lnTo>
                  <a:pt x="354" y="0"/>
                </a:lnTo>
                <a:lnTo>
                  <a:pt x="364" y="0"/>
                </a:lnTo>
                <a:lnTo>
                  <a:pt x="364" y="2"/>
                </a:lnTo>
                <a:lnTo>
                  <a:pt x="359" y="2"/>
                </a:lnTo>
                <a:lnTo>
                  <a:pt x="359" y="15"/>
                </a:lnTo>
                <a:lnTo>
                  <a:pt x="358" y="15"/>
                </a:lnTo>
                <a:close/>
              </a:path>
              <a:path w="471" h="15">
                <a:moveTo>
                  <a:pt x="365" y="15"/>
                </a:moveTo>
                <a:lnTo>
                  <a:pt x="365" y="0"/>
                </a:lnTo>
                <a:lnTo>
                  <a:pt x="374" y="0"/>
                </a:lnTo>
                <a:lnTo>
                  <a:pt x="374" y="2"/>
                </a:lnTo>
                <a:lnTo>
                  <a:pt x="366" y="2"/>
                </a:lnTo>
                <a:lnTo>
                  <a:pt x="366" y="6"/>
                </a:lnTo>
                <a:lnTo>
                  <a:pt x="373" y="6"/>
                </a:lnTo>
                <a:lnTo>
                  <a:pt x="373" y="8"/>
                </a:lnTo>
                <a:lnTo>
                  <a:pt x="366" y="8"/>
                </a:lnTo>
                <a:lnTo>
                  <a:pt x="366" y="13"/>
                </a:lnTo>
                <a:lnTo>
                  <a:pt x="374" y="13"/>
                </a:lnTo>
                <a:lnTo>
                  <a:pt x="374" y="15"/>
                </a:lnTo>
                <a:lnTo>
                  <a:pt x="365" y="15"/>
                </a:lnTo>
                <a:close/>
              </a:path>
              <a:path w="471" h="15">
                <a:moveTo>
                  <a:pt x="385" y="10"/>
                </a:moveTo>
                <a:lnTo>
                  <a:pt x="386" y="10"/>
                </a:lnTo>
                <a:cubicBezTo>
                  <a:pt x="386" y="12"/>
                  <a:pt x="386" y="13"/>
                  <a:pt x="385" y="14"/>
                </a:cubicBezTo>
                <a:cubicBezTo>
                  <a:pt x="384" y="15"/>
                  <a:pt x="383" y="15"/>
                  <a:pt x="381" y="15"/>
                </a:cubicBezTo>
                <a:cubicBezTo>
                  <a:pt x="380" y="15"/>
                  <a:pt x="379" y="15"/>
                  <a:pt x="378" y="14"/>
                </a:cubicBezTo>
                <a:cubicBezTo>
                  <a:pt x="377" y="13"/>
                  <a:pt x="377" y="12"/>
                  <a:pt x="376" y="11"/>
                </a:cubicBezTo>
                <a:cubicBezTo>
                  <a:pt x="376" y="10"/>
                  <a:pt x="375" y="9"/>
                  <a:pt x="375" y="7"/>
                </a:cubicBezTo>
                <a:cubicBezTo>
                  <a:pt x="375" y="6"/>
                  <a:pt x="376" y="5"/>
                  <a:pt x="376" y="3"/>
                </a:cubicBezTo>
                <a:cubicBezTo>
                  <a:pt x="377" y="2"/>
                  <a:pt x="377" y="1"/>
                  <a:pt x="378" y="1"/>
                </a:cubicBezTo>
                <a:cubicBezTo>
                  <a:pt x="379" y="0"/>
                  <a:pt x="380" y="0"/>
                  <a:pt x="381" y="0"/>
                </a:cubicBezTo>
                <a:cubicBezTo>
                  <a:pt x="383" y="0"/>
                  <a:pt x="384" y="0"/>
                  <a:pt x="384" y="1"/>
                </a:cubicBezTo>
                <a:cubicBezTo>
                  <a:pt x="385" y="2"/>
                  <a:pt x="386" y="3"/>
                  <a:pt x="386" y="4"/>
                </a:cubicBezTo>
                <a:lnTo>
                  <a:pt x="385" y="5"/>
                </a:lnTo>
                <a:cubicBezTo>
                  <a:pt x="384" y="4"/>
                  <a:pt x="384" y="3"/>
                  <a:pt x="383" y="2"/>
                </a:cubicBezTo>
                <a:cubicBezTo>
                  <a:pt x="383" y="2"/>
                  <a:pt x="382" y="2"/>
                  <a:pt x="381" y="2"/>
                </a:cubicBezTo>
                <a:cubicBezTo>
                  <a:pt x="380" y="2"/>
                  <a:pt x="380" y="2"/>
                  <a:pt x="379" y="2"/>
                </a:cubicBezTo>
                <a:cubicBezTo>
                  <a:pt x="378" y="3"/>
                  <a:pt x="378" y="4"/>
                  <a:pt x="378" y="5"/>
                </a:cubicBezTo>
                <a:cubicBezTo>
                  <a:pt x="377" y="5"/>
                  <a:pt x="377" y="6"/>
                  <a:pt x="377" y="7"/>
                </a:cubicBezTo>
                <a:cubicBezTo>
                  <a:pt x="377" y="9"/>
                  <a:pt x="377" y="10"/>
                  <a:pt x="378" y="11"/>
                </a:cubicBezTo>
                <a:cubicBezTo>
                  <a:pt x="378" y="11"/>
                  <a:pt x="378" y="12"/>
                  <a:pt x="379" y="13"/>
                </a:cubicBezTo>
                <a:cubicBezTo>
                  <a:pt x="380" y="13"/>
                  <a:pt x="380" y="13"/>
                  <a:pt x="381" y="13"/>
                </a:cubicBezTo>
                <a:cubicBezTo>
                  <a:pt x="382" y="13"/>
                  <a:pt x="383" y="13"/>
                  <a:pt x="384" y="12"/>
                </a:cubicBezTo>
                <a:cubicBezTo>
                  <a:pt x="384" y="12"/>
                  <a:pt x="385" y="11"/>
                  <a:pt x="385" y="10"/>
                </a:cubicBezTo>
                <a:close/>
              </a:path>
              <a:path w="471" h="15">
                <a:moveTo>
                  <a:pt x="388" y="15"/>
                </a:moveTo>
                <a:lnTo>
                  <a:pt x="388" y="0"/>
                </a:lnTo>
                <a:lnTo>
                  <a:pt x="390" y="0"/>
                </a:lnTo>
                <a:lnTo>
                  <a:pt x="390" y="6"/>
                </a:lnTo>
                <a:lnTo>
                  <a:pt x="396" y="6"/>
                </a:lnTo>
                <a:lnTo>
                  <a:pt x="396" y="0"/>
                </a:lnTo>
                <a:lnTo>
                  <a:pt x="398" y="0"/>
                </a:lnTo>
                <a:lnTo>
                  <a:pt x="398" y="15"/>
                </a:lnTo>
                <a:lnTo>
                  <a:pt x="396" y="15"/>
                </a:lnTo>
                <a:lnTo>
                  <a:pt x="396" y="8"/>
                </a:lnTo>
                <a:lnTo>
                  <a:pt x="390" y="8"/>
                </a:lnTo>
                <a:lnTo>
                  <a:pt x="390" y="15"/>
                </a:lnTo>
                <a:lnTo>
                  <a:pt x="388" y="15"/>
                </a:lnTo>
                <a:close/>
              </a:path>
              <a:path w="471" h="15">
                <a:moveTo>
                  <a:pt x="400" y="15"/>
                </a:moveTo>
                <a:lnTo>
                  <a:pt x="400" y="0"/>
                </a:lnTo>
                <a:lnTo>
                  <a:pt x="402" y="0"/>
                </a:lnTo>
                <a:lnTo>
                  <a:pt x="408" y="12"/>
                </a:lnTo>
                <a:lnTo>
                  <a:pt x="408" y="0"/>
                </a:lnTo>
                <a:lnTo>
                  <a:pt x="410" y="0"/>
                </a:lnTo>
                <a:lnTo>
                  <a:pt x="410" y="15"/>
                </a:lnTo>
                <a:lnTo>
                  <a:pt x="408" y="15"/>
                </a:lnTo>
                <a:lnTo>
                  <a:pt x="402" y="3"/>
                </a:lnTo>
                <a:lnTo>
                  <a:pt x="402" y="15"/>
                </a:lnTo>
                <a:lnTo>
                  <a:pt x="400" y="15"/>
                </a:lnTo>
                <a:close/>
              </a:path>
              <a:path w="471" h="15">
                <a:moveTo>
                  <a:pt x="412" y="8"/>
                </a:moveTo>
                <a:cubicBezTo>
                  <a:pt x="412" y="5"/>
                  <a:pt x="412" y="3"/>
                  <a:pt x="413" y="2"/>
                </a:cubicBezTo>
                <a:cubicBezTo>
                  <a:pt x="415" y="1"/>
                  <a:pt x="416" y="0"/>
                  <a:pt x="418" y="0"/>
                </a:cubicBezTo>
                <a:cubicBezTo>
                  <a:pt x="419" y="0"/>
                  <a:pt x="420" y="0"/>
                  <a:pt x="421" y="1"/>
                </a:cubicBezTo>
                <a:cubicBezTo>
                  <a:pt x="422" y="2"/>
                  <a:pt x="423" y="3"/>
                  <a:pt x="423" y="4"/>
                </a:cubicBezTo>
                <a:cubicBezTo>
                  <a:pt x="424" y="5"/>
                  <a:pt x="424" y="6"/>
                  <a:pt x="424" y="8"/>
                </a:cubicBezTo>
                <a:cubicBezTo>
                  <a:pt x="424" y="9"/>
                  <a:pt x="424" y="10"/>
                  <a:pt x="423" y="11"/>
                </a:cubicBezTo>
                <a:cubicBezTo>
                  <a:pt x="422" y="13"/>
                  <a:pt x="422" y="13"/>
                  <a:pt x="421" y="14"/>
                </a:cubicBezTo>
                <a:cubicBezTo>
                  <a:pt x="420" y="15"/>
                  <a:pt x="419" y="15"/>
                  <a:pt x="418" y="15"/>
                </a:cubicBezTo>
                <a:cubicBezTo>
                  <a:pt x="417" y="15"/>
                  <a:pt x="416" y="15"/>
                  <a:pt x="415" y="14"/>
                </a:cubicBezTo>
                <a:cubicBezTo>
                  <a:pt x="414" y="13"/>
                  <a:pt x="413" y="12"/>
                  <a:pt x="413" y="11"/>
                </a:cubicBezTo>
                <a:cubicBezTo>
                  <a:pt x="412" y="10"/>
                  <a:pt x="412" y="9"/>
                  <a:pt x="412" y="8"/>
                </a:cubicBezTo>
                <a:close/>
                <a:moveTo>
                  <a:pt x="414" y="8"/>
                </a:moveTo>
                <a:cubicBezTo>
                  <a:pt x="414" y="9"/>
                  <a:pt x="414" y="11"/>
                  <a:pt x="415" y="12"/>
                </a:cubicBezTo>
                <a:cubicBezTo>
                  <a:pt x="416" y="13"/>
                  <a:pt x="417" y="13"/>
                  <a:pt x="418" y="13"/>
                </a:cubicBezTo>
                <a:cubicBezTo>
                  <a:pt x="419" y="13"/>
                  <a:pt x="420" y="13"/>
                  <a:pt x="421" y="12"/>
                </a:cubicBezTo>
                <a:cubicBezTo>
                  <a:pt x="422" y="11"/>
                  <a:pt x="422" y="9"/>
                  <a:pt x="422" y="7"/>
                </a:cubicBezTo>
                <a:cubicBezTo>
                  <a:pt x="422" y="6"/>
                  <a:pt x="422" y="5"/>
                  <a:pt x="422" y="4"/>
                </a:cubicBezTo>
                <a:cubicBezTo>
                  <a:pt x="421" y="4"/>
                  <a:pt x="421" y="3"/>
                  <a:pt x="420" y="2"/>
                </a:cubicBezTo>
                <a:cubicBezTo>
                  <a:pt x="419" y="2"/>
                  <a:pt x="419" y="2"/>
                  <a:pt x="418" y="2"/>
                </a:cubicBezTo>
                <a:cubicBezTo>
                  <a:pt x="417" y="2"/>
                  <a:pt x="416" y="2"/>
                  <a:pt x="415" y="3"/>
                </a:cubicBezTo>
                <a:cubicBezTo>
                  <a:pt x="414" y="4"/>
                  <a:pt x="414" y="6"/>
                  <a:pt x="414" y="8"/>
                </a:cubicBezTo>
                <a:close/>
              </a:path>
              <a:path w="471" h="15">
                <a:moveTo>
                  <a:pt x="425" y="15"/>
                </a:moveTo>
                <a:lnTo>
                  <a:pt x="425" y="0"/>
                </a:lnTo>
                <a:lnTo>
                  <a:pt x="427" y="0"/>
                </a:lnTo>
                <a:lnTo>
                  <a:pt x="427" y="13"/>
                </a:lnTo>
                <a:lnTo>
                  <a:pt x="433" y="13"/>
                </a:lnTo>
                <a:lnTo>
                  <a:pt x="433" y="15"/>
                </a:lnTo>
                <a:lnTo>
                  <a:pt x="425" y="15"/>
                </a:lnTo>
                <a:close/>
              </a:path>
              <a:path w="471" h="15">
                <a:moveTo>
                  <a:pt x="434" y="8"/>
                </a:moveTo>
                <a:cubicBezTo>
                  <a:pt x="434" y="5"/>
                  <a:pt x="435" y="3"/>
                  <a:pt x="436" y="2"/>
                </a:cubicBezTo>
                <a:cubicBezTo>
                  <a:pt x="437" y="1"/>
                  <a:pt x="438" y="0"/>
                  <a:pt x="440" y="0"/>
                </a:cubicBezTo>
                <a:cubicBezTo>
                  <a:pt x="441" y="0"/>
                  <a:pt x="442" y="0"/>
                  <a:pt x="443" y="1"/>
                </a:cubicBezTo>
                <a:cubicBezTo>
                  <a:pt x="444" y="2"/>
                  <a:pt x="445" y="3"/>
                  <a:pt x="445" y="4"/>
                </a:cubicBezTo>
                <a:cubicBezTo>
                  <a:pt x="446" y="5"/>
                  <a:pt x="446" y="6"/>
                  <a:pt x="446" y="8"/>
                </a:cubicBezTo>
                <a:cubicBezTo>
                  <a:pt x="446" y="9"/>
                  <a:pt x="446" y="10"/>
                  <a:pt x="445" y="11"/>
                </a:cubicBezTo>
                <a:cubicBezTo>
                  <a:pt x="445" y="13"/>
                  <a:pt x="444" y="13"/>
                  <a:pt x="443" y="14"/>
                </a:cubicBezTo>
                <a:cubicBezTo>
                  <a:pt x="442" y="15"/>
                  <a:pt x="441" y="15"/>
                  <a:pt x="440" y="15"/>
                </a:cubicBezTo>
                <a:cubicBezTo>
                  <a:pt x="439" y="15"/>
                  <a:pt x="438" y="15"/>
                  <a:pt x="437" y="14"/>
                </a:cubicBezTo>
                <a:cubicBezTo>
                  <a:pt x="436" y="13"/>
                  <a:pt x="435" y="12"/>
                  <a:pt x="435" y="11"/>
                </a:cubicBezTo>
                <a:cubicBezTo>
                  <a:pt x="434" y="10"/>
                  <a:pt x="434" y="9"/>
                  <a:pt x="434" y="8"/>
                </a:cubicBezTo>
                <a:close/>
                <a:moveTo>
                  <a:pt x="436" y="8"/>
                </a:moveTo>
                <a:cubicBezTo>
                  <a:pt x="436" y="9"/>
                  <a:pt x="436" y="11"/>
                  <a:pt x="437" y="12"/>
                </a:cubicBezTo>
                <a:cubicBezTo>
                  <a:pt x="438" y="13"/>
                  <a:pt x="439" y="13"/>
                  <a:pt x="440" y="13"/>
                </a:cubicBezTo>
                <a:cubicBezTo>
                  <a:pt x="441" y="13"/>
                  <a:pt x="442" y="13"/>
                  <a:pt x="443" y="12"/>
                </a:cubicBezTo>
                <a:cubicBezTo>
                  <a:pt x="444" y="11"/>
                  <a:pt x="444" y="9"/>
                  <a:pt x="444" y="7"/>
                </a:cubicBezTo>
                <a:cubicBezTo>
                  <a:pt x="444" y="6"/>
                  <a:pt x="444" y="5"/>
                  <a:pt x="444" y="4"/>
                </a:cubicBezTo>
                <a:cubicBezTo>
                  <a:pt x="444" y="4"/>
                  <a:pt x="443" y="3"/>
                  <a:pt x="442" y="2"/>
                </a:cubicBezTo>
                <a:cubicBezTo>
                  <a:pt x="442" y="2"/>
                  <a:pt x="441" y="2"/>
                  <a:pt x="440" y="2"/>
                </a:cubicBezTo>
                <a:cubicBezTo>
                  <a:pt x="439" y="2"/>
                  <a:pt x="438" y="2"/>
                  <a:pt x="437" y="3"/>
                </a:cubicBezTo>
                <a:cubicBezTo>
                  <a:pt x="436" y="4"/>
                  <a:pt x="436" y="6"/>
                  <a:pt x="436" y="8"/>
                </a:cubicBezTo>
                <a:close/>
              </a:path>
              <a:path w="471" h="15">
                <a:moveTo>
                  <a:pt x="454" y="9"/>
                </a:moveTo>
                <a:lnTo>
                  <a:pt x="454" y="7"/>
                </a:lnTo>
                <a:lnTo>
                  <a:pt x="459" y="7"/>
                </a:lnTo>
                <a:lnTo>
                  <a:pt x="459" y="13"/>
                </a:lnTo>
                <a:cubicBezTo>
                  <a:pt x="458" y="13"/>
                  <a:pt x="457" y="14"/>
                  <a:pt x="456" y="14"/>
                </a:cubicBezTo>
                <a:cubicBezTo>
                  <a:pt x="456" y="15"/>
                  <a:pt x="455" y="15"/>
                  <a:pt x="454" y="15"/>
                </a:cubicBezTo>
                <a:cubicBezTo>
                  <a:pt x="453" y="15"/>
                  <a:pt x="451" y="15"/>
                  <a:pt x="450" y="14"/>
                </a:cubicBezTo>
                <a:cubicBezTo>
                  <a:pt x="449" y="13"/>
                  <a:pt x="449" y="13"/>
                  <a:pt x="448" y="11"/>
                </a:cubicBezTo>
                <a:cubicBezTo>
                  <a:pt x="448" y="10"/>
                  <a:pt x="447" y="9"/>
                  <a:pt x="447" y="8"/>
                </a:cubicBezTo>
                <a:cubicBezTo>
                  <a:pt x="447" y="6"/>
                  <a:pt x="448" y="5"/>
                  <a:pt x="448" y="4"/>
                </a:cubicBezTo>
                <a:cubicBezTo>
                  <a:pt x="449" y="2"/>
                  <a:pt x="449" y="2"/>
                  <a:pt x="450" y="1"/>
                </a:cubicBezTo>
                <a:cubicBezTo>
                  <a:pt x="451" y="0"/>
                  <a:pt x="452" y="0"/>
                  <a:pt x="454" y="0"/>
                </a:cubicBezTo>
                <a:cubicBezTo>
                  <a:pt x="455" y="0"/>
                  <a:pt x="455" y="0"/>
                  <a:pt x="456" y="1"/>
                </a:cubicBezTo>
                <a:cubicBezTo>
                  <a:pt x="457" y="1"/>
                  <a:pt x="457" y="1"/>
                  <a:pt x="458" y="2"/>
                </a:cubicBezTo>
                <a:cubicBezTo>
                  <a:pt x="458" y="3"/>
                  <a:pt x="459" y="3"/>
                  <a:pt x="459" y="4"/>
                </a:cubicBezTo>
                <a:lnTo>
                  <a:pt x="457" y="5"/>
                </a:lnTo>
                <a:cubicBezTo>
                  <a:pt x="457" y="4"/>
                  <a:pt x="457" y="3"/>
                  <a:pt x="457" y="3"/>
                </a:cubicBezTo>
                <a:cubicBezTo>
                  <a:pt x="456" y="3"/>
                  <a:pt x="456" y="2"/>
                  <a:pt x="455" y="2"/>
                </a:cubicBezTo>
                <a:cubicBezTo>
                  <a:pt x="455" y="2"/>
                  <a:pt x="454" y="2"/>
                  <a:pt x="454" y="2"/>
                </a:cubicBezTo>
                <a:cubicBezTo>
                  <a:pt x="453" y="2"/>
                  <a:pt x="452" y="2"/>
                  <a:pt x="452" y="2"/>
                </a:cubicBezTo>
                <a:cubicBezTo>
                  <a:pt x="451" y="2"/>
                  <a:pt x="451" y="3"/>
                  <a:pt x="450" y="3"/>
                </a:cubicBezTo>
                <a:cubicBezTo>
                  <a:pt x="450" y="4"/>
                  <a:pt x="450" y="4"/>
                  <a:pt x="450" y="5"/>
                </a:cubicBezTo>
                <a:cubicBezTo>
                  <a:pt x="449" y="5"/>
                  <a:pt x="449" y="6"/>
                  <a:pt x="449" y="7"/>
                </a:cubicBezTo>
                <a:cubicBezTo>
                  <a:pt x="449" y="9"/>
                  <a:pt x="449" y="10"/>
                  <a:pt x="450" y="11"/>
                </a:cubicBezTo>
                <a:cubicBezTo>
                  <a:pt x="450" y="12"/>
                  <a:pt x="451" y="12"/>
                  <a:pt x="451" y="13"/>
                </a:cubicBezTo>
                <a:cubicBezTo>
                  <a:pt x="452" y="13"/>
                  <a:pt x="453" y="13"/>
                  <a:pt x="454" y="13"/>
                </a:cubicBezTo>
                <a:cubicBezTo>
                  <a:pt x="454" y="13"/>
                  <a:pt x="455" y="13"/>
                  <a:pt x="456" y="13"/>
                </a:cubicBezTo>
                <a:cubicBezTo>
                  <a:pt x="456" y="12"/>
                  <a:pt x="457" y="12"/>
                  <a:pt x="457" y="12"/>
                </a:cubicBezTo>
                <a:lnTo>
                  <a:pt x="457" y="9"/>
                </a:lnTo>
                <a:lnTo>
                  <a:pt x="454" y="9"/>
                </a:lnTo>
                <a:close/>
              </a:path>
              <a:path w="471" h="15">
                <a:moveTo>
                  <a:pt x="464" y="15"/>
                </a:moveTo>
                <a:lnTo>
                  <a:pt x="464" y="9"/>
                </a:lnTo>
                <a:lnTo>
                  <a:pt x="460" y="0"/>
                </a:lnTo>
                <a:lnTo>
                  <a:pt x="462" y="0"/>
                </a:lnTo>
                <a:lnTo>
                  <a:pt x="464" y="5"/>
                </a:lnTo>
                <a:cubicBezTo>
                  <a:pt x="465" y="5"/>
                  <a:pt x="465" y="6"/>
                  <a:pt x="465" y="7"/>
                </a:cubicBezTo>
                <a:cubicBezTo>
                  <a:pt x="466" y="6"/>
                  <a:pt x="466" y="5"/>
                  <a:pt x="467" y="5"/>
                </a:cubicBezTo>
                <a:lnTo>
                  <a:pt x="469" y="0"/>
                </a:lnTo>
                <a:lnTo>
                  <a:pt x="471" y="0"/>
                </a:lnTo>
                <a:lnTo>
                  <a:pt x="466" y="9"/>
                </a:lnTo>
                <a:lnTo>
                  <a:pt x="466" y="15"/>
                </a:lnTo>
                <a:lnTo>
                  <a:pt x="464" y="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pic>
        <p:nvPicPr>
          <p:cNvPr id="109" name="图片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3760" y="124460"/>
            <a:ext cx="627380" cy="471170"/>
          </a:xfrm>
          <a:prstGeom prst="rect">
            <a:avLst/>
          </a:prstGeom>
          <a:ln>
            <a:noFill/>
          </a:ln>
        </p:spPr>
      </p:pic>
      <p:sp>
        <p:nvSpPr>
          <p:cNvPr id="38" name="bottom-takeaway"/>
          <p:cNvSpPr>
            <a:spLocks noGrp="1"/>
          </p:cNvSpPr>
          <p:nvPr/>
        </p:nvSpPr>
        <p:spPr>
          <a:xfrm>
            <a:off x="1624330" y="6012180"/>
            <a:ext cx="9147810" cy="513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ClrTx/>
              <a:buSzTx/>
              <a:buFontTx/>
              <a:buNone/>
            </a:pPr>
            <a:r>
              <a:rPr lang="zh-CN" altLang="en-US" b="1">
                <a:solidFill>
                  <a:srgbClr val="006FBD"/>
                </a:solidFill>
                <a:latin typeface="微软雅黑"/>
                <a:ea typeface="微软雅黑"/>
                <a:sym typeface="+mn-ea"/>
              </a:rPr>
              <a:t>共享变量需要保证</a:t>
            </a:r>
            <a:r>
              <a:rPr lang="en-US" b="1">
                <a:solidFill>
                  <a:srgbClr val="006FBD"/>
                </a:solidFill>
                <a:latin typeface="微软雅黑"/>
                <a:ea typeface="微软雅黑"/>
                <a:sym typeface="+mn-ea"/>
              </a:rPr>
              <a:t>定义、测</a:t>
            </a:r>
            <a:r>
              <a:rPr lang="zh-CN" altLang="en-US" b="1">
                <a:solidFill>
                  <a:srgbClr val="006FBD"/>
                </a:solidFill>
                <a:latin typeface="微软雅黑"/>
                <a:ea typeface="微软雅黑"/>
                <a:sym typeface="+mn-ea"/>
              </a:rPr>
              <a:t>量方式</a:t>
            </a:r>
            <a:r>
              <a:rPr lang="en-US" b="1">
                <a:solidFill>
                  <a:srgbClr val="006FBD"/>
                </a:solidFill>
                <a:latin typeface="微软雅黑"/>
                <a:ea typeface="微软雅黑"/>
                <a:sym typeface="+mn-ea"/>
              </a:rPr>
              <a:t>和覆盖都</a:t>
            </a:r>
            <a:r>
              <a:rPr lang="zh-CN" altLang="en-US" b="1">
                <a:solidFill>
                  <a:srgbClr val="006FBD"/>
                </a:solidFill>
                <a:latin typeface="微软雅黑"/>
                <a:ea typeface="微软雅黑"/>
                <a:sym typeface="+mn-ea"/>
              </a:rPr>
              <a:t>相同</a:t>
            </a:r>
            <a:r>
              <a:rPr lang="en-US" altLang="zh-CN" b="1">
                <a:solidFill>
                  <a:srgbClr val="006FBD"/>
                </a:solidFill>
                <a:latin typeface="微软雅黑"/>
                <a:ea typeface="微软雅黑"/>
                <a:sym typeface="+mn-ea"/>
              </a:rPr>
              <a:t>/</a:t>
            </a:r>
            <a:r>
              <a:rPr lang="zh-CN" altLang="en-US" b="1">
                <a:solidFill>
                  <a:srgbClr val="006FBD"/>
                </a:solidFill>
                <a:latin typeface="微软雅黑"/>
                <a:ea typeface="微软雅黑"/>
                <a:sym typeface="+mn-ea"/>
              </a:rPr>
              <a:t>相近</a:t>
            </a:r>
            <a:r>
              <a:rPr lang="en-US" b="1">
                <a:solidFill>
                  <a:srgbClr val="006FBD"/>
                </a:solidFill>
                <a:latin typeface="微软雅黑"/>
                <a:ea typeface="微软雅黑"/>
                <a:sym typeface="+mn-ea"/>
              </a:rPr>
              <a:t>；其余</a:t>
            </a:r>
            <a:r>
              <a:rPr lang="zh-CN" altLang="en-US" b="1">
                <a:solidFill>
                  <a:srgbClr val="006FBD"/>
                </a:solidFill>
                <a:latin typeface="微软雅黑"/>
                <a:ea typeface="微软雅黑"/>
                <a:sym typeface="+mn-ea"/>
              </a:rPr>
              <a:t>的则</a:t>
            </a:r>
            <a:r>
              <a:rPr lang="en-US" b="1">
                <a:solidFill>
                  <a:srgbClr val="006FBD"/>
                </a:solidFill>
                <a:latin typeface="微软雅黑"/>
                <a:ea typeface="微软雅黑"/>
                <a:sym typeface="+mn-ea"/>
              </a:rPr>
              <a:t>保留</a:t>
            </a:r>
            <a:r>
              <a:rPr lang="zh-CN" altLang="en-US" b="1">
                <a:solidFill>
                  <a:srgbClr val="006FBD"/>
                </a:solidFill>
                <a:latin typeface="微软雅黑"/>
                <a:ea typeface="微软雅黑"/>
                <a:sym typeface="+mn-ea"/>
              </a:rPr>
              <a:t>为之后的扩展</a:t>
            </a:r>
            <a:r>
              <a:rPr lang="en-US" b="1">
                <a:solidFill>
                  <a:srgbClr val="006FBD"/>
                </a:solidFill>
                <a:latin typeface="微软雅黑"/>
                <a:ea typeface="微软雅黑"/>
                <a:sym typeface="+mn-ea"/>
              </a:rPr>
              <a:t>。</a:t>
            </a:r>
            <a:endParaRPr sz="2000" b="1">
              <a:solidFill>
                <a:srgbClr val="0070C0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00014" name="k1"/>
          <p:cNvSpPr/>
          <p:nvPr/>
        </p:nvSpPr>
        <p:spPr>
          <a:xfrm>
            <a:off x="1270000" y="2006600"/>
            <a:ext cx="2362200" cy="508000"/>
          </a:xfrm>
          <a:prstGeom prst="roundRect">
            <a:avLst/>
          </a:prstGeom>
          <a:solidFill>
            <a:srgbClr val="F7FAFD"/>
          </a:solidFill>
          <a:ln w="9525">
            <a:solidFill>
              <a:srgbClr val="C9D9EA"/>
            </a:solidFill>
          </a:ln>
        </p:spPr>
        <p:txBody>
          <a:bodyPr anchor="ctr"/>
          <a:lstStyle/>
          <a:p>
            <a:pPr algn="ctr"/>
            <a:r>
              <a:rPr lang="en-US" sz="1300" b="1">
                <a:solidFill>
                  <a:srgbClr val="0E5AA7"/>
                </a:solidFill>
                <a:latin typeface="微软雅黑"/>
                <a:ea typeface="微软雅黑"/>
              </a:rPr>
              <a:t>659  MIMIC可联结</a:t>
            </a:r>
            <a:endParaRPr lang="en-US" sz="1300" b="1">
              <a:solidFill>
                <a:srgbClr val="0E5AA7"/>
              </a:solidFill>
              <a:latin typeface="微软雅黑"/>
              <a:ea typeface="微软雅黑"/>
            </a:endParaRPr>
          </a:p>
        </p:txBody>
      </p:sp>
      <p:sp>
        <p:nvSpPr>
          <p:cNvPr id="100015" name="k2"/>
          <p:cNvSpPr/>
          <p:nvPr/>
        </p:nvSpPr>
        <p:spPr>
          <a:xfrm>
            <a:off x="3733800" y="2006600"/>
            <a:ext cx="2362200" cy="508000"/>
          </a:xfrm>
          <a:prstGeom prst="roundRect">
            <a:avLst/>
          </a:prstGeom>
          <a:solidFill>
            <a:srgbClr val="F7FAFD"/>
          </a:solidFill>
          <a:ln w="9525">
            <a:solidFill>
              <a:srgbClr val="C9D9EA"/>
            </a:solidFill>
          </a:ln>
        </p:spPr>
        <p:txBody>
          <a:bodyPr anchor="ctr"/>
          <a:lstStyle/>
          <a:p>
            <a:pPr algn="ctr"/>
            <a:r>
              <a:rPr lang="en-US" sz="1300" b="1">
                <a:solidFill>
                  <a:srgbClr val="0E5AA7"/>
                </a:solidFill>
                <a:latin typeface="微软雅黑"/>
                <a:ea typeface="微软雅黑"/>
              </a:rPr>
              <a:t>15,929  eICU候选</a:t>
            </a:r>
            <a:endParaRPr lang="en-US" sz="1300" b="1">
              <a:solidFill>
                <a:srgbClr val="0E5AA7"/>
              </a:solidFill>
              <a:latin typeface="微软雅黑"/>
              <a:ea typeface="微软雅黑"/>
            </a:endParaRPr>
          </a:p>
        </p:txBody>
      </p:sp>
      <p:sp>
        <p:nvSpPr>
          <p:cNvPr id="100016" name="k3"/>
          <p:cNvSpPr/>
          <p:nvPr/>
        </p:nvSpPr>
        <p:spPr>
          <a:xfrm>
            <a:off x="6197600" y="2006600"/>
            <a:ext cx="2362200" cy="508000"/>
          </a:xfrm>
          <a:prstGeom prst="roundRect">
            <a:avLst/>
          </a:prstGeom>
          <a:solidFill>
            <a:srgbClr val="EAF4FB"/>
          </a:solidFill>
          <a:ln w="9525">
            <a:solidFill>
              <a:srgbClr val="C9D9EA"/>
            </a:solidFill>
          </a:ln>
        </p:spPr>
        <p:txBody>
          <a:bodyPr anchor="ctr"/>
          <a:lstStyle/>
          <a:p>
            <a:pPr algn="ctr"/>
            <a:r>
              <a:rPr lang="en-US" sz="1300" b="1">
                <a:solidFill>
                  <a:srgbClr val="0E5AA7"/>
                </a:solidFill>
                <a:latin typeface="微软雅黑"/>
                <a:ea typeface="微软雅黑"/>
              </a:rPr>
              <a:t>0  eICU流感</a:t>
            </a:r>
            <a:endParaRPr lang="en-US" sz="1300" b="1">
              <a:solidFill>
                <a:srgbClr val="0E5AA7"/>
              </a:solidFill>
              <a:latin typeface="微软雅黑"/>
              <a:ea typeface="微软雅黑"/>
            </a:endParaRPr>
          </a:p>
        </p:txBody>
      </p:sp>
      <p:sp>
        <p:nvSpPr>
          <p:cNvPr id="100017" name="k4"/>
          <p:cNvSpPr/>
          <p:nvPr/>
        </p:nvSpPr>
        <p:spPr>
          <a:xfrm>
            <a:off x="8661400" y="2006600"/>
            <a:ext cx="2362200" cy="508000"/>
          </a:xfrm>
          <a:prstGeom prst="roundRect">
            <a:avLst/>
          </a:prstGeom>
          <a:solidFill>
            <a:srgbClr val="EAF4FB"/>
          </a:solidFill>
          <a:ln w="9525">
            <a:solidFill>
              <a:srgbClr val="C9D9EA"/>
            </a:solidFill>
          </a:ln>
        </p:spPr>
        <p:txBody>
          <a:bodyPr anchor="ctr"/>
          <a:lstStyle/>
          <a:p>
            <a:pPr algn="ctr"/>
            <a:r>
              <a:rPr lang="en-US" sz="1300" b="1">
                <a:solidFill>
                  <a:srgbClr val="0E5AA7"/>
                </a:solidFill>
                <a:latin typeface="微软雅黑"/>
                <a:ea typeface="微软雅黑"/>
              </a:rPr>
              <a:t>118,385  急诊就诊</a:t>
            </a:r>
            <a:endParaRPr lang="en-US" sz="1300" b="1">
              <a:solidFill>
                <a:srgbClr val="0E5AA7"/>
              </a:solidFill>
              <a:latin typeface="微软雅黑"/>
              <a:ea typeface="微软雅黑"/>
            </a:endParaRPr>
          </a:p>
        </p:txBody>
      </p:sp>
      <p:sp>
        <p:nvSpPr>
          <p:cNvPr id="100092" name="mapping-bg"/>
          <p:cNvSpPr/>
          <p:nvPr/>
        </p:nvSpPr>
        <p:spPr>
          <a:xfrm>
            <a:off x="1270000" y="2667000"/>
            <a:ext cx="9702800" cy="2984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93" name="mapping-header"/>
          <p:cNvSpPr/>
          <p:nvPr/>
        </p:nvSpPr>
        <p:spPr>
          <a:xfrm>
            <a:off x="1282700" y="2679700"/>
            <a:ext cx="9677400" cy="444500"/>
          </a:xfrm>
          <a:prstGeom prst="rect">
            <a:avLst/>
          </a:prstGeom>
          <a:solidFill>
            <a:srgbClr val="DDEF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94" name="mapping-col-0"/>
          <p:cNvSpPr/>
          <p:nvPr/>
        </p:nvSpPr>
        <p:spPr>
          <a:xfrm>
            <a:off x="1346200" y="2717800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300" b="1">
                <a:solidFill>
                  <a:srgbClr val="174876"/>
                </a:solidFill>
                <a:latin typeface="微软雅黑"/>
                <a:ea typeface="微软雅黑"/>
              </a:rPr>
              <a:t>共同变量</a:t>
            </a:r>
            <a:endParaRPr lang="en-US" sz="1300" b="1">
              <a:solidFill>
                <a:srgbClr val="174876"/>
              </a:solidFill>
              <a:latin typeface="微软雅黑"/>
              <a:ea typeface="微软雅黑"/>
            </a:endParaRPr>
          </a:p>
        </p:txBody>
      </p:sp>
      <p:sp>
        <p:nvSpPr>
          <p:cNvPr id="100095" name="mapping-col-1"/>
          <p:cNvSpPr/>
          <p:nvPr/>
        </p:nvSpPr>
        <p:spPr>
          <a:xfrm>
            <a:off x="3479800" y="2717800"/>
            <a:ext cx="2057400" cy="3429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300" b="1">
                <a:solidFill>
                  <a:srgbClr val="174876"/>
                </a:solidFill>
                <a:latin typeface="微软雅黑"/>
                <a:ea typeface="微软雅黑"/>
              </a:rPr>
              <a:t>医院数据</a:t>
            </a:r>
            <a:endParaRPr lang="en-US" sz="1300" b="1">
              <a:solidFill>
                <a:srgbClr val="174876"/>
              </a:solidFill>
              <a:latin typeface="微软雅黑"/>
              <a:ea typeface="微软雅黑"/>
            </a:endParaRPr>
          </a:p>
        </p:txBody>
      </p:sp>
      <p:sp>
        <p:nvSpPr>
          <p:cNvPr id="100096" name="mapping-col-2"/>
          <p:cNvSpPr/>
          <p:nvPr/>
        </p:nvSpPr>
        <p:spPr>
          <a:xfrm>
            <a:off x="5549900" y="2717800"/>
            <a:ext cx="3670300" cy="3429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300" b="1">
                <a:solidFill>
                  <a:srgbClr val="174876"/>
                </a:solidFill>
                <a:latin typeface="微软雅黑"/>
                <a:ea typeface="微软雅黑"/>
              </a:rPr>
              <a:t>MIMIC-IV 候选字段</a:t>
            </a:r>
            <a:endParaRPr lang="en-US" sz="1300" b="1">
              <a:solidFill>
                <a:srgbClr val="174876"/>
              </a:solidFill>
              <a:latin typeface="微软雅黑"/>
              <a:ea typeface="微软雅黑"/>
            </a:endParaRPr>
          </a:p>
        </p:txBody>
      </p:sp>
      <p:sp>
        <p:nvSpPr>
          <p:cNvPr id="100097" name="mapping-col-3"/>
          <p:cNvSpPr/>
          <p:nvPr/>
        </p:nvSpPr>
        <p:spPr>
          <a:xfrm>
            <a:off x="9283700" y="2717800"/>
            <a:ext cx="1587500" cy="3429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300" b="1">
                <a:solidFill>
                  <a:srgbClr val="174876"/>
                </a:solidFill>
                <a:latin typeface="微软雅黑"/>
                <a:ea typeface="微软雅黑"/>
              </a:rPr>
              <a:t>处理</a:t>
            </a:r>
            <a:endParaRPr lang="en-US" sz="1300" b="1">
              <a:solidFill>
                <a:srgbClr val="174876"/>
              </a:solidFill>
              <a:latin typeface="微软雅黑"/>
              <a:ea typeface="微软雅黑"/>
            </a:endParaRPr>
          </a:p>
        </p:txBody>
      </p:sp>
      <p:sp>
        <p:nvSpPr>
          <p:cNvPr id="100098" name="mapping-bg-0"/>
          <p:cNvSpPr/>
          <p:nvPr/>
        </p:nvSpPr>
        <p:spPr>
          <a:xfrm>
            <a:off x="1295400" y="3149600"/>
            <a:ext cx="9652000" cy="5969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99" name="mapping-0-0"/>
          <p:cNvSpPr/>
          <p:nvPr/>
        </p:nvSpPr>
        <p:spPr>
          <a:xfrm>
            <a:off x="1358900" y="3238500"/>
            <a:ext cx="2095500" cy="419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240" b="1">
                <a:solidFill>
                  <a:srgbClr val="243447"/>
                </a:solidFill>
                <a:latin typeface="微软雅黑"/>
                <a:ea typeface="微软雅黑"/>
              </a:rPr>
              <a:t>VS001  体温 ℃</a:t>
            </a:r>
            <a:endParaRPr lang="en-US" sz="1240" b="1">
              <a:solidFill>
                <a:srgbClr val="243447"/>
              </a:solidFill>
              <a:latin typeface="微软雅黑"/>
              <a:ea typeface="微软雅黑"/>
            </a:endParaRPr>
          </a:p>
        </p:txBody>
      </p:sp>
      <p:sp>
        <p:nvSpPr>
          <p:cNvPr id="100100" name="mapping-0-1"/>
          <p:cNvSpPr/>
          <p:nvPr/>
        </p:nvSpPr>
        <p:spPr>
          <a:xfrm>
            <a:off x="3505200" y="3238500"/>
            <a:ext cx="2006600" cy="419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240" b="0">
                <a:solidFill>
                  <a:srgbClr val="243447"/>
                </a:solidFill>
                <a:latin typeface="微软雅黑"/>
                <a:ea typeface="微软雅黑"/>
              </a:rPr>
              <a:t>GD</a:t>
            </a:r>
            <a:r>
              <a:rPr lang="zh-CN" altLang="en-US" sz="1240" b="0">
                <a:solidFill>
                  <a:srgbClr val="243447"/>
                </a:solidFill>
                <a:latin typeface="微软雅黑"/>
                <a:ea typeface="微软雅黑"/>
              </a:rPr>
              <a:t>的</a:t>
            </a:r>
            <a:r>
              <a:rPr lang="en-US" sz="1240" b="0">
                <a:solidFill>
                  <a:srgbClr val="243447"/>
                </a:solidFill>
                <a:latin typeface="微软雅黑"/>
                <a:ea typeface="微软雅黑"/>
              </a:rPr>
              <a:t>37.8 ℃等</a:t>
            </a:r>
            <a:endParaRPr lang="en-US" sz="1240" b="0">
              <a:solidFill>
                <a:srgbClr val="243447"/>
              </a:solidFill>
              <a:latin typeface="微软雅黑"/>
              <a:ea typeface="微软雅黑"/>
            </a:endParaRPr>
          </a:p>
        </p:txBody>
      </p:sp>
      <p:sp>
        <p:nvSpPr>
          <p:cNvPr id="100101" name="mapping-0-2"/>
          <p:cNvSpPr/>
          <p:nvPr/>
        </p:nvSpPr>
        <p:spPr>
          <a:xfrm>
            <a:off x="5588000" y="3238500"/>
            <a:ext cx="3619500" cy="419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190" b="0">
                <a:solidFill>
                  <a:srgbClr val="243447"/>
                </a:solidFill>
                <a:latin typeface="微软雅黑"/>
                <a:ea typeface="微软雅黑"/>
              </a:rPr>
              <a:t>223762（℃）/ 223761（℉→℃）</a:t>
            </a:r>
            <a:endParaRPr lang="en-US" sz="1190" b="0">
              <a:solidFill>
                <a:srgbClr val="243447"/>
              </a:solidFill>
              <a:latin typeface="微软雅黑"/>
              <a:ea typeface="微软雅黑"/>
            </a:endParaRPr>
          </a:p>
        </p:txBody>
      </p:sp>
      <p:sp>
        <p:nvSpPr>
          <p:cNvPr id="100102" name="mapping-0-3"/>
          <p:cNvSpPr/>
          <p:nvPr/>
        </p:nvSpPr>
        <p:spPr>
          <a:xfrm>
            <a:off x="9309100" y="3238500"/>
            <a:ext cx="1549400" cy="419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240" b="0">
                <a:solidFill>
                  <a:srgbClr val="243447"/>
                </a:solidFill>
                <a:latin typeface="微软雅黑"/>
                <a:ea typeface="微软雅黑"/>
              </a:rPr>
              <a:t>核对时间后用</a:t>
            </a:r>
            <a:endParaRPr lang="en-US" sz="1240" b="0">
              <a:solidFill>
                <a:srgbClr val="243447"/>
              </a:solidFill>
              <a:latin typeface="微软雅黑"/>
              <a:ea typeface="微软雅黑"/>
            </a:endParaRPr>
          </a:p>
        </p:txBody>
      </p:sp>
      <p:sp>
        <p:nvSpPr>
          <p:cNvPr id="100103" name="mapping-1-0"/>
          <p:cNvSpPr/>
          <p:nvPr/>
        </p:nvSpPr>
        <p:spPr>
          <a:xfrm>
            <a:off x="1358900" y="3848100"/>
            <a:ext cx="2095500" cy="419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240" b="1">
                <a:solidFill>
                  <a:srgbClr val="243447"/>
                </a:solidFill>
                <a:latin typeface="微软雅黑"/>
                <a:ea typeface="微软雅黑"/>
              </a:rPr>
              <a:t>VS004  收缩压</a:t>
            </a:r>
            <a:endParaRPr lang="en-US" sz="1240" b="1">
              <a:solidFill>
                <a:srgbClr val="243447"/>
              </a:solidFill>
              <a:latin typeface="微软雅黑"/>
              <a:ea typeface="微软雅黑"/>
            </a:endParaRPr>
          </a:p>
        </p:txBody>
      </p:sp>
      <p:sp>
        <p:nvSpPr>
          <p:cNvPr id="100104" name="mapping-1-1"/>
          <p:cNvSpPr/>
          <p:nvPr/>
        </p:nvSpPr>
        <p:spPr>
          <a:xfrm>
            <a:off x="3505200" y="3848100"/>
            <a:ext cx="2006600" cy="419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240" b="0">
                <a:solidFill>
                  <a:srgbClr val="243447"/>
                </a:solidFill>
                <a:latin typeface="微软雅黑"/>
                <a:ea typeface="微软雅黑"/>
              </a:rPr>
              <a:t>文本</a:t>
            </a:r>
            <a:r>
              <a:rPr lang="zh-CN" altLang="en-US" sz="1240" b="0">
                <a:solidFill>
                  <a:srgbClr val="243447"/>
                </a:solidFill>
                <a:latin typeface="微软雅黑"/>
                <a:ea typeface="微软雅黑"/>
              </a:rPr>
              <a:t>记录的</a:t>
            </a:r>
            <a:r>
              <a:rPr lang="en-US" sz="1240" b="0">
                <a:solidFill>
                  <a:srgbClr val="243447"/>
                </a:solidFill>
                <a:latin typeface="微软雅黑"/>
                <a:ea typeface="微软雅黑"/>
              </a:rPr>
              <a:t>SBP/DBP</a:t>
            </a:r>
            <a:endParaRPr lang="en-US" sz="1240" b="0">
              <a:solidFill>
                <a:srgbClr val="243447"/>
              </a:solidFill>
              <a:latin typeface="微软雅黑"/>
              <a:ea typeface="微软雅黑"/>
            </a:endParaRPr>
          </a:p>
        </p:txBody>
      </p:sp>
      <p:sp>
        <p:nvSpPr>
          <p:cNvPr id="100105" name="mapping-1-2"/>
          <p:cNvSpPr/>
          <p:nvPr/>
        </p:nvSpPr>
        <p:spPr>
          <a:xfrm>
            <a:off x="5588000" y="3848100"/>
            <a:ext cx="3619500" cy="419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190" b="0">
                <a:solidFill>
                  <a:srgbClr val="243447"/>
                </a:solidFill>
                <a:latin typeface="微软雅黑"/>
                <a:ea typeface="微软雅黑"/>
              </a:rPr>
              <a:t>220179 无创 / 220050 有创</a:t>
            </a:r>
            <a:endParaRPr lang="en-US" sz="1190" b="0">
              <a:solidFill>
                <a:srgbClr val="243447"/>
              </a:solidFill>
              <a:latin typeface="微软雅黑"/>
              <a:ea typeface="微软雅黑"/>
            </a:endParaRPr>
          </a:p>
        </p:txBody>
      </p:sp>
      <p:sp>
        <p:nvSpPr>
          <p:cNvPr id="100106" name="mapping-1-3"/>
          <p:cNvSpPr/>
          <p:nvPr/>
        </p:nvSpPr>
        <p:spPr>
          <a:xfrm>
            <a:off x="9309100" y="3848100"/>
            <a:ext cx="1549400" cy="419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240" b="0">
                <a:solidFill>
                  <a:srgbClr val="243447"/>
                </a:solidFill>
                <a:latin typeface="微软雅黑"/>
                <a:ea typeface="微软雅黑"/>
              </a:rPr>
              <a:t>仅同测法合并</a:t>
            </a:r>
            <a:endParaRPr lang="en-US" sz="1240" b="0">
              <a:solidFill>
                <a:srgbClr val="243447"/>
              </a:solidFill>
              <a:latin typeface="微软雅黑"/>
              <a:ea typeface="微软雅黑"/>
            </a:endParaRPr>
          </a:p>
        </p:txBody>
      </p:sp>
      <p:sp>
        <p:nvSpPr>
          <p:cNvPr id="100107" name="mapping-bg-2"/>
          <p:cNvSpPr/>
          <p:nvPr/>
        </p:nvSpPr>
        <p:spPr>
          <a:xfrm>
            <a:off x="1295400" y="4368800"/>
            <a:ext cx="9652000" cy="5969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08" name="mapping-2-0"/>
          <p:cNvSpPr/>
          <p:nvPr/>
        </p:nvSpPr>
        <p:spPr>
          <a:xfrm>
            <a:off x="1358900" y="4457700"/>
            <a:ext cx="2095500" cy="419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240" b="1">
                <a:solidFill>
                  <a:srgbClr val="243447"/>
                </a:solidFill>
                <a:latin typeface="微软雅黑"/>
                <a:ea typeface="微软雅黑"/>
              </a:rPr>
              <a:t>LAB001  白细胞</a:t>
            </a:r>
            <a:endParaRPr lang="en-US" sz="1240" b="1">
              <a:solidFill>
                <a:srgbClr val="243447"/>
              </a:solidFill>
              <a:latin typeface="微软雅黑"/>
              <a:ea typeface="微软雅黑"/>
            </a:endParaRPr>
          </a:p>
        </p:txBody>
      </p:sp>
      <p:sp>
        <p:nvSpPr>
          <p:cNvPr id="100109" name="mapping-2-1"/>
          <p:cNvSpPr/>
          <p:nvPr/>
        </p:nvSpPr>
        <p:spPr>
          <a:xfrm>
            <a:off x="3505200" y="4457700"/>
            <a:ext cx="2006600" cy="419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240" b="0">
                <a:solidFill>
                  <a:srgbClr val="243447"/>
                </a:solidFill>
                <a:latin typeface="微软雅黑"/>
                <a:ea typeface="微软雅黑"/>
              </a:rPr>
              <a:t>统一 10⁹/L</a:t>
            </a:r>
            <a:endParaRPr lang="en-US" sz="1240" b="0">
              <a:solidFill>
                <a:srgbClr val="243447"/>
              </a:solidFill>
              <a:latin typeface="微软雅黑"/>
              <a:ea typeface="微软雅黑"/>
            </a:endParaRPr>
          </a:p>
        </p:txBody>
      </p:sp>
      <p:sp>
        <p:nvSpPr>
          <p:cNvPr id="100110" name="mapping-2-2"/>
          <p:cNvSpPr/>
          <p:nvPr/>
        </p:nvSpPr>
        <p:spPr>
          <a:xfrm>
            <a:off x="5588000" y="4457700"/>
            <a:ext cx="3619500" cy="419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190" b="0">
                <a:solidFill>
                  <a:srgbClr val="243447"/>
                </a:solidFill>
                <a:latin typeface="微软雅黑"/>
                <a:ea typeface="微软雅黑"/>
              </a:rPr>
              <a:t>51301/51300；K/uL ×1</a:t>
            </a:r>
            <a:endParaRPr lang="en-US" sz="1190" b="0">
              <a:solidFill>
                <a:srgbClr val="243447"/>
              </a:solidFill>
              <a:latin typeface="微软雅黑"/>
              <a:ea typeface="微软雅黑"/>
            </a:endParaRPr>
          </a:p>
        </p:txBody>
      </p:sp>
      <p:sp>
        <p:nvSpPr>
          <p:cNvPr id="100111" name="mapping-2-3"/>
          <p:cNvSpPr/>
          <p:nvPr/>
        </p:nvSpPr>
        <p:spPr>
          <a:xfrm>
            <a:off x="9309100" y="4457700"/>
            <a:ext cx="1549400" cy="419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240" b="0">
                <a:solidFill>
                  <a:srgbClr val="243447"/>
                </a:solidFill>
                <a:latin typeface="微软雅黑"/>
                <a:ea typeface="微软雅黑"/>
              </a:rPr>
              <a:t>核对单位后用</a:t>
            </a:r>
            <a:endParaRPr lang="en-US" sz="1240" b="0">
              <a:solidFill>
                <a:srgbClr val="243447"/>
              </a:solidFill>
              <a:latin typeface="微软雅黑"/>
              <a:ea typeface="微软雅黑"/>
            </a:endParaRPr>
          </a:p>
        </p:txBody>
      </p:sp>
      <p:sp>
        <p:nvSpPr>
          <p:cNvPr id="100112" name="mapping-3-0"/>
          <p:cNvSpPr/>
          <p:nvPr/>
        </p:nvSpPr>
        <p:spPr>
          <a:xfrm>
            <a:off x="1358900" y="5067300"/>
            <a:ext cx="2095500" cy="419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240" b="1">
                <a:solidFill>
                  <a:srgbClr val="243447"/>
                </a:solidFill>
                <a:latin typeface="微软雅黑"/>
                <a:ea typeface="微软雅黑"/>
              </a:rPr>
              <a:t>LAB006  CRP</a:t>
            </a:r>
            <a:endParaRPr lang="en-US" sz="1240" b="1">
              <a:solidFill>
                <a:srgbClr val="243447"/>
              </a:solidFill>
              <a:latin typeface="微软雅黑"/>
              <a:ea typeface="微软雅黑"/>
            </a:endParaRPr>
          </a:p>
        </p:txBody>
      </p:sp>
      <p:sp>
        <p:nvSpPr>
          <p:cNvPr id="100113" name="mapping-3-1"/>
          <p:cNvSpPr/>
          <p:nvPr/>
        </p:nvSpPr>
        <p:spPr>
          <a:xfrm>
            <a:off x="3505200" y="5067300"/>
            <a:ext cx="2006600" cy="419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240" b="0">
                <a:solidFill>
                  <a:srgbClr val="243447"/>
                </a:solidFill>
                <a:latin typeface="微软雅黑"/>
                <a:ea typeface="微软雅黑"/>
              </a:rPr>
              <a:t>医院覆盖较高</a:t>
            </a:r>
            <a:endParaRPr lang="en-US" sz="1240" b="0">
              <a:solidFill>
                <a:srgbClr val="243447"/>
              </a:solidFill>
              <a:latin typeface="微软雅黑"/>
              <a:ea typeface="微软雅黑"/>
            </a:endParaRPr>
          </a:p>
        </p:txBody>
      </p:sp>
      <p:sp>
        <p:nvSpPr>
          <p:cNvPr id="100114" name="mapping-3-2"/>
          <p:cNvSpPr/>
          <p:nvPr/>
        </p:nvSpPr>
        <p:spPr>
          <a:xfrm>
            <a:off x="5588000" y="5067300"/>
            <a:ext cx="3619500" cy="419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l"/>
            <a:r>
              <a:rPr lang="en-US" sz="1190" b="0">
                <a:solidFill>
                  <a:srgbClr val="243447"/>
                </a:solidFill>
                <a:latin typeface="微软雅黑"/>
                <a:ea typeface="微软雅黑"/>
              </a:rPr>
              <a:t>50889；窗口内仅 7/659（1.1%）</a:t>
            </a:r>
            <a:endParaRPr lang="en-US" sz="1190" b="0">
              <a:solidFill>
                <a:srgbClr val="243447"/>
              </a:solidFill>
              <a:latin typeface="微软雅黑"/>
              <a:ea typeface="微软雅黑"/>
            </a:endParaRPr>
          </a:p>
        </p:txBody>
      </p:sp>
      <p:sp>
        <p:nvSpPr>
          <p:cNvPr id="100115" name="mapping-3-3"/>
          <p:cNvSpPr/>
          <p:nvPr/>
        </p:nvSpPr>
        <p:spPr>
          <a:xfrm>
            <a:off x="9309100" y="5067300"/>
            <a:ext cx="1549400" cy="419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rmAutofit/>
          </a:bodyPr>
          <a:lstStyle/>
          <a:p>
            <a:pPr algn="ctr"/>
            <a:r>
              <a:rPr lang="en-US" sz="1240" b="0">
                <a:solidFill>
                  <a:srgbClr val="D77932"/>
                </a:solidFill>
                <a:latin typeface="微软雅黑"/>
                <a:ea typeface="微软雅黑"/>
              </a:rPr>
              <a:t>暂不</a:t>
            </a:r>
            <a:r>
              <a:rPr lang="zh-CN" altLang="en-US" sz="1240" b="0">
                <a:solidFill>
                  <a:srgbClr val="D77932"/>
                </a:solidFill>
                <a:latin typeface="微软雅黑"/>
                <a:ea typeface="微软雅黑"/>
              </a:rPr>
              <a:t>进</a:t>
            </a:r>
            <a:r>
              <a:rPr lang="en-US" sz="1240" b="0">
                <a:solidFill>
                  <a:srgbClr val="D77932"/>
                </a:solidFill>
                <a:latin typeface="微软雅黑"/>
                <a:ea typeface="微软雅黑"/>
              </a:rPr>
              <a:t>入</a:t>
            </a:r>
            <a:r>
              <a:rPr lang="zh-CN" altLang="en-US" sz="1240" b="0">
                <a:solidFill>
                  <a:srgbClr val="D77932"/>
                </a:solidFill>
                <a:latin typeface="微软雅黑"/>
                <a:ea typeface="微软雅黑"/>
              </a:rPr>
              <a:t>共享</a:t>
            </a:r>
            <a:endParaRPr lang="zh-CN" altLang="en-US" sz="1240" b="0">
              <a:solidFill>
                <a:srgbClr val="D77932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>
            <a:spLocks noGrp="1"/>
          </p:cNvSpPr>
          <p:nvPr/>
        </p:nvSpPr>
        <p:spPr>
          <a:xfrm>
            <a:off x="815340" y="902970"/>
            <a:ext cx="6209030" cy="10922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</p:sp>
      <p:cxnSp>
        <p:nvCxnSpPr>
          <p:cNvPr id="86" name="Line 3"/>
          <p:cNvCxnSpPr/>
          <p:nvPr/>
        </p:nvCxnSpPr>
        <p:spPr>
          <a:xfrm>
            <a:off x="815340" y="902970"/>
            <a:ext cx="10610850" cy="0"/>
          </a:xfrm>
          <a:prstGeom prst="straightConnector1">
            <a:avLst/>
          </a:prstGeom>
          <a:ln w="13546">
            <a:solidFill>
              <a:srgbClr val="0070C0"/>
            </a:solidFill>
          </a:ln>
        </p:spPr>
      </p:cxnSp>
      <p:sp>
        <p:nvSpPr>
          <p:cNvPr id="4" name="矩形: 圆角 13-shape"/>
          <p:cNvSpPr>
            <a:spLocks noGrp="1"/>
          </p:cNvSpPr>
          <p:nvPr/>
        </p:nvSpPr>
        <p:spPr>
          <a:xfrm>
            <a:off x="1066800" y="1059180"/>
            <a:ext cx="10287000" cy="685800"/>
          </a:xfrm>
          <a:prstGeom prst="roundRect">
            <a:avLst>
              <a:gd name="adj" fmla="val 3962"/>
            </a:avLst>
          </a:prstGeom>
          <a:solidFill>
            <a:srgbClr val="FFFFFF"/>
          </a:solidFill>
          <a:ln>
            <a:noFill/>
          </a:ln>
          <a:effectLst>
            <a:outerShdw blurRad="571500" algn="bl" rotWithShape="0">
              <a:srgbClr val="0070C0">
                <a:alpha val="20000"/>
              </a:srgbClr>
            </a:outerShdw>
          </a:effectLst>
        </p:spPr>
      </p:sp>
      <p:sp>
        <p:nvSpPr>
          <p:cNvPr id="5" name="矩形: 圆角 13-text"/>
          <p:cNvSpPr>
            <a:spLocks noGrp="1"/>
          </p:cNvSpPr>
          <p:nvPr/>
        </p:nvSpPr>
        <p:spPr>
          <a:xfrm>
            <a:off x="1066800" y="1059180"/>
            <a:ext cx="10287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285750" indent="-285750" algn="l">
              <a:lnSpc>
                <a:spcPct val="100000"/>
              </a:lnSpc>
              <a:buClrTx/>
              <a:buSzTx/>
              <a:buFont typeface="Wingdings" panose="05000000000000000000"/>
              <a:buChar char="p"/>
            </a:pPr>
            <a:r>
              <a:rPr lang="zh-CN" sz="2000">
                <a:latin typeface="微软雅黑" charset="-122"/>
                <a:ea typeface="微软雅黑" charset="-122"/>
                <a:cs typeface="微软雅黑" charset="-122"/>
              </a:rPr>
              <a:t>对于两类数据集，同样地分析整体对齐的可能性</a:t>
            </a:r>
            <a:endParaRPr lang="zh-CN" sz="20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6" name="矩形: 圆角 16"/>
          <p:cNvSpPr>
            <a:spLocks noGrp="1"/>
          </p:cNvSpPr>
          <p:nvPr/>
        </p:nvSpPr>
        <p:spPr>
          <a:xfrm>
            <a:off x="1066800" y="1875790"/>
            <a:ext cx="10287000" cy="3948430"/>
          </a:xfrm>
          <a:prstGeom prst="roundRect">
            <a:avLst>
              <a:gd name="adj" fmla="val 2882"/>
            </a:avLst>
          </a:prstGeom>
          <a:solidFill>
            <a:srgbClr val="FFFFFF"/>
          </a:solidFill>
          <a:ln>
            <a:noFill/>
          </a:ln>
          <a:effectLst>
            <a:outerShdw blurRad="571500" algn="bl" rotWithShape="0">
              <a:srgbClr val="0070C0">
                <a:alpha val="20000"/>
              </a:srgbClr>
            </a:outerShdw>
          </a:effectLst>
        </p:spPr>
      </p:sp>
      <p:sp>
        <p:nvSpPr>
          <p:cNvPr id="7" name="圆角矩形 26"/>
          <p:cNvSpPr>
            <a:spLocks noGrp="1"/>
          </p:cNvSpPr>
          <p:nvPr/>
        </p:nvSpPr>
        <p:spPr>
          <a:xfrm>
            <a:off x="1122680" y="5967730"/>
            <a:ext cx="10179050" cy="6019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rgbClr val="D9D9D9"/>
            </a:solidFill>
          </a:ln>
        </p:spPr>
      </p:sp>
      <p:sp>
        <p:nvSpPr>
          <p:cNvPr id="8" name="矩形 93"/>
          <p:cNvSpPr>
            <a:spLocks noGrp="1"/>
          </p:cNvSpPr>
          <p:nvPr/>
        </p:nvSpPr>
        <p:spPr>
          <a:xfrm>
            <a:off x="1066800" y="5928360"/>
            <a:ext cx="355600" cy="28829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rgbClr val="1D4999"/>
          </a:solidFill>
          <a:ln>
            <a:noFill/>
          </a:ln>
        </p:spPr>
      </p:sp>
      <p:sp>
        <p:nvSpPr>
          <p:cNvPr id="9" name="矩形 93-2"/>
          <p:cNvSpPr>
            <a:spLocks noGrp="1"/>
          </p:cNvSpPr>
          <p:nvPr/>
        </p:nvSpPr>
        <p:spPr>
          <a:xfrm rot="10800000">
            <a:off x="10998200" y="6342380"/>
            <a:ext cx="355600" cy="28829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rgbClr val="1D4999"/>
          </a:solidFill>
          <a:ln>
            <a:noFill/>
          </a:ln>
        </p:spPr>
      </p:sp>
      <p:sp>
        <p:nvSpPr>
          <p:cNvPr id="10" name="灯片编号占位符 5"/>
          <p:cNvSpPr>
            <a:spLocks noGrp="1"/>
          </p:cNvSpPr>
          <p:nvPr/>
        </p:nvSpPr>
        <p:spPr>
          <a:xfrm>
            <a:off x="11506200" y="643001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1200" i="0">
                <a:solidFill>
                  <a:srgbClr val="5555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3</a:t>
            </a:r>
            <a:endParaRPr sz="1200"/>
          </a:p>
        </p:txBody>
      </p:sp>
      <p:sp>
        <p:nvSpPr>
          <p:cNvPr id="11" name="矩形 19"/>
          <p:cNvSpPr>
            <a:spLocks noGrp="1"/>
          </p:cNvSpPr>
          <p:nvPr/>
        </p:nvSpPr>
        <p:spPr>
          <a:xfrm>
            <a:off x="0" y="91440"/>
            <a:ext cx="4709160" cy="584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sz="3200" b="1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 </a:t>
            </a:r>
            <a:r>
              <a:rPr lang="zh-CN" altLang="en-US" sz="3200" b="1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私有与公开数据集的</a:t>
            </a:r>
            <a:r>
              <a:rPr lang="zh-CN" altLang="en-US" sz="3200" b="1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分析</a:t>
            </a:r>
            <a:endParaRPr lang="zh-CN" altLang="en-US" sz="3200" b="1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2" name="Rectangle 7"/>
          <p:cNvSpPr>
            <a:spLocks noGrp="1"/>
          </p:cNvSpPr>
          <p:nvPr/>
        </p:nvSpPr>
        <p:spPr>
          <a:xfrm>
            <a:off x="9972040" y="467360"/>
            <a:ext cx="180340" cy="6350"/>
          </a:xfrm>
          <a:prstGeom prst="rect">
            <a:avLst/>
          </a:prstGeom>
          <a:solidFill>
            <a:srgbClr val="005A9F"/>
          </a:solidFill>
          <a:ln>
            <a:noFill/>
          </a:ln>
        </p:spPr>
      </p:sp>
      <p:sp>
        <p:nvSpPr>
          <p:cNvPr id="13" name="Freeform 8"/>
          <p:cNvSpPr>
            <a:spLocks noGrp="1"/>
          </p:cNvSpPr>
          <p:nvPr/>
        </p:nvSpPr>
        <p:spPr>
          <a:xfrm>
            <a:off x="9862820" y="238760"/>
            <a:ext cx="400050" cy="256540"/>
          </a:xfrm>
          <a:custGeom>
            <a:avLst/>
            <a:gdLst/>
            <a:ahLst/>
            <a:cxnLst/>
            <a:rect l="l" t="t" r="r" b="b"/>
            <a:pathLst>
              <a:path w="259" h="165">
                <a:moveTo>
                  <a:pt x="129" y="4"/>
                </a:moveTo>
                <a:cubicBezTo>
                  <a:pt x="198" y="4"/>
                  <a:pt x="255" y="39"/>
                  <a:pt x="255" y="83"/>
                </a:cubicBezTo>
                <a:cubicBezTo>
                  <a:pt x="255" y="126"/>
                  <a:pt x="198" y="161"/>
                  <a:pt x="129" y="161"/>
                </a:cubicBezTo>
                <a:cubicBezTo>
                  <a:pt x="61" y="161"/>
                  <a:pt x="4" y="126"/>
                  <a:pt x="4" y="83"/>
                </a:cubicBezTo>
                <a:cubicBezTo>
                  <a:pt x="4" y="39"/>
                  <a:pt x="61" y="4"/>
                  <a:pt x="129" y="4"/>
                </a:cubicBezTo>
                <a:close/>
                <a:moveTo>
                  <a:pt x="129" y="0"/>
                </a:moveTo>
                <a:cubicBezTo>
                  <a:pt x="201" y="0"/>
                  <a:pt x="259" y="37"/>
                  <a:pt x="259" y="83"/>
                </a:cubicBezTo>
                <a:cubicBezTo>
                  <a:pt x="259" y="128"/>
                  <a:pt x="201" y="165"/>
                  <a:pt x="129" y="165"/>
                </a:cubicBezTo>
                <a:cubicBezTo>
                  <a:pt x="58" y="165"/>
                  <a:pt x="0" y="128"/>
                  <a:pt x="0" y="83"/>
                </a:cubicBezTo>
                <a:cubicBezTo>
                  <a:pt x="0" y="37"/>
                  <a:pt x="58" y="0"/>
                  <a:pt x="129" y="0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4" name="Freeform 9"/>
          <p:cNvSpPr>
            <a:spLocks noGrp="1"/>
          </p:cNvSpPr>
          <p:nvPr/>
        </p:nvSpPr>
        <p:spPr>
          <a:xfrm>
            <a:off x="9899650" y="238760"/>
            <a:ext cx="326390" cy="256540"/>
          </a:xfrm>
          <a:custGeom>
            <a:avLst/>
            <a:gdLst/>
            <a:ahLst/>
            <a:cxnLst/>
            <a:rect l="l" t="t" r="r" b="b"/>
            <a:pathLst>
              <a:path w="211" h="165">
                <a:moveTo>
                  <a:pt x="105" y="4"/>
                </a:moveTo>
                <a:cubicBezTo>
                  <a:pt x="161" y="4"/>
                  <a:pt x="207" y="39"/>
                  <a:pt x="207" y="83"/>
                </a:cubicBezTo>
                <a:cubicBezTo>
                  <a:pt x="207" y="126"/>
                  <a:pt x="161" y="161"/>
                  <a:pt x="105" y="161"/>
                </a:cubicBezTo>
                <a:cubicBezTo>
                  <a:pt x="50" y="161"/>
                  <a:pt x="4" y="126"/>
                  <a:pt x="4" y="83"/>
                </a:cubicBezTo>
                <a:cubicBezTo>
                  <a:pt x="4" y="39"/>
                  <a:pt x="50" y="4"/>
                  <a:pt x="105" y="4"/>
                </a:cubicBezTo>
                <a:close/>
                <a:moveTo>
                  <a:pt x="105" y="0"/>
                </a:moveTo>
                <a:cubicBezTo>
                  <a:pt x="163" y="0"/>
                  <a:pt x="211" y="37"/>
                  <a:pt x="211" y="83"/>
                </a:cubicBezTo>
                <a:cubicBezTo>
                  <a:pt x="211" y="128"/>
                  <a:pt x="163" y="165"/>
                  <a:pt x="105" y="165"/>
                </a:cubicBezTo>
                <a:cubicBezTo>
                  <a:pt x="48" y="165"/>
                  <a:pt x="0" y="128"/>
                  <a:pt x="0" y="83"/>
                </a:cubicBezTo>
                <a:cubicBezTo>
                  <a:pt x="0" y="37"/>
                  <a:pt x="48" y="0"/>
                  <a:pt x="105" y="0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5" name="Freeform 10"/>
          <p:cNvSpPr>
            <a:spLocks noGrp="1"/>
          </p:cNvSpPr>
          <p:nvPr/>
        </p:nvSpPr>
        <p:spPr>
          <a:xfrm>
            <a:off x="9777730" y="157480"/>
            <a:ext cx="568960" cy="412750"/>
          </a:xfrm>
          <a:custGeom>
            <a:avLst/>
            <a:gdLst/>
            <a:ahLst/>
            <a:cxnLst/>
            <a:rect l="l" t="t" r="r" b="b"/>
            <a:pathLst>
              <a:path w="368" h="265">
                <a:moveTo>
                  <a:pt x="184" y="0"/>
                </a:moveTo>
                <a:cubicBezTo>
                  <a:pt x="286" y="0"/>
                  <a:pt x="368" y="60"/>
                  <a:pt x="368" y="133"/>
                </a:cubicBezTo>
                <a:cubicBezTo>
                  <a:pt x="368" y="206"/>
                  <a:pt x="286" y="265"/>
                  <a:pt x="184" y="265"/>
                </a:cubicBezTo>
                <a:cubicBezTo>
                  <a:pt x="83" y="265"/>
                  <a:pt x="0" y="206"/>
                  <a:pt x="0" y="133"/>
                </a:cubicBezTo>
                <a:cubicBezTo>
                  <a:pt x="0" y="60"/>
                  <a:pt x="83" y="0"/>
                  <a:pt x="184" y="0"/>
                </a:cubicBezTo>
                <a:close/>
                <a:moveTo>
                  <a:pt x="184" y="7"/>
                </a:moveTo>
                <a:cubicBezTo>
                  <a:pt x="280" y="7"/>
                  <a:pt x="359" y="64"/>
                  <a:pt x="359" y="133"/>
                </a:cubicBezTo>
                <a:cubicBezTo>
                  <a:pt x="359" y="202"/>
                  <a:pt x="280" y="258"/>
                  <a:pt x="184" y="258"/>
                </a:cubicBezTo>
                <a:cubicBezTo>
                  <a:pt x="88" y="258"/>
                  <a:pt x="9" y="202"/>
                  <a:pt x="9" y="133"/>
                </a:cubicBezTo>
                <a:cubicBezTo>
                  <a:pt x="9" y="64"/>
                  <a:pt x="88" y="7"/>
                  <a:pt x="184" y="7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6" name="Freeform 11"/>
          <p:cNvSpPr>
            <a:spLocks noGrp="1"/>
          </p:cNvSpPr>
          <p:nvPr/>
        </p:nvSpPr>
        <p:spPr>
          <a:xfrm>
            <a:off x="10007600" y="447040"/>
            <a:ext cx="107950" cy="17780"/>
          </a:xfrm>
          <a:custGeom>
            <a:avLst/>
            <a:gdLst/>
            <a:ahLst/>
            <a:cxnLst/>
            <a:rect l="l" t="t" r="r" b="b"/>
            <a:pathLst>
              <a:path w="70" h="11">
                <a:moveTo>
                  <a:pt x="0" y="0"/>
                </a:moveTo>
                <a:lnTo>
                  <a:pt x="1" y="0"/>
                </a:lnTo>
                <a:lnTo>
                  <a:pt x="2" y="6"/>
                </a:lnTo>
                <a:cubicBezTo>
                  <a:pt x="3" y="6"/>
                  <a:pt x="3" y="7"/>
                  <a:pt x="3" y="7"/>
                </a:cubicBezTo>
                <a:cubicBezTo>
                  <a:pt x="3" y="7"/>
                  <a:pt x="3" y="8"/>
                  <a:pt x="3" y="8"/>
                </a:cubicBezTo>
                <a:cubicBezTo>
                  <a:pt x="3" y="8"/>
                  <a:pt x="3" y="7"/>
                  <a:pt x="3" y="6"/>
                </a:cubicBezTo>
                <a:cubicBezTo>
                  <a:pt x="3" y="6"/>
                  <a:pt x="3" y="6"/>
                  <a:pt x="3" y="6"/>
                </a:cubicBezTo>
                <a:lnTo>
                  <a:pt x="4" y="0"/>
                </a:lnTo>
                <a:lnTo>
                  <a:pt x="5" y="0"/>
                </a:lnTo>
                <a:lnTo>
                  <a:pt x="7" y="6"/>
                </a:lnTo>
                <a:cubicBezTo>
                  <a:pt x="7" y="6"/>
                  <a:pt x="7" y="7"/>
                  <a:pt x="7" y="7"/>
                </a:cubicBezTo>
                <a:cubicBezTo>
                  <a:pt x="7" y="7"/>
                  <a:pt x="7" y="8"/>
                  <a:pt x="7" y="8"/>
                </a:cubicBezTo>
                <a:cubicBezTo>
                  <a:pt x="7" y="8"/>
                  <a:pt x="7" y="7"/>
                  <a:pt x="7" y="7"/>
                </a:cubicBezTo>
                <a:cubicBezTo>
                  <a:pt x="7" y="7"/>
                  <a:pt x="7" y="6"/>
                  <a:pt x="7" y="6"/>
                </a:cubicBezTo>
                <a:lnTo>
                  <a:pt x="8" y="0"/>
                </a:lnTo>
                <a:lnTo>
                  <a:pt x="10" y="0"/>
                </a:lnTo>
                <a:lnTo>
                  <a:pt x="7" y="10"/>
                </a:lnTo>
                <a:lnTo>
                  <a:pt x="6" y="10"/>
                </a:lnTo>
                <a:lnTo>
                  <a:pt x="5" y="5"/>
                </a:lnTo>
                <a:cubicBezTo>
                  <a:pt x="5" y="4"/>
                  <a:pt x="5" y="4"/>
                  <a:pt x="5" y="4"/>
                </a:cubicBezTo>
                <a:cubicBezTo>
                  <a:pt x="5" y="3"/>
                  <a:pt x="5" y="3"/>
                  <a:pt x="5" y="2"/>
                </a:cubicBezTo>
                <a:cubicBezTo>
                  <a:pt x="5" y="3"/>
                  <a:pt x="5" y="3"/>
                  <a:pt x="5" y="4"/>
                </a:cubicBezTo>
                <a:cubicBezTo>
                  <a:pt x="5" y="4"/>
                  <a:pt x="5" y="4"/>
                  <a:pt x="4" y="5"/>
                </a:cubicBezTo>
                <a:lnTo>
                  <a:pt x="3" y="10"/>
                </a:lnTo>
                <a:lnTo>
                  <a:pt x="2" y="10"/>
                </a:lnTo>
                <a:lnTo>
                  <a:pt x="0" y="0"/>
                </a:lnTo>
                <a:close/>
              </a:path>
              <a:path w="70" h="11">
                <a:moveTo>
                  <a:pt x="10" y="0"/>
                </a:moveTo>
                <a:lnTo>
                  <a:pt x="12" y="0"/>
                </a:lnTo>
                <a:lnTo>
                  <a:pt x="12" y="7"/>
                </a:lnTo>
                <a:cubicBezTo>
                  <a:pt x="12" y="8"/>
                  <a:pt x="12" y="8"/>
                  <a:pt x="12" y="9"/>
                </a:cubicBezTo>
                <a:cubicBezTo>
                  <a:pt x="12" y="9"/>
                  <a:pt x="13" y="9"/>
                  <a:pt x="13" y="9"/>
                </a:cubicBezTo>
                <a:cubicBezTo>
                  <a:pt x="14" y="9"/>
                  <a:pt x="14" y="9"/>
                  <a:pt x="15" y="9"/>
                </a:cubicBezTo>
                <a:cubicBezTo>
                  <a:pt x="15" y="8"/>
                  <a:pt x="15" y="8"/>
                  <a:pt x="15" y="7"/>
                </a:cubicBezTo>
                <a:lnTo>
                  <a:pt x="15" y="0"/>
                </a:lnTo>
                <a:lnTo>
                  <a:pt x="16" y="0"/>
                </a:lnTo>
                <a:lnTo>
                  <a:pt x="16" y="7"/>
                </a:lnTo>
                <a:cubicBezTo>
                  <a:pt x="16" y="8"/>
                  <a:pt x="16" y="9"/>
                  <a:pt x="15" y="10"/>
                </a:cubicBezTo>
                <a:cubicBezTo>
                  <a:pt x="15" y="10"/>
                  <a:pt x="14" y="11"/>
                  <a:pt x="13" y="11"/>
                </a:cubicBezTo>
                <a:cubicBezTo>
                  <a:pt x="12" y="11"/>
                  <a:pt x="12" y="10"/>
                  <a:pt x="11" y="10"/>
                </a:cubicBezTo>
                <a:cubicBezTo>
                  <a:pt x="11" y="9"/>
                  <a:pt x="10" y="8"/>
                  <a:pt x="10" y="7"/>
                </a:cubicBezTo>
                <a:lnTo>
                  <a:pt x="10" y="0"/>
                </a:lnTo>
                <a:close/>
              </a:path>
              <a:path w="70" h="11">
                <a:moveTo>
                  <a:pt x="18" y="0"/>
                </a:moveTo>
                <a:lnTo>
                  <a:pt x="19" y="0"/>
                </a:lnTo>
                <a:lnTo>
                  <a:pt x="19" y="4"/>
                </a:lnTo>
                <a:lnTo>
                  <a:pt x="22" y="4"/>
                </a:lnTo>
                <a:lnTo>
                  <a:pt x="22" y="0"/>
                </a:lnTo>
                <a:lnTo>
                  <a:pt x="23" y="0"/>
                </a:lnTo>
                <a:lnTo>
                  <a:pt x="23" y="10"/>
                </a:lnTo>
                <a:lnTo>
                  <a:pt x="22" y="10"/>
                </a:lnTo>
                <a:lnTo>
                  <a:pt x="22" y="6"/>
                </a:lnTo>
                <a:lnTo>
                  <a:pt x="19" y="6"/>
                </a:lnTo>
                <a:lnTo>
                  <a:pt x="19" y="10"/>
                </a:lnTo>
                <a:lnTo>
                  <a:pt x="18" y="10"/>
                </a:lnTo>
                <a:lnTo>
                  <a:pt x="18" y="0"/>
                </a:lnTo>
                <a:close/>
              </a:path>
              <a:path w="70" h="11">
                <a:moveTo>
                  <a:pt x="26" y="0"/>
                </a:moveTo>
                <a:lnTo>
                  <a:pt x="28" y="0"/>
                </a:lnTo>
                <a:lnTo>
                  <a:pt x="30" y="10"/>
                </a:lnTo>
                <a:lnTo>
                  <a:pt x="29" y="10"/>
                </a:lnTo>
                <a:lnTo>
                  <a:pt x="29" y="8"/>
                </a:lnTo>
                <a:lnTo>
                  <a:pt x="26" y="8"/>
                </a:lnTo>
                <a:lnTo>
                  <a:pt x="25" y="10"/>
                </a:lnTo>
                <a:lnTo>
                  <a:pt x="24" y="10"/>
                </a:lnTo>
                <a:lnTo>
                  <a:pt x="26" y="0"/>
                </a:lnTo>
                <a:close/>
                <a:moveTo>
                  <a:pt x="27" y="1"/>
                </a:moveTo>
                <a:lnTo>
                  <a:pt x="26" y="6"/>
                </a:lnTo>
                <a:lnTo>
                  <a:pt x="28" y="6"/>
                </a:lnTo>
                <a:lnTo>
                  <a:pt x="27" y="1"/>
                </a:lnTo>
                <a:close/>
              </a:path>
              <a:path w="70" h="11">
                <a:moveTo>
                  <a:pt x="31" y="0"/>
                </a:moveTo>
                <a:lnTo>
                  <a:pt x="32" y="0"/>
                </a:lnTo>
                <a:lnTo>
                  <a:pt x="35" y="6"/>
                </a:lnTo>
                <a:cubicBezTo>
                  <a:pt x="35" y="6"/>
                  <a:pt x="35" y="7"/>
                  <a:pt x="35" y="7"/>
                </a:cubicBezTo>
                <a:cubicBezTo>
                  <a:pt x="36" y="7"/>
                  <a:pt x="36" y="8"/>
                  <a:pt x="36" y="8"/>
                </a:cubicBezTo>
                <a:cubicBezTo>
                  <a:pt x="36" y="8"/>
                  <a:pt x="36" y="7"/>
                  <a:pt x="36" y="7"/>
                </a:cubicBezTo>
                <a:cubicBezTo>
                  <a:pt x="36" y="7"/>
                  <a:pt x="36" y="6"/>
                  <a:pt x="36" y="6"/>
                </a:cubicBezTo>
                <a:lnTo>
                  <a:pt x="36" y="0"/>
                </a:lnTo>
                <a:lnTo>
                  <a:pt x="37" y="0"/>
                </a:lnTo>
                <a:lnTo>
                  <a:pt x="37" y="10"/>
                </a:lnTo>
                <a:lnTo>
                  <a:pt x="36" y="10"/>
                </a:lnTo>
                <a:lnTo>
                  <a:pt x="33" y="4"/>
                </a:lnTo>
                <a:cubicBezTo>
                  <a:pt x="33" y="4"/>
                  <a:pt x="33" y="4"/>
                  <a:pt x="33" y="3"/>
                </a:cubicBezTo>
                <a:cubicBezTo>
                  <a:pt x="32" y="3"/>
                  <a:pt x="32" y="2"/>
                  <a:pt x="32" y="2"/>
                </a:cubicBezTo>
                <a:cubicBezTo>
                  <a:pt x="32" y="2"/>
                  <a:pt x="32" y="2"/>
                  <a:pt x="32" y="3"/>
                </a:cubicBezTo>
                <a:cubicBezTo>
                  <a:pt x="32" y="3"/>
                  <a:pt x="32" y="4"/>
                  <a:pt x="32" y="4"/>
                </a:cubicBezTo>
                <a:lnTo>
                  <a:pt x="32" y="10"/>
                </a:lnTo>
                <a:lnTo>
                  <a:pt x="31" y="10"/>
                </a:lnTo>
                <a:lnTo>
                  <a:pt x="31" y="0"/>
                </a:lnTo>
                <a:close/>
              </a:path>
              <a:path w="70" h="11">
                <a:moveTo>
                  <a:pt x="46" y="3"/>
                </a:moveTo>
                <a:lnTo>
                  <a:pt x="45" y="3"/>
                </a:lnTo>
                <a:cubicBezTo>
                  <a:pt x="45" y="3"/>
                  <a:pt x="45" y="2"/>
                  <a:pt x="44" y="2"/>
                </a:cubicBezTo>
                <a:cubicBezTo>
                  <a:pt x="44" y="1"/>
                  <a:pt x="44" y="1"/>
                  <a:pt x="43" y="1"/>
                </a:cubicBezTo>
                <a:cubicBezTo>
                  <a:pt x="43" y="1"/>
                  <a:pt x="42" y="2"/>
                  <a:pt x="42" y="2"/>
                </a:cubicBezTo>
                <a:cubicBezTo>
                  <a:pt x="42" y="3"/>
                  <a:pt x="42" y="4"/>
                  <a:pt x="42" y="5"/>
                </a:cubicBezTo>
                <a:cubicBezTo>
                  <a:pt x="42" y="7"/>
                  <a:pt x="42" y="8"/>
                  <a:pt x="42" y="8"/>
                </a:cubicBezTo>
                <a:cubicBezTo>
                  <a:pt x="42" y="9"/>
                  <a:pt x="43" y="9"/>
                  <a:pt x="43" y="9"/>
                </a:cubicBezTo>
                <a:cubicBezTo>
                  <a:pt x="44" y="9"/>
                  <a:pt x="44" y="9"/>
                  <a:pt x="45" y="9"/>
                </a:cubicBezTo>
                <a:cubicBezTo>
                  <a:pt x="45" y="8"/>
                  <a:pt x="45" y="8"/>
                  <a:pt x="45" y="7"/>
                </a:cubicBezTo>
                <a:lnTo>
                  <a:pt x="46" y="8"/>
                </a:lnTo>
                <a:cubicBezTo>
                  <a:pt x="46" y="9"/>
                  <a:pt x="46" y="9"/>
                  <a:pt x="45" y="10"/>
                </a:cubicBezTo>
                <a:cubicBezTo>
                  <a:pt x="45" y="10"/>
                  <a:pt x="44" y="11"/>
                  <a:pt x="43" y="11"/>
                </a:cubicBezTo>
                <a:cubicBezTo>
                  <a:pt x="42" y="11"/>
                  <a:pt x="42" y="10"/>
                  <a:pt x="41" y="9"/>
                </a:cubicBezTo>
                <a:cubicBezTo>
                  <a:pt x="41" y="8"/>
                  <a:pt x="40" y="7"/>
                  <a:pt x="40" y="5"/>
                </a:cubicBezTo>
                <a:cubicBezTo>
                  <a:pt x="40" y="4"/>
                  <a:pt x="41" y="2"/>
                  <a:pt x="41" y="1"/>
                </a:cubicBezTo>
                <a:cubicBezTo>
                  <a:pt x="42" y="0"/>
                  <a:pt x="43" y="0"/>
                  <a:pt x="43" y="0"/>
                </a:cubicBezTo>
                <a:cubicBezTo>
                  <a:pt x="44" y="0"/>
                  <a:pt x="45" y="0"/>
                  <a:pt x="45" y="1"/>
                </a:cubicBezTo>
                <a:cubicBezTo>
                  <a:pt x="46" y="1"/>
                  <a:pt x="46" y="2"/>
                  <a:pt x="46" y="3"/>
                </a:cubicBezTo>
                <a:close/>
              </a:path>
              <a:path w="70" h="11">
                <a:moveTo>
                  <a:pt x="47" y="0"/>
                </a:moveTo>
                <a:lnTo>
                  <a:pt x="48" y="0"/>
                </a:lnTo>
                <a:lnTo>
                  <a:pt x="48" y="4"/>
                </a:lnTo>
                <a:lnTo>
                  <a:pt x="52" y="4"/>
                </a:lnTo>
                <a:lnTo>
                  <a:pt x="52" y="0"/>
                </a:lnTo>
                <a:lnTo>
                  <a:pt x="53" y="0"/>
                </a:lnTo>
                <a:lnTo>
                  <a:pt x="53" y="10"/>
                </a:lnTo>
                <a:lnTo>
                  <a:pt x="52" y="10"/>
                </a:lnTo>
                <a:lnTo>
                  <a:pt x="52" y="6"/>
                </a:lnTo>
                <a:lnTo>
                  <a:pt x="48" y="6"/>
                </a:lnTo>
                <a:lnTo>
                  <a:pt x="48" y="10"/>
                </a:lnTo>
                <a:lnTo>
                  <a:pt x="47" y="10"/>
                </a:lnTo>
                <a:lnTo>
                  <a:pt x="47" y="0"/>
                </a:lnTo>
                <a:close/>
              </a:path>
              <a:path w="70" h="11">
                <a:moveTo>
                  <a:pt x="55" y="0"/>
                </a:moveTo>
                <a:lnTo>
                  <a:pt x="56" y="0"/>
                </a:lnTo>
                <a:lnTo>
                  <a:pt x="56" y="10"/>
                </a:lnTo>
                <a:lnTo>
                  <a:pt x="55" y="10"/>
                </a:lnTo>
                <a:lnTo>
                  <a:pt x="55" y="0"/>
                </a:lnTo>
                <a:close/>
              </a:path>
              <a:path w="70" h="11">
                <a:moveTo>
                  <a:pt x="57" y="0"/>
                </a:moveTo>
                <a:lnTo>
                  <a:pt x="59" y="0"/>
                </a:lnTo>
                <a:lnTo>
                  <a:pt x="61" y="6"/>
                </a:lnTo>
                <a:cubicBezTo>
                  <a:pt x="61" y="6"/>
                  <a:pt x="61" y="7"/>
                  <a:pt x="62" y="7"/>
                </a:cubicBezTo>
                <a:cubicBezTo>
                  <a:pt x="62" y="7"/>
                  <a:pt x="62" y="8"/>
                  <a:pt x="62" y="8"/>
                </a:cubicBezTo>
                <a:cubicBezTo>
                  <a:pt x="62" y="8"/>
                  <a:pt x="62" y="7"/>
                  <a:pt x="62" y="7"/>
                </a:cubicBezTo>
                <a:cubicBezTo>
                  <a:pt x="62" y="7"/>
                  <a:pt x="62" y="6"/>
                  <a:pt x="62" y="6"/>
                </a:cubicBezTo>
                <a:lnTo>
                  <a:pt x="62" y="0"/>
                </a:lnTo>
                <a:lnTo>
                  <a:pt x="63" y="0"/>
                </a:lnTo>
                <a:lnTo>
                  <a:pt x="63" y="10"/>
                </a:lnTo>
                <a:lnTo>
                  <a:pt x="62" y="10"/>
                </a:lnTo>
                <a:lnTo>
                  <a:pt x="59" y="4"/>
                </a:lnTo>
                <a:cubicBezTo>
                  <a:pt x="59" y="4"/>
                  <a:pt x="59" y="4"/>
                  <a:pt x="59" y="3"/>
                </a:cubicBezTo>
                <a:cubicBezTo>
                  <a:pt x="59" y="3"/>
                  <a:pt x="59" y="2"/>
                  <a:pt x="58" y="2"/>
                </a:cubicBezTo>
                <a:cubicBezTo>
                  <a:pt x="58" y="2"/>
                  <a:pt x="58" y="2"/>
                  <a:pt x="58" y="3"/>
                </a:cubicBezTo>
                <a:cubicBezTo>
                  <a:pt x="58" y="3"/>
                  <a:pt x="58" y="4"/>
                  <a:pt x="58" y="4"/>
                </a:cubicBezTo>
                <a:lnTo>
                  <a:pt x="58" y="10"/>
                </a:lnTo>
                <a:lnTo>
                  <a:pt x="57" y="10"/>
                </a:lnTo>
                <a:lnTo>
                  <a:pt x="57" y="0"/>
                </a:lnTo>
                <a:close/>
              </a:path>
              <a:path w="70" h="11">
                <a:moveTo>
                  <a:pt x="66" y="0"/>
                </a:moveTo>
                <a:lnTo>
                  <a:pt x="68" y="0"/>
                </a:lnTo>
                <a:lnTo>
                  <a:pt x="70" y="10"/>
                </a:lnTo>
                <a:lnTo>
                  <a:pt x="69" y="10"/>
                </a:lnTo>
                <a:lnTo>
                  <a:pt x="68" y="8"/>
                </a:lnTo>
                <a:lnTo>
                  <a:pt x="66" y="8"/>
                </a:lnTo>
                <a:lnTo>
                  <a:pt x="65" y="10"/>
                </a:lnTo>
                <a:lnTo>
                  <a:pt x="64" y="10"/>
                </a:lnTo>
                <a:lnTo>
                  <a:pt x="66" y="0"/>
                </a:lnTo>
                <a:close/>
                <a:moveTo>
                  <a:pt x="67" y="1"/>
                </a:moveTo>
                <a:lnTo>
                  <a:pt x="66" y="6"/>
                </a:lnTo>
                <a:lnTo>
                  <a:pt x="68" y="6"/>
                </a:lnTo>
                <a:lnTo>
                  <a:pt x="67" y="1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7" name="Freeform 12"/>
          <p:cNvSpPr>
            <a:spLocks noGrp="1"/>
          </p:cNvSpPr>
          <p:nvPr/>
        </p:nvSpPr>
        <p:spPr>
          <a:xfrm>
            <a:off x="9914890" y="411480"/>
            <a:ext cx="297180" cy="30480"/>
          </a:xfrm>
          <a:custGeom>
            <a:avLst/>
            <a:gdLst/>
            <a:ahLst/>
            <a:cxnLst/>
            <a:rect l="l" t="t" r="r" b="b"/>
            <a:pathLst>
              <a:path w="192" h="20">
                <a:moveTo>
                  <a:pt x="0" y="0"/>
                </a:moveTo>
                <a:lnTo>
                  <a:pt x="192" y="0"/>
                </a:lnTo>
                <a:cubicBezTo>
                  <a:pt x="189" y="7"/>
                  <a:pt x="184" y="13"/>
                  <a:pt x="177" y="20"/>
                </a:cubicBezTo>
                <a:lnTo>
                  <a:pt x="14" y="19"/>
                </a:lnTo>
                <a:cubicBezTo>
                  <a:pt x="7" y="15"/>
                  <a:pt x="3" y="8"/>
                  <a:pt x="0" y="0"/>
                </a:cubicBezTo>
                <a:close/>
                <a:moveTo>
                  <a:pt x="39" y="4"/>
                </a:moveTo>
                <a:cubicBezTo>
                  <a:pt x="39" y="4"/>
                  <a:pt x="39" y="5"/>
                  <a:pt x="38" y="5"/>
                </a:cubicBezTo>
                <a:cubicBezTo>
                  <a:pt x="38" y="5"/>
                  <a:pt x="38" y="5"/>
                  <a:pt x="38" y="6"/>
                </a:cubicBezTo>
                <a:cubicBezTo>
                  <a:pt x="38" y="7"/>
                  <a:pt x="38" y="7"/>
                  <a:pt x="38" y="8"/>
                </a:cubicBezTo>
                <a:cubicBezTo>
                  <a:pt x="38" y="8"/>
                  <a:pt x="38" y="9"/>
                  <a:pt x="38" y="9"/>
                </a:cubicBezTo>
                <a:cubicBezTo>
                  <a:pt x="38" y="10"/>
                  <a:pt x="38" y="11"/>
                  <a:pt x="38" y="12"/>
                </a:cubicBezTo>
                <a:lnTo>
                  <a:pt x="38" y="14"/>
                </a:lnTo>
                <a:cubicBezTo>
                  <a:pt x="38" y="15"/>
                  <a:pt x="38" y="16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7" y="17"/>
                </a:cubicBezTo>
                <a:cubicBezTo>
                  <a:pt x="37" y="17"/>
                  <a:pt x="36" y="17"/>
                  <a:pt x="36" y="17"/>
                </a:cubicBezTo>
                <a:cubicBezTo>
                  <a:pt x="35" y="16"/>
                  <a:pt x="35" y="16"/>
                  <a:pt x="35" y="16"/>
                </a:cubicBezTo>
                <a:cubicBezTo>
                  <a:pt x="34" y="16"/>
                  <a:pt x="34" y="16"/>
                  <a:pt x="34" y="16"/>
                </a:cubicBezTo>
                <a:cubicBezTo>
                  <a:pt x="34" y="16"/>
                  <a:pt x="34" y="15"/>
                  <a:pt x="34" y="15"/>
                </a:cubicBezTo>
                <a:cubicBezTo>
                  <a:pt x="34" y="15"/>
                  <a:pt x="34" y="15"/>
                  <a:pt x="34" y="15"/>
                </a:cubicBezTo>
                <a:cubicBezTo>
                  <a:pt x="35" y="15"/>
                  <a:pt x="35" y="15"/>
                  <a:pt x="36" y="15"/>
                </a:cubicBezTo>
                <a:cubicBezTo>
                  <a:pt x="36" y="15"/>
                  <a:pt x="36" y="15"/>
                  <a:pt x="36" y="15"/>
                </a:cubicBezTo>
                <a:cubicBezTo>
                  <a:pt x="37" y="15"/>
                  <a:pt x="37" y="15"/>
                  <a:pt x="37" y="15"/>
                </a:cubicBezTo>
                <a:cubicBezTo>
                  <a:pt x="37" y="15"/>
                  <a:pt x="37" y="15"/>
                  <a:pt x="37" y="14"/>
                </a:cubicBezTo>
                <a:cubicBezTo>
                  <a:pt x="37" y="14"/>
                  <a:pt x="37" y="13"/>
                  <a:pt x="37" y="12"/>
                </a:cubicBezTo>
                <a:cubicBezTo>
                  <a:pt x="36" y="11"/>
                  <a:pt x="36" y="10"/>
                  <a:pt x="36" y="8"/>
                </a:cubicBezTo>
                <a:lnTo>
                  <a:pt x="36" y="6"/>
                </a:lnTo>
                <a:cubicBezTo>
                  <a:pt x="36" y="5"/>
                  <a:pt x="36" y="5"/>
                  <a:pt x="36" y="5"/>
                </a:cubicBezTo>
                <a:cubicBezTo>
                  <a:pt x="35" y="5"/>
                  <a:pt x="35" y="5"/>
                  <a:pt x="35" y="5"/>
                </a:cubicBezTo>
                <a:cubicBezTo>
                  <a:pt x="34" y="5"/>
                  <a:pt x="34" y="5"/>
                  <a:pt x="34" y="6"/>
                </a:cubicBezTo>
                <a:cubicBezTo>
                  <a:pt x="34" y="6"/>
                  <a:pt x="34" y="6"/>
                  <a:pt x="34" y="6"/>
                </a:cubicBezTo>
                <a:cubicBezTo>
                  <a:pt x="34" y="7"/>
                  <a:pt x="34" y="7"/>
                  <a:pt x="34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6" y="7"/>
                  <a:pt x="36" y="7"/>
                  <a:pt x="36" y="7"/>
                </a:cubicBezTo>
                <a:cubicBezTo>
                  <a:pt x="36" y="7"/>
                  <a:pt x="36" y="7"/>
                  <a:pt x="35" y="7"/>
                </a:cubicBezTo>
                <a:cubicBezTo>
                  <a:pt x="35" y="7"/>
                  <a:pt x="35" y="8"/>
                  <a:pt x="35" y="8"/>
                </a:cubicBezTo>
                <a:cubicBezTo>
                  <a:pt x="34" y="8"/>
                  <a:pt x="34" y="8"/>
                  <a:pt x="34" y="8"/>
                </a:cubicBezTo>
                <a:cubicBezTo>
                  <a:pt x="34" y="8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5" y="9"/>
                  <a:pt x="35" y="9"/>
                </a:cubicBezTo>
                <a:cubicBezTo>
                  <a:pt x="35" y="9"/>
                  <a:pt x="35" y="9"/>
                  <a:pt x="35" y="9"/>
                </a:cubicBezTo>
                <a:cubicBezTo>
                  <a:pt x="36" y="9"/>
                  <a:pt x="36" y="9"/>
                  <a:pt x="36" y="9"/>
                </a:cubicBezTo>
                <a:cubicBezTo>
                  <a:pt x="36" y="9"/>
                  <a:pt x="36" y="10"/>
                  <a:pt x="36" y="10"/>
                </a:cubicBezTo>
                <a:cubicBezTo>
                  <a:pt x="36" y="10"/>
                  <a:pt x="36" y="10"/>
                  <a:pt x="36" y="10"/>
                </a:cubicBezTo>
                <a:cubicBezTo>
                  <a:pt x="36" y="10"/>
                  <a:pt x="35" y="10"/>
                  <a:pt x="35" y="11"/>
                </a:cubicBezTo>
                <a:cubicBezTo>
                  <a:pt x="35" y="11"/>
                  <a:pt x="35" y="11"/>
                  <a:pt x="34" y="11"/>
                </a:cubicBezTo>
                <a:cubicBezTo>
                  <a:pt x="34" y="11"/>
                  <a:pt x="33" y="12"/>
                  <a:pt x="33" y="12"/>
                </a:cubicBezTo>
                <a:cubicBezTo>
                  <a:pt x="33" y="12"/>
                  <a:pt x="33" y="12"/>
                  <a:pt x="33" y="12"/>
                </a:cubicBezTo>
                <a:cubicBezTo>
                  <a:pt x="32" y="13"/>
                  <a:pt x="32" y="14"/>
                  <a:pt x="32" y="14"/>
                </a:cubicBezTo>
                <a:cubicBezTo>
                  <a:pt x="32" y="14"/>
                  <a:pt x="32" y="15"/>
                  <a:pt x="32" y="15"/>
                </a:cubicBezTo>
                <a:cubicBezTo>
                  <a:pt x="32" y="15"/>
                  <a:pt x="32" y="15"/>
                  <a:pt x="32" y="15"/>
                </a:cubicBezTo>
                <a:cubicBezTo>
                  <a:pt x="32" y="15"/>
                  <a:pt x="32" y="16"/>
                  <a:pt x="31" y="16"/>
                </a:cubicBezTo>
                <a:cubicBezTo>
                  <a:pt x="31" y="16"/>
                  <a:pt x="31" y="16"/>
                  <a:pt x="30" y="16"/>
                </a:cubicBezTo>
                <a:cubicBezTo>
                  <a:pt x="30" y="16"/>
                  <a:pt x="30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30" y="15"/>
                  <a:pt x="30" y="15"/>
                  <a:pt x="31" y="15"/>
                </a:cubicBezTo>
                <a:cubicBezTo>
                  <a:pt x="31" y="15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0" y="14"/>
                  <a:pt x="29" y="13"/>
                  <a:pt x="29" y="13"/>
                </a:cubicBezTo>
                <a:cubicBezTo>
                  <a:pt x="28" y="13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9" y="13"/>
                  <a:pt x="29" y="13"/>
                  <a:pt x="30" y="13"/>
                </a:cubicBezTo>
                <a:cubicBezTo>
                  <a:pt x="30" y="13"/>
                  <a:pt x="30" y="13"/>
                  <a:pt x="30" y="12"/>
                </a:cubicBezTo>
                <a:lnTo>
                  <a:pt x="30" y="11"/>
                </a:lnTo>
                <a:cubicBezTo>
                  <a:pt x="30" y="11"/>
                  <a:pt x="30" y="11"/>
                  <a:pt x="30" y="11"/>
                </a:cubicBezTo>
                <a:cubicBezTo>
                  <a:pt x="30" y="11"/>
                  <a:pt x="30" y="11"/>
                  <a:pt x="29" y="11"/>
                </a:cubicBezTo>
                <a:cubicBezTo>
                  <a:pt x="29" y="11"/>
                  <a:pt x="29" y="12"/>
                  <a:pt x="28" y="12"/>
                </a:cubicBezTo>
                <a:cubicBezTo>
                  <a:pt x="28" y="12"/>
                  <a:pt x="28" y="13"/>
                  <a:pt x="27" y="13"/>
                </a:cubicBezTo>
                <a:cubicBezTo>
                  <a:pt x="27" y="14"/>
                  <a:pt x="26" y="14"/>
                  <a:pt x="26" y="14"/>
                </a:cubicBezTo>
                <a:cubicBezTo>
                  <a:pt x="26" y="14"/>
                  <a:pt x="26" y="14"/>
                  <a:pt x="26" y="14"/>
                </a:cubicBezTo>
                <a:cubicBezTo>
                  <a:pt x="26" y="14"/>
                  <a:pt x="25" y="14"/>
                  <a:pt x="25" y="14"/>
                </a:cubicBezTo>
                <a:cubicBezTo>
                  <a:pt x="25" y="14"/>
                  <a:pt x="25" y="13"/>
                  <a:pt x="25" y="13"/>
                </a:cubicBezTo>
                <a:cubicBezTo>
                  <a:pt x="25" y="13"/>
                  <a:pt x="25" y="13"/>
                  <a:pt x="25" y="13"/>
                </a:cubicBezTo>
                <a:cubicBezTo>
                  <a:pt x="25" y="13"/>
                  <a:pt x="26" y="13"/>
                  <a:pt x="26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12"/>
                  <a:pt x="27" y="12"/>
                  <a:pt x="27" y="11"/>
                </a:cubicBezTo>
                <a:cubicBezTo>
                  <a:pt x="26" y="10"/>
                  <a:pt x="26" y="9"/>
                  <a:pt x="26" y="9"/>
                </a:cubicBezTo>
                <a:lnTo>
                  <a:pt x="26" y="7"/>
                </a:lnTo>
                <a:lnTo>
                  <a:pt x="26" y="6"/>
                </a:lnTo>
                <a:cubicBezTo>
                  <a:pt x="26" y="6"/>
                  <a:pt x="27" y="6"/>
                  <a:pt x="27" y="6"/>
                </a:cubicBezTo>
                <a:cubicBezTo>
                  <a:pt x="27" y="6"/>
                  <a:pt x="27" y="5"/>
                  <a:pt x="28" y="5"/>
                </a:cubicBezTo>
                <a:cubicBezTo>
                  <a:pt x="28" y="5"/>
                  <a:pt x="28" y="5"/>
                  <a:pt x="29" y="5"/>
                </a:cubicBezTo>
                <a:cubicBezTo>
                  <a:pt x="30" y="5"/>
                  <a:pt x="30" y="5"/>
                  <a:pt x="30" y="5"/>
                </a:cubicBezTo>
                <a:cubicBezTo>
                  <a:pt x="31" y="5"/>
                  <a:pt x="31" y="5"/>
                  <a:pt x="31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6"/>
                  <a:pt x="32" y="6"/>
                  <a:pt x="31" y="6"/>
                </a:cubicBezTo>
                <a:cubicBezTo>
                  <a:pt x="31" y="6"/>
                  <a:pt x="31" y="7"/>
                  <a:pt x="31" y="7"/>
                </a:cubicBezTo>
                <a:cubicBezTo>
                  <a:pt x="31" y="7"/>
                  <a:pt x="31" y="8"/>
                  <a:pt x="31" y="8"/>
                </a:cubicBezTo>
                <a:cubicBezTo>
                  <a:pt x="31" y="8"/>
                  <a:pt x="31" y="9"/>
                  <a:pt x="31" y="10"/>
                </a:cubicBezTo>
                <a:cubicBezTo>
                  <a:pt x="31" y="11"/>
                  <a:pt x="31" y="11"/>
                  <a:pt x="31" y="11"/>
                </a:cubicBezTo>
                <a:cubicBezTo>
                  <a:pt x="31" y="12"/>
                  <a:pt x="31" y="12"/>
                  <a:pt x="31" y="12"/>
                </a:cubicBezTo>
                <a:cubicBezTo>
                  <a:pt x="31" y="13"/>
                  <a:pt x="31" y="13"/>
                  <a:pt x="31" y="13"/>
                </a:cubicBezTo>
                <a:cubicBezTo>
                  <a:pt x="31" y="13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2" y="13"/>
                  <a:pt x="32" y="12"/>
                </a:cubicBezTo>
                <a:cubicBezTo>
                  <a:pt x="32" y="12"/>
                  <a:pt x="32" y="11"/>
                  <a:pt x="33" y="10"/>
                </a:cubicBezTo>
                <a:cubicBezTo>
                  <a:pt x="33" y="8"/>
                  <a:pt x="33" y="6"/>
                  <a:pt x="33" y="6"/>
                </a:cubicBezTo>
                <a:cubicBezTo>
                  <a:pt x="33" y="5"/>
                  <a:pt x="33" y="5"/>
                  <a:pt x="33" y="5"/>
                </a:cubicBezTo>
                <a:cubicBezTo>
                  <a:pt x="33" y="5"/>
                  <a:pt x="33" y="4"/>
                  <a:pt x="34" y="4"/>
                </a:cubicBezTo>
                <a:cubicBezTo>
                  <a:pt x="34" y="4"/>
                  <a:pt x="34" y="4"/>
                  <a:pt x="34" y="4"/>
                </a:cubicBezTo>
                <a:cubicBezTo>
                  <a:pt x="35" y="4"/>
                  <a:pt x="35" y="4"/>
                  <a:pt x="35" y="4"/>
                </a:cubicBezTo>
                <a:cubicBezTo>
                  <a:pt x="35" y="4"/>
                  <a:pt x="36" y="4"/>
                  <a:pt x="36" y="4"/>
                </a:cubicBezTo>
                <a:cubicBezTo>
                  <a:pt x="36" y="4"/>
                  <a:pt x="37" y="4"/>
                  <a:pt x="37" y="4"/>
                </a:cubicBezTo>
                <a:cubicBezTo>
                  <a:pt x="37" y="4"/>
                  <a:pt x="37" y="4"/>
                  <a:pt x="3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39" y="4"/>
                  <a:pt x="39" y="4"/>
                  <a:pt x="39" y="4"/>
                </a:cubicBezTo>
                <a:close/>
                <a:moveTo>
                  <a:pt x="52" y="6"/>
                </a:moveTo>
                <a:cubicBezTo>
                  <a:pt x="52" y="6"/>
                  <a:pt x="53" y="6"/>
                  <a:pt x="53" y="6"/>
                </a:cubicBezTo>
                <a:cubicBezTo>
                  <a:pt x="53" y="6"/>
                  <a:pt x="54" y="6"/>
                  <a:pt x="54" y="6"/>
                </a:cubicBezTo>
                <a:cubicBezTo>
                  <a:pt x="54" y="7"/>
                  <a:pt x="55" y="7"/>
                  <a:pt x="55" y="7"/>
                </a:cubicBezTo>
                <a:cubicBezTo>
                  <a:pt x="55" y="7"/>
                  <a:pt x="55" y="7"/>
                  <a:pt x="55" y="7"/>
                </a:cubicBezTo>
                <a:cubicBezTo>
                  <a:pt x="55" y="7"/>
                  <a:pt x="55" y="7"/>
                  <a:pt x="54" y="7"/>
                </a:cubicBezTo>
                <a:cubicBezTo>
                  <a:pt x="54" y="8"/>
                  <a:pt x="54" y="8"/>
                  <a:pt x="54" y="8"/>
                </a:cubicBezTo>
                <a:cubicBezTo>
                  <a:pt x="54" y="9"/>
                  <a:pt x="54" y="9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2" y="10"/>
                  <a:pt x="52" y="10"/>
                  <a:pt x="52" y="10"/>
                </a:cubicBezTo>
                <a:cubicBezTo>
                  <a:pt x="52" y="10"/>
                  <a:pt x="51" y="10"/>
                  <a:pt x="51" y="10"/>
                </a:cubicBezTo>
                <a:cubicBezTo>
                  <a:pt x="51" y="10"/>
                  <a:pt x="51" y="10"/>
                  <a:pt x="50" y="10"/>
                </a:cubicBezTo>
                <a:cubicBezTo>
                  <a:pt x="50" y="10"/>
                  <a:pt x="49" y="10"/>
                  <a:pt x="49" y="10"/>
                </a:cubicBezTo>
                <a:cubicBezTo>
                  <a:pt x="49" y="11"/>
                  <a:pt x="48" y="11"/>
                  <a:pt x="48" y="11"/>
                </a:cubicBezTo>
                <a:cubicBezTo>
                  <a:pt x="48" y="11"/>
                  <a:pt x="48" y="10"/>
                  <a:pt x="48" y="10"/>
                </a:cubicBezTo>
                <a:cubicBezTo>
                  <a:pt x="47" y="10"/>
                  <a:pt x="47" y="9"/>
                  <a:pt x="47" y="9"/>
                </a:cubicBezTo>
                <a:cubicBezTo>
                  <a:pt x="46" y="8"/>
                  <a:pt x="46" y="8"/>
                  <a:pt x="46" y="8"/>
                </a:cubicBezTo>
                <a:cubicBezTo>
                  <a:pt x="46" y="8"/>
                  <a:pt x="46" y="7"/>
                  <a:pt x="47" y="7"/>
                </a:cubicBezTo>
                <a:cubicBezTo>
                  <a:pt x="47" y="7"/>
                  <a:pt x="47" y="7"/>
                  <a:pt x="48" y="7"/>
                </a:cubicBezTo>
                <a:cubicBezTo>
                  <a:pt x="49" y="7"/>
                  <a:pt x="49" y="7"/>
                  <a:pt x="49" y="6"/>
                </a:cubicBezTo>
                <a:cubicBezTo>
                  <a:pt x="49" y="6"/>
                  <a:pt x="49" y="6"/>
                  <a:pt x="49" y="6"/>
                </a:cubicBezTo>
                <a:cubicBezTo>
                  <a:pt x="48" y="6"/>
                  <a:pt x="48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6" y="6"/>
                  <a:pt x="46" y="5"/>
                  <a:pt x="46" y="5"/>
                </a:cubicBezTo>
                <a:cubicBezTo>
                  <a:pt x="46" y="5"/>
                  <a:pt x="46" y="5"/>
                  <a:pt x="47" y="5"/>
                </a:cubicBezTo>
                <a:cubicBezTo>
                  <a:pt x="47" y="5"/>
                  <a:pt x="47" y="5"/>
                  <a:pt x="47" y="5"/>
                </a:cubicBezTo>
                <a:cubicBezTo>
                  <a:pt x="48" y="5"/>
                  <a:pt x="49" y="5"/>
                  <a:pt x="49" y="4"/>
                </a:cubicBezTo>
                <a:cubicBezTo>
                  <a:pt x="49" y="4"/>
                  <a:pt x="49" y="4"/>
                  <a:pt x="49" y="3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1" y="2"/>
                  <a:pt x="51" y="2"/>
                  <a:pt x="51" y="2"/>
                </a:cubicBezTo>
                <a:cubicBezTo>
                  <a:pt x="51" y="2"/>
                  <a:pt x="51" y="2"/>
                  <a:pt x="51" y="3"/>
                </a:cubicBezTo>
                <a:cubicBezTo>
                  <a:pt x="50" y="3"/>
                  <a:pt x="50" y="3"/>
                  <a:pt x="50" y="4"/>
                </a:cubicBezTo>
                <a:cubicBezTo>
                  <a:pt x="50" y="4"/>
                  <a:pt x="51" y="4"/>
                  <a:pt x="51" y="4"/>
                </a:cubicBezTo>
                <a:cubicBezTo>
                  <a:pt x="51" y="4"/>
                  <a:pt x="51" y="4"/>
                  <a:pt x="52" y="4"/>
                </a:cubicBezTo>
                <a:cubicBezTo>
                  <a:pt x="52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4" y="4"/>
                  <a:pt x="54" y="5"/>
                  <a:pt x="54" y="5"/>
                </a:cubicBezTo>
                <a:cubicBezTo>
                  <a:pt x="54" y="5"/>
                  <a:pt x="54" y="5"/>
                  <a:pt x="54" y="5"/>
                </a:cubicBezTo>
                <a:cubicBezTo>
                  <a:pt x="53" y="5"/>
                  <a:pt x="53" y="5"/>
                  <a:pt x="53" y="5"/>
                </a:cubicBezTo>
                <a:cubicBezTo>
                  <a:pt x="53" y="5"/>
                  <a:pt x="53" y="5"/>
                  <a:pt x="52" y="5"/>
                </a:cubicBezTo>
                <a:cubicBezTo>
                  <a:pt x="52" y="5"/>
                  <a:pt x="51" y="5"/>
                  <a:pt x="51" y="5"/>
                </a:cubicBezTo>
                <a:lnTo>
                  <a:pt x="50" y="6"/>
                </a:lnTo>
                <a:cubicBezTo>
                  <a:pt x="50" y="6"/>
                  <a:pt x="50" y="6"/>
                  <a:pt x="50" y="6"/>
                </a:cubicBezTo>
                <a:cubicBezTo>
                  <a:pt x="50" y="6"/>
                  <a:pt x="50" y="6"/>
                  <a:pt x="51" y="6"/>
                </a:cubicBezTo>
                <a:cubicBezTo>
                  <a:pt x="51" y="6"/>
                  <a:pt x="51" y="6"/>
                  <a:pt x="52" y="6"/>
                </a:cubicBezTo>
                <a:close/>
                <a:moveTo>
                  <a:pt x="45" y="3"/>
                </a:moveTo>
                <a:cubicBezTo>
                  <a:pt x="45" y="3"/>
                  <a:pt x="45" y="3"/>
                  <a:pt x="46" y="4"/>
                </a:cubicBezTo>
                <a:cubicBezTo>
                  <a:pt x="46" y="4"/>
                  <a:pt x="46" y="4"/>
                  <a:pt x="46" y="4"/>
                </a:cubicBezTo>
                <a:cubicBezTo>
                  <a:pt x="46" y="4"/>
                  <a:pt x="46" y="5"/>
                  <a:pt x="45" y="5"/>
                </a:cubicBezTo>
                <a:cubicBezTo>
                  <a:pt x="45" y="6"/>
                  <a:pt x="44" y="6"/>
                  <a:pt x="44" y="6"/>
                </a:cubicBezTo>
                <a:cubicBezTo>
                  <a:pt x="44" y="7"/>
                  <a:pt x="44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6"/>
                  <a:pt x="43" y="6"/>
                </a:cubicBezTo>
                <a:cubicBezTo>
                  <a:pt x="43" y="6"/>
                  <a:pt x="44" y="5"/>
                  <a:pt x="44" y="4"/>
                </a:cubicBezTo>
                <a:cubicBezTo>
                  <a:pt x="44" y="4"/>
                  <a:pt x="45" y="3"/>
                  <a:pt x="45" y="3"/>
                </a:cubicBezTo>
                <a:cubicBezTo>
                  <a:pt x="45" y="3"/>
                  <a:pt x="45" y="3"/>
                  <a:pt x="45" y="3"/>
                </a:cubicBezTo>
                <a:close/>
                <a:moveTo>
                  <a:pt x="45" y="6"/>
                </a:moveTo>
                <a:cubicBezTo>
                  <a:pt x="45" y="6"/>
                  <a:pt x="45" y="6"/>
                  <a:pt x="46" y="7"/>
                </a:cubicBezTo>
                <a:cubicBezTo>
                  <a:pt x="46" y="7"/>
                  <a:pt x="46" y="7"/>
                  <a:pt x="46" y="7"/>
                </a:cubicBezTo>
                <a:cubicBezTo>
                  <a:pt x="46" y="7"/>
                  <a:pt x="46" y="8"/>
                  <a:pt x="45" y="8"/>
                </a:cubicBezTo>
                <a:cubicBezTo>
                  <a:pt x="45" y="9"/>
                  <a:pt x="44" y="9"/>
                  <a:pt x="44" y="9"/>
                </a:cubicBezTo>
                <a:cubicBezTo>
                  <a:pt x="44" y="9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5" y="10"/>
                  <a:pt x="45" y="11"/>
                  <a:pt x="45" y="11"/>
                </a:cubicBezTo>
                <a:cubicBezTo>
                  <a:pt x="45" y="11"/>
                  <a:pt x="45" y="11"/>
                  <a:pt x="45" y="11"/>
                </a:cubicBezTo>
                <a:cubicBezTo>
                  <a:pt x="45" y="11"/>
                  <a:pt x="45" y="11"/>
                  <a:pt x="45" y="12"/>
                </a:cubicBezTo>
                <a:cubicBezTo>
                  <a:pt x="45" y="12"/>
                  <a:pt x="45" y="12"/>
                  <a:pt x="45" y="13"/>
                </a:cubicBezTo>
                <a:cubicBezTo>
                  <a:pt x="45" y="14"/>
                  <a:pt x="45" y="14"/>
                  <a:pt x="45" y="14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6"/>
                  <a:pt x="45" y="16"/>
                </a:cubicBezTo>
                <a:cubicBezTo>
                  <a:pt x="45" y="16"/>
                  <a:pt x="45" y="16"/>
                  <a:pt x="44" y="16"/>
                </a:cubicBezTo>
                <a:cubicBezTo>
                  <a:pt x="44" y="16"/>
                  <a:pt x="44" y="16"/>
                  <a:pt x="44" y="16"/>
                </a:cubicBezTo>
                <a:cubicBezTo>
                  <a:pt x="44" y="16"/>
                  <a:pt x="44" y="15"/>
                  <a:pt x="44" y="14"/>
                </a:cubicBezTo>
                <a:cubicBezTo>
                  <a:pt x="44" y="14"/>
                  <a:pt x="44" y="13"/>
                  <a:pt x="44" y="13"/>
                </a:cubicBezTo>
                <a:cubicBezTo>
                  <a:pt x="44" y="13"/>
                  <a:pt x="44" y="13"/>
                  <a:pt x="44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12"/>
                  <a:pt x="44" y="12"/>
                  <a:pt x="43" y="12"/>
                </a:cubicBezTo>
                <a:cubicBezTo>
                  <a:pt x="43" y="12"/>
                  <a:pt x="43" y="12"/>
                  <a:pt x="43" y="12"/>
                </a:cubicBezTo>
                <a:cubicBezTo>
                  <a:pt x="43" y="12"/>
                  <a:pt x="42" y="12"/>
                  <a:pt x="42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2"/>
                  <a:pt x="41" y="12"/>
                </a:cubicBezTo>
                <a:cubicBezTo>
                  <a:pt x="41" y="12"/>
                  <a:pt x="41" y="11"/>
                  <a:pt x="42" y="11"/>
                </a:cubicBezTo>
                <a:cubicBezTo>
                  <a:pt x="43" y="10"/>
                  <a:pt x="43" y="10"/>
                  <a:pt x="43" y="9"/>
                </a:cubicBezTo>
                <a:cubicBezTo>
                  <a:pt x="43" y="9"/>
                  <a:pt x="44" y="8"/>
                  <a:pt x="44" y="8"/>
                </a:cubicBezTo>
                <a:cubicBezTo>
                  <a:pt x="44" y="7"/>
                  <a:pt x="45" y="7"/>
                  <a:pt x="45" y="7"/>
                </a:cubicBezTo>
                <a:cubicBezTo>
                  <a:pt x="45" y="6"/>
                  <a:pt x="45" y="6"/>
                  <a:pt x="45" y="6"/>
                </a:cubicBezTo>
                <a:close/>
                <a:moveTo>
                  <a:pt x="52" y="12"/>
                </a:moveTo>
                <a:cubicBezTo>
                  <a:pt x="52" y="12"/>
                  <a:pt x="52" y="12"/>
                  <a:pt x="52" y="12"/>
                </a:cubicBezTo>
                <a:cubicBezTo>
                  <a:pt x="53" y="13"/>
                  <a:pt x="54" y="14"/>
                  <a:pt x="54" y="14"/>
                </a:cubicBezTo>
                <a:cubicBezTo>
                  <a:pt x="55" y="15"/>
                  <a:pt x="55" y="16"/>
                  <a:pt x="55" y="16"/>
                </a:cubicBezTo>
                <a:cubicBezTo>
                  <a:pt x="55" y="16"/>
                  <a:pt x="55" y="16"/>
                  <a:pt x="55" y="16"/>
                </a:cubicBezTo>
                <a:cubicBezTo>
                  <a:pt x="55" y="16"/>
                  <a:pt x="55" y="16"/>
                  <a:pt x="54" y="16"/>
                </a:cubicBezTo>
                <a:cubicBezTo>
                  <a:pt x="54" y="16"/>
                  <a:pt x="54" y="16"/>
                  <a:pt x="53" y="16"/>
                </a:cubicBezTo>
                <a:cubicBezTo>
                  <a:pt x="53" y="16"/>
                  <a:pt x="52" y="16"/>
                  <a:pt x="52" y="16"/>
                </a:cubicBezTo>
                <a:cubicBezTo>
                  <a:pt x="52" y="16"/>
                  <a:pt x="51" y="16"/>
                  <a:pt x="51" y="16"/>
                </a:cubicBezTo>
                <a:lnTo>
                  <a:pt x="50" y="16"/>
                </a:lnTo>
                <a:cubicBezTo>
                  <a:pt x="50" y="16"/>
                  <a:pt x="50" y="16"/>
                  <a:pt x="50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5"/>
                  <a:pt x="48" y="15"/>
                  <a:pt x="48" y="15"/>
                </a:cubicBezTo>
                <a:cubicBezTo>
                  <a:pt x="48" y="15"/>
                  <a:pt x="48" y="14"/>
                  <a:pt x="48" y="14"/>
                </a:cubicBezTo>
                <a:cubicBezTo>
                  <a:pt x="48" y="14"/>
                  <a:pt x="48" y="13"/>
                  <a:pt x="48" y="13"/>
                </a:cubicBezTo>
                <a:cubicBezTo>
                  <a:pt x="48" y="13"/>
                  <a:pt x="48" y="13"/>
                  <a:pt x="48" y="13"/>
                </a:cubicBezTo>
                <a:cubicBezTo>
                  <a:pt x="48" y="13"/>
                  <a:pt x="47" y="13"/>
                  <a:pt x="47" y="14"/>
                </a:cubicBezTo>
                <a:cubicBezTo>
                  <a:pt x="47" y="14"/>
                  <a:pt x="47" y="15"/>
                  <a:pt x="47" y="15"/>
                </a:cubicBezTo>
                <a:cubicBezTo>
                  <a:pt x="47" y="15"/>
                  <a:pt x="47" y="15"/>
                  <a:pt x="47" y="15"/>
                </a:cubicBezTo>
                <a:cubicBezTo>
                  <a:pt x="46" y="15"/>
                  <a:pt x="46" y="15"/>
                  <a:pt x="46" y="15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4"/>
                  <a:pt x="46" y="14"/>
                </a:cubicBezTo>
                <a:cubicBezTo>
                  <a:pt x="46" y="13"/>
                  <a:pt x="46" y="13"/>
                  <a:pt x="47" y="13"/>
                </a:cubicBezTo>
                <a:cubicBezTo>
                  <a:pt x="47" y="13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1"/>
                  <a:pt x="47" y="11"/>
                  <a:pt x="47" y="11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11"/>
                  <a:pt x="49" y="11"/>
                  <a:pt x="49" y="11"/>
                </a:cubicBezTo>
                <a:cubicBezTo>
                  <a:pt x="49" y="11"/>
                  <a:pt x="50" y="11"/>
                  <a:pt x="50" y="11"/>
                </a:cubicBezTo>
                <a:cubicBezTo>
                  <a:pt x="50" y="11"/>
                  <a:pt x="50" y="11"/>
                  <a:pt x="50" y="11"/>
                </a:cubicBezTo>
                <a:cubicBezTo>
                  <a:pt x="51" y="11"/>
                  <a:pt x="51" y="11"/>
                  <a:pt x="51" y="11"/>
                </a:cubicBezTo>
                <a:cubicBezTo>
                  <a:pt x="51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2"/>
                  <a:pt x="52" y="12"/>
                </a:cubicBezTo>
                <a:cubicBezTo>
                  <a:pt x="52" y="12"/>
                  <a:pt x="52" y="12"/>
                  <a:pt x="52" y="12"/>
                </a:cubicBezTo>
                <a:close/>
                <a:moveTo>
                  <a:pt x="57" y="13"/>
                </a:moveTo>
                <a:cubicBezTo>
                  <a:pt x="57" y="13"/>
                  <a:pt x="57" y="13"/>
                  <a:pt x="57" y="14"/>
                </a:cubicBezTo>
                <a:cubicBezTo>
                  <a:pt x="57" y="14"/>
                  <a:pt x="57" y="14"/>
                  <a:pt x="57" y="14"/>
                </a:cubicBezTo>
                <a:cubicBezTo>
                  <a:pt x="56" y="14"/>
                  <a:pt x="56" y="14"/>
                  <a:pt x="55" y="13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5" y="12"/>
                  <a:pt x="55" y="12"/>
                  <a:pt x="56" y="12"/>
                </a:cubicBezTo>
                <a:cubicBezTo>
                  <a:pt x="56" y="12"/>
                  <a:pt x="56" y="12"/>
                  <a:pt x="56" y="12"/>
                </a:cubicBezTo>
                <a:cubicBezTo>
                  <a:pt x="56" y="12"/>
                  <a:pt x="57" y="12"/>
                  <a:pt x="57" y="12"/>
                </a:cubicBezTo>
                <a:cubicBezTo>
                  <a:pt x="57" y="12"/>
                  <a:pt x="57" y="12"/>
                  <a:pt x="57" y="13"/>
                </a:cubicBezTo>
                <a:cubicBezTo>
                  <a:pt x="57" y="13"/>
                  <a:pt x="57" y="13"/>
                  <a:pt x="57" y="13"/>
                </a:cubicBezTo>
                <a:close/>
                <a:moveTo>
                  <a:pt x="71" y="5"/>
                </a:move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6"/>
                  <a:pt x="71" y="6"/>
                </a:cubicBezTo>
                <a:cubicBezTo>
                  <a:pt x="70" y="6"/>
                  <a:pt x="70" y="6"/>
                  <a:pt x="70" y="7"/>
                </a:cubicBezTo>
                <a:cubicBezTo>
                  <a:pt x="70" y="7"/>
                  <a:pt x="70" y="7"/>
                  <a:pt x="70" y="8"/>
                </a:cubicBezTo>
                <a:cubicBezTo>
                  <a:pt x="70" y="8"/>
                  <a:pt x="70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8"/>
                  <a:pt x="68" y="8"/>
                </a:cubicBezTo>
                <a:cubicBezTo>
                  <a:pt x="68" y="8"/>
                  <a:pt x="68" y="8"/>
                  <a:pt x="68" y="8"/>
                </a:cubicBezTo>
                <a:cubicBezTo>
                  <a:pt x="68" y="8"/>
                  <a:pt x="67" y="8"/>
                  <a:pt x="66" y="9"/>
                </a:cubicBezTo>
                <a:cubicBezTo>
                  <a:pt x="66" y="9"/>
                  <a:pt x="65" y="9"/>
                  <a:pt x="65" y="9"/>
                </a:cubicBezTo>
                <a:cubicBezTo>
                  <a:pt x="65" y="9"/>
                  <a:pt x="65" y="9"/>
                  <a:pt x="65" y="9"/>
                </a:cubicBezTo>
                <a:cubicBezTo>
                  <a:pt x="65" y="9"/>
                  <a:pt x="65" y="9"/>
                  <a:pt x="64" y="9"/>
                </a:cubicBezTo>
                <a:cubicBezTo>
                  <a:pt x="64" y="8"/>
                  <a:pt x="64" y="8"/>
                  <a:pt x="63" y="7"/>
                </a:cubicBezTo>
                <a:cubicBezTo>
                  <a:pt x="63" y="7"/>
                  <a:pt x="63" y="6"/>
                  <a:pt x="63" y="6"/>
                </a:cubicBezTo>
                <a:cubicBezTo>
                  <a:pt x="63" y="6"/>
                  <a:pt x="63" y="7"/>
                  <a:pt x="63" y="7"/>
                </a:cubicBezTo>
                <a:cubicBezTo>
                  <a:pt x="63" y="8"/>
                  <a:pt x="62" y="10"/>
                  <a:pt x="61" y="11"/>
                </a:cubicBezTo>
                <a:cubicBezTo>
                  <a:pt x="61" y="12"/>
                  <a:pt x="61" y="12"/>
                  <a:pt x="61" y="13"/>
                </a:cubicBezTo>
                <a:cubicBezTo>
                  <a:pt x="61" y="13"/>
                  <a:pt x="61" y="14"/>
                  <a:pt x="61" y="14"/>
                </a:cubicBezTo>
                <a:cubicBezTo>
                  <a:pt x="60" y="14"/>
                  <a:pt x="60" y="14"/>
                  <a:pt x="60" y="14"/>
                </a:cubicBezTo>
                <a:cubicBezTo>
                  <a:pt x="59" y="15"/>
                  <a:pt x="59" y="15"/>
                  <a:pt x="58" y="15"/>
                </a:cubicBezTo>
                <a:cubicBezTo>
                  <a:pt x="58" y="15"/>
                  <a:pt x="58" y="16"/>
                  <a:pt x="58" y="16"/>
                </a:cubicBezTo>
                <a:cubicBezTo>
                  <a:pt x="57" y="16"/>
                  <a:pt x="57" y="16"/>
                  <a:pt x="57" y="15"/>
                </a:cubicBezTo>
                <a:cubicBezTo>
                  <a:pt x="57" y="15"/>
                  <a:pt x="58" y="15"/>
                  <a:pt x="58" y="15"/>
                </a:cubicBezTo>
                <a:cubicBezTo>
                  <a:pt x="58" y="14"/>
                  <a:pt x="59" y="14"/>
                  <a:pt x="59" y="13"/>
                </a:cubicBezTo>
                <a:cubicBezTo>
                  <a:pt x="59" y="13"/>
                  <a:pt x="60" y="13"/>
                  <a:pt x="60" y="12"/>
                </a:cubicBezTo>
                <a:cubicBezTo>
                  <a:pt x="60" y="11"/>
                  <a:pt x="61" y="10"/>
                  <a:pt x="61" y="9"/>
                </a:cubicBezTo>
                <a:cubicBezTo>
                  <a:pt x="62" y="8"/>
                  <a:pt x="62" y="7"/>
                  <a:pt x="62" y="6"/>
                </a:cubicBezTo>
                <a:cubicBezTo>
                  <a:pt x="63" y="5"/>
                  <a:pt x="63" y="4"/>
                  <a:pt x="63" y="3"/>
                </a:cubicBezTo>
                <a:cubicBezTo>
                  <a:pt x="63" y="3"/>
                  <a:pt x="63" y="3"/>
                  <a:pt x="63" y="3"/>
                </a:cubicBezTo>
                <a:cubicBezTo>
                  <a:pt x="63" y="2"/>
                  <a:pt x="63" y="2"/>
                  <a:pt x="63" y="2"/>
                </a:cubicBezTo>
                <a:cubicBezTo>
                  <a:pt x="63" y="2"/>
                  <a:pt x="64" y="2"/>
                  <a:pt x="64" y="3"/>
                </a:cubicBezTo>
                <a:cubicBezTo>
                  <a:pt x="64" y="3"/>
                  <a:pt x="64" y="3"/>
                  <a:pt x="64" y="3"/>
                </a:cubicBezTo>
                <a:cubicBezTo>
                  <a:pt x="64" y="3"/>
                  <a:pt x="65" y="3"/>
                  <a:pt x="65" y="3"/>
                </a:cubicBezTo>
                <a:cubicBezTo>
                  <a:pt x="66" y="2"/>
                  <a:pt x="66" y="2"/>
                  <a:pt x="66" y="2"/>
                </a:cubicBezTo>
                <a:cubicBezTo>
                  <a:pt x="67" y="2"/>
                  <a:pt x="67" y="2"/>
                  <a:pt x="68" y="2"/>
                </a:cubicBezTo>
                <a:cubicBezTo>
                  <a:pt x="68" y="2"/>
                  <a:pt x="68" y="2"/>
                  <a:pt x="68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3"/>
                </a:cubicBezTo>
                <a:cubicBezTo>
                  <a:pt x="70" y="3"/>
                  <a:pt x="70" y="3"/>
                  <a:pt x="70" y="3"/>
                </a:cubicBezTo>
                <a:cubicBezTo>
                  <a:pt x="70" y="3"/>
                  <a:pt x="70" y="3"/>
                  <a:pt x="69" y="3"/>
                </a:cubicBezTo>
                <a:cubicBezTo>
                  <a:pt x="68" y="3"/>
                  <a:pt x="68" y="3"/>
                  <a:pt x="67" y="4"/>
                </a:cubicBezTo>
                <a:cubicBezTo>
                  <a:pt x="67" y="4"/>
                  <a:pt x="67" y="4"/>
                  <a:pt x="67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5" y="4"/>
                  <a:pt x="65" y="4"/>
                </a:cubicBezTo>
                <a:cubicBezTo>
                  <a:pt x="65" y="4"/>
                  <a:pt x="65" y="4"/>
                  <a:pt x="64" y="4"/>
                </a:cubicBezTo>
                <a:cubicBezTo>
                  <a:pt x="64" y="4"/>
                  <a:pt x="64" y="4"/>
                  <a:pt x="64" y="4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5" y="5"/>
                  <a:pt x="66" y="5"/>
                  <a:pt x="67" y="4"/>
                </a:cubicBezTo>
                <a:cubicBezTo>
                  <a:pt x="68" y="4"/>
                  <a:pt x="68" y="4"/>
                  <a:pt x="69" y="4"/>
                </a:cubicBezTo>
                <a:cubicBezTo>
                  <a:pt x="70" y="4"/>
                  <a:pt x="70" y="4"/>
                  <a:pt x="70" y="5"/>
                </a:cubicBez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5"/>
                  <a:pt x="71" y="5"/>
                </a:cubicBezTo>
                <a:close/>
                <a:moveTo>
                  <a:pt x="72" y="12"/>
                </a:moveTo>
                <a:cubicBezTo>
                  <a:pt x="72" y="12"/>
                  <a:pt x="72" y="12"/>
                  <a:pt x="72" y="12"/>
                </a:cubicBezTo>
                <a:cubicBezTo>
                  <a:pt x="72" y="12"/>
                  <a:pt x="73" y="12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2" y="13"/>
                  <a:pt x="72" y="13"/>
                </a:cubicBezTo>
                <a:cubicBezTo>
                  <a:pt x="72" y="13"/>
                  <a:pt x="71" y="13"/>
                  <a:pt x="70" y="13"/>
                </a:cubicBezTo>
                <a:cubicBezTo>
                  <a:pt x="69" y="13"/>
                  <a:pt x="69" y="13"/>
                  <a:pt x="69" y="13"/>
                </a:cubicBezTo>
                <a:cubicBezTo>
                  <a:pt x="68" y="13"/>
                  <a:pt x="68" y="13"/>
                  <a:pt x="68" y="13"/>
                </a:cubicBezTo>
                <a:lnTo>
                  <a:pt x="68" y="14"/>
                </a:lnTo>
                <a:cubicBezTo>
                  <a:pt x="68" y="15"/>
                  <a:pt x="68" y="16"/>
                  <a:pt x="68" y="16"/>
                </a:cubicBezTo>
                <a:cubicBezTo>
                  <a:pt x="68" y="17"/>
                  <a:pt x="68" y="17"/>
                  <a:pt x="68" y="17"/>
                </a:cubicBezTo>
                <a:cubicBezTo>
                  <a:pt x="68" y="18"/>
                  <a:pt x="68" y="18"/>
                  <a:pt x="68" y="18"/>
                </a:cubicBezTo>
                <a:cubicBezTo>
                  <a:pt x="67" y="18"/>
                  <a:pt x="67" y="18"/>
                  <a:pt x="66" y="17"/>
                </a:cubicBezTo>
                <a:cubicBezTo>
                  <a:pt x="65" y="17"/>
                  <a:pt x="65" y="17"/>
                  <a:pt x="64" y="17"/>
                </a:cubicBezTo>
                <a:cubicBezTo>
                  <a:pt x="64" y="16"/>
                  <a:pt x="63" y="16"/>
                  <a:pt x="63" y="16"/>
                </a:cubicBezTo>
                <a:cubicBezTo>
                  <a:pt x="63" y="16"/>
                  <a:pt x="63" y="16"/>
                  <a:pt x="64" y="16"/>
                </a:cubicBezTo>
                <a:cubicBezTo>
                  <a:pt x="64" y="16"/>
                  <a:pt x="64" y="16"/>
                  <a:pt x="64" y="16"/>
                </a:cubicBezTo>
                <a:cubicBezTo>
                  <a:pt x="64" y="16"/>
                  <a:pt x="65" y="16"/>
                  <a:pt x="65" y="16"/>
                </a:cubicBezTo>
                <a:cubicBezTo>
                  <a:pt x="66" y="16"/>
                  <a:pt x="66" y="16"/>
                  <a:pt x="66" y="16"/>
                </a:cubicBezTo>
                <a:cubicBezTo>
                  <a:pt x="66" y="16"/>
                  <a:pt x="67" y="16"/>
                  <a:pt x="67" y="16"/>
                </a:cubicBezTo>
                <a:cubicBezTo>
                  <a:pt x="67" y="16"/>
                  <a:pt x="67" y="16"/>
                  <a:pt x="67" y="16"/>
                </a:cubicBezTo>
                <a:cubicBezTo>
                  <a:pt x="67" y="16"/>
                  <a:pt x="67" y="15"/>
                  <a:pt x="67" y="15"/>
                </a:cubicBezTo>
                <a:cubicBezTo>
                  <a:pt x="67" y="15"/>
                  <a:pt x="67" y="14"/>
                  <a:pt x="67" y="14"/>
                </a:cubicBezTo>
                <a:cubicBezTo>
                  <a:pt x="67" y="14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6" y="13"/>
                  <a:pt x="65" y="13"/>
                  <a:pt x="64" y="13"/>
                </a:cubicBezTo>
                <a:cubicBezTo>
                  <a:pt x="64" y="14"/>
                  <a:pt x="64" y="14"/>
                  <a:pt x="63" y="14"/>
                </a:cubicBezTo>
                <a:cubicBezTo>
                  <a:pt x="63" y="14"/>
                  <a:pt x="63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3"/>
                  <a:pt x="62" y="13"/>
                </a:cubicBezTo>
                <a:cubicBezTo>
                  <a:pt x="62" y="13"/>
                  <a:pt x="62" y="13"/>
                  <a:pt x="62" y="13"/>
                </a:cubicBezTo>
                <a:cubicBezTo>
                  <a:pt x="62" y="13"/>
                  <a:pt x="62" y="13"/>
                  <a:pt x="63" y="13"/>
                </a:cubicBezTo>
                <a:cubicBezTo>
                  <a:pt x="63" y="13"/>
                  <a:pt x="63" y="13"/>
                  <a:pt x="63" y="13"/>
                </a:cubicBezTo>
                <a:cubicBezTo>
                  <a:pt x="64" y="13"/>
                  <a:pt x="65" y="12"/>
                  <a:pt x="66" y="12"/>
                </a:cubicBezTo>
                <a:cubicBezTo>
                  <a:pt x="67" y="12"/>
                  <a:pt x="67" y="12"/>
                  <a:pt x="67" y="12"/>
                </a:cubicBezTo>
                <a:cubicBezTo>
                  <a:pt x="67" y="12"/>
                  <a:pt x="67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7" y="11"/>
                  <a:pt x="67" y="11"/>
                  <a:pt x="67" y="11"/>
                </a:cubicBezTo>
                <a:cubicBezTo>
                  <a:pt x="67" y="11"/>
                  <a:pt x="68" y="11"/>
                  <a:pt x="68" y="10"/>
                </a:cubicBezTo>
                <a:cubicBezTo>
                  <a:pt x="68" y="10"/>
                  <a:pt x="68" y="10"/>
                  <a:pt x="68" y="10"/>
                </a:cubicBezTo>
                <a:cubicBezTo>
                  <a:pt x="68" y="10"/>
                  <a:pt x="68" y="9"/>
                  <a:pt x="68" y="9"/>
                </a:cubicBezTo>
                <a:cubicBezTo>
                  <a:pt x="68" y="9"/>
                  <a:pt x="67" y="10"/>
                  <a:pt x="66" y="10"/>
                </a:cubicBezTo>
                <a:cubicBezTo>
                  <a:pt x="65" y="11"/>
                  <a:pt x="65" y="11"/>
                  <a:pt x="64" y="11"/>
                </a:cubicBezTo>
                <a:cubicBezTo>
                  <a:pt x="64" y="11"/>
                  <a:pt x="64" y="11"/>
                  <a:pt x="64" y="11"/>
                </a:cubicBezTo>
                <a:cubicBezTo>
                  <a:pt x="64" y="11"/>
                  <a:pt x="63" y="11"/>
                  <a:pt x="63" y="11"/>
                </a:cubicBezTo>
                <a:cubicBezTo>
                  <a:pt x="63" y="11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4" y="10"/>
                  <a:pt x="64" y="10"/>
                </a:cubicBezTo>
                <a:cubicBezTo>
                  <a:pt x="64" y="10"/>
                  <a:pt x="65" y="10"/>
                  <a:pt x="66" y="9"/>
                </a:cubicBezTo>
                <a:cubicBezTo>
                  <a:pt x="67" y="9"/>
                  <a:pt x="67" y="9"/>
                  <a:pt x="68" y="9"/>
                </a:cubicBezTo>
                <a:cubicBezTo>
                  <a:pt x="68" y="9"/>
                  <a:pt x="68" y="9"/>
                  <a:pt x="68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70" y="9"/>
                  <a:pt x="70" y="10"/>
                  <a:pt x="70" y="10"/>
                </a:cubicBezTo>
                <a:cubicBezTo>
                  <a:pt x="70" y="10"/>
                  <a:pt x="70" y="10"/>
                  <a:pt x="69" y="10"/>
                </a:cubicBezTo>
                <a:cubicBezTo>
                  <a:pt x="69" y="11"/>
                  <a:pt x="69" y="11"/>
                  <a:pt x="68" y="11"/>
                </a:cubicBezTo>
                <a:cubicBezTo>
                  <a:pt x="68" y="11"/>
                  <a:pt x="68" y="11"/>
                  <a:pt x="68" y="11"/>
                </a:cubicBezTo>
                <a:cubicBezTo>
                  <a:pt x="68" y="11"/>
                  <a:pt x="68" y="12"/>
                  <a:pt x="68" y="12"/>
                </a:cubicBezTo>
                <a:cubicBezTo>
                  <a:pt x="68" y="12"/>
                  <a:pt x="68" y="12"/>
                  <a:pt x="69" y="12"/>
                </a:cubicBezTo>
                <a:lnTo>
                  <a:pt x="70" y="12"/>
                </a:lnTo>
                <a:cubicBezTo>
                  <a:pt x="70" y="12"/>
                  <a:pt x="71" y="12"/>
                  <a:pt x="71" y="12"/>
                </a:cubicBezTo>
                <a:cubicBezTo>
                  <a:pt x="71" y="12"/>
                  <a:pt x="71" y="12"/>
                  <a:pt x="72" y="12"/>
                </a:cubicBezTo>
                <a:close/>
                <a:moveTo>
                  <a:pt x="84" y="6"/>
                </a:moveTo>
                <a:cubicBezTo>
                  <a:pt x="84" y="6"/>
                  <a:pt x="84" y="6"/>
                  <a:pt x="85" y="6"/>
                </a:cubicBezTo>
                <a:cubicBezTo>
                  <a:pt x="85" y="6"/>
                  <a:pt x="85" y="6"/>
                  <a:pt x="86" y="6"/>
                </a:cubicBezTo>
                <a:cubicBezTo>
                  <a:pt x="86" y="6"/>
                  <a:pt x="86" y="6"/>
                  <a:pt x="87" y="6"/>
                </a:cubicBezTo>
                <a:cubicBezTo>
                  <a:pt x="87" y="6"/>
                  <a:pt x="87" y="6"/>
                  <a:pt x="88" y="7"/>
                </a:cubicBezTo>
                <a:cubicBezTo>
                  <a:pt x="88" y="7"/>
                  <a:pt x="89" y="8"/>
                  <a:pt x="89" y="8"/>
                </a:cubicBezTo>
                <a:cubicBezTo>
                  <a:pt x="89" y="8"/>
                  <a:pt x="89" y="8"/>
                  <a:pt x="89" y="8"/>
                </a:cubicBezTo>
                <a:cubicBezTo>
                  <a:pt x="89" y="8"/>
                  <a:pt x="89" y="9"/>
                  <a:pt x="89" y="9"/>
                </a:cubicBezTo>
                <a:cubicBezTo>
                  <a:pt x="89" y="9"/>
                  <a:pt x="89" y="9"/>
                  <a:pt x="89" y="9"/>
                </a:cubicBezTo>
                <a:cubicBezTo>
                  <a:pt x="89" y="9"/>
                  <a:pt x="89" y="9"/>
                  <a:pt x="88" y="9"/>
                </a:cubicBezTo>
                <a:cubicBezTo>
                  <a:pt x="88" y="9"/>
                  <a:pt x="88" y="9"/>
                  <a:pt x="87" y="9"/>
                </a:cubicBezTo>
                <a:lnTo>
                  <a:pt x="86" y="9"/>
                </a:lnTo>
                <a:cubicBezTo>
                  <a:pt x="86" y="9"/>
                  <a:pt x="86" y="9"/>
                  <a:pt x="86" y="9"/>
                </a:cubicBezTo>
                <a:cubicBezTo>
                  <a:pt x="85" y="9"/>
                  <a:pt x="85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5" y="11"/>
                  <a:pt x="86" y="11"/>
                  <a:pt x="87" y="11"/>
                </a:cubicBezTo>
                <a:cubicBezTo>
                  <a:pt x="87" y="11"/>
                  <a:pt x="88" y="11"/>
                  <a:pt x="88" y="11"/>
                </a:cubicBezTo>
                <a:cubicBezTo>
                  <a:pt x="88" y="11"/>
                  <a:pt x="88" y="11"/>
                  <a:pt x="88" y="11"/>
                </a:cubicBezTo>
                <a:cubicBezTo>
                  <a:pt x="88" y="12"/>
                  <a:pt x="88" y="12"/>
                  <a:pt x="88" y="12"/>
                </a:cubicBezTo>
                <a:cubicBezTo>
                  <a:pt x="88" y="12"/>
                  <a:pt x="88" y="12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7" y="13"/>
                  <a:pt x="87" y="12"/>
                  <a:pt x="86" y="12"/>
                </a:cubicBezTo>
                <a:cubicBezTo>
                  <a:pt x="85" y="12"/>
                  <a:pt x="84" y="12"/>
                  <a:pt x="84" y="13"/>
                </a:cubicBezTo>
                <a:cubicBezTo>
                  <a:pt x="84" y="13"/>
                  <a:pt x="84" y="13"/>
                  <a:pt x="84" y="13"/>
                </a:cubicBezTo>
                <a:cubicBezTo>
                  <a:pt x="84" y="13"/>
                  <a:pt x="84" y="14"/>
                  <a:pt x="84" y="15"/>
                </a:cubicBezTo>
                <a:cubicBezTo>
                  <a:pt x="84" y="15"/>
                  <a:pt x="84" y="16"/>
                  <a:pt x="84" y="16"/>
                </a:cubicBezTo>
                <a:cubicBezTo>
                  <a:pt x="83" y="17"/>
                  <a:pt x="83" y="17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2" y="18"/>
                  <a:pt x="82" y="18"/>
                  <a:pt x="82" y="18"/>
                </a:cubicBezTo>
                <a:cubicBezTo>
                  <a:pt x="81" y="17"/>
                  <a:pt x="80" y="17"/>
                  <a:pt x="80" y="17"/>
                </a:cubicBezTo>
                <a:cubicBezTo>
                  <a:pt x="80" y="17"/>
                  <a:pt x="79" y="16"/>
                  <a:pt x="79" y="16"/>
                </a:cubicBezTo>
                <a:cubicBezTo>
                  <a:pt x="79" y="16"/>
                  <a:pt x="79" y="16"/>
                  <a:pt x="80" y="16"/>
                </a:cubicBezTo>
                <a:cubicBezTo>
                  <a:pt x="80" y="16"/>
                  <a:pt x="80" y="16"/>
                  <a:pt x="81" y="16"/>
                </a:cubicBezTo>
                <a:cubicBezTo>
                  <a:pt x="81" y="16"/>
                  <a:pt x="81" y="16"/>
                  <a:pt x="81" y="16"/>
                </a:cubicBezTo>
                <a:cubicBezTo>
                  <a:pt x="82" y="16"/>
                  <a:pt x="82" y="16"/>
                  <a:pt x="82" y="16"/>
                </a:cubicBezTo>
                <a:cubicBezTo>
                  <a:pt x="82" y="16"/>
                  <a:pt x="82" y="15"/>
                  <a:pt x="82" y="15"/>
                </a:cubicBezTo>
                <a:cubicBezTo>
                  <a:pt x="82" y="15"/>
                  <a:pt x="82" y="14"/>
                  <a:pt x="82" y="14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1" y="13"/>
                </a:cubicBezTo>
                <a:cubicBezTo>
                  <a:pt x="80" y="13"/>
                  <a:pt x="79" y="13"/>
                  <a:pt x="78" y="13"/>
                </a:cubicBezTo>
                <a:cubicBezTo>
                  <a:pt x="78" y="14"/>
                  <a:pt x="78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8" y="13"/>
                  <a:pt x="78" y="13"/>
                  <a:pt x="79" y="12"/>
                </a:cubicBezTo>
                <a:cubicBezTo>
                  <a:pt x="80" y="12"/>
                  <a:pt x="81" y="12"/>
                  <a:pt x="82" y="12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0"/>
                  <a:pt x="82" y="10"/>
                </a:cubicBezTo>
                <a:cubicBezTo>
                  <a:pt x="82" y="10"/>
                  <a:pt x="82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4" y="10"/>
                  <a:pt x="84" y="9"/>
                  <a:pt x="84" y="9"/>
                </a:cubicBezTo>
                <a:cubicBezTo>
                  <a:pt x="84" y="9"/>
                  <a:pt x="84" y="9"/>
                  <a:pt x="84" y="9"/>
                </a:cubicBezTo>
                <a:cubicBezTo>
                  <a:pt x="84" y="9"/>
                  <a:pt x="84" y="9"/>
                  <a:pt x="83" y="9"/>
                </a:cubicBezTo>
                <a:cubicBezTo>
                  <a:pt x="83" y="9"/>
                  <a:pt x="83" y="9"/>
                  <a:pt x="82" y="9"/>
                </a:cubicBezTo>
                <a:cubicBezTo>
                  <a:pt x="82" y="9"/>
                  <a:pt x="82" y="9"/>
                  <a:pt x="82" y="9"/>
                </a:cubicBezTo>
                <a:cubicBezTo>
                  <a:pt x="82" y="9"/>
                  <a:pt x="82" y="10"/>
                  <a:pt x="81" y="10"/>
                </a:cubicBezTo>
                <a:cubicBezTo>
                  <a:pt x="81" y="10"/>
                  <a:pt x="81" y="10"/>
                  <a:pt x="81" y="10"/>
                </a:cubicBezTo>
                <a:cubicBezTo>
                  <a:pt x="80" y="10"/>
                  <a:pt x="80" y="10"/>
                  <a:pt x="80" y="10"/>
                </a:cubicBezTo>
                <a:cubicBezTo>
                  <a:pt x="80" y="10"/>
                  <a:pt x="80" y="11"/>
                  <a:pt x="80" y="11"/>
                </a:cubicBezTo>
                <a:cubicBezTo>
                  <a:pt x="80" y="11"/>
                  <a:pt x="79" y="10"/>
                  <a:pt x="79" y="10"/>
                </a:cubicBezTo>
                <a:cubicBezTo>
                  <a:pt x="79" y="10"/>
                  <a:pt x="79" y="10"/>
                  <a:pt x="79" y="9"/>
                </a:cubicBezTo>
                <a:cubicBezTo>
                  <a:pt x="79" y="9"/>
                  <a:pt x="79" y="9"/>
                  <a:pt x="79" y="9"/>
                </a:cubicBezTo>
                <a:cubicBezTo>
                  <a:pt x="80" y="9"/>
                  <a:pt x="81" y="9"/>
                  <a:pt x="81" y="9"/>
                </a:cubicBezTo>
                <a:cubicBezTo>
                  <a:pt x="82" y="8"/>
                  <a:pt x="83" y="8"/>
                  <a:pt x="84" y="8"/>
                </a:cubicBezTo>
                <a:cubicBezTo>
                  <a:pt x="84" y="8"/>
                  <a:pt x="84" y="8"/>
                  <a:pt x="85" y="8"/>
                </a:cubicBezTo>
                <a:cubicBezTo>
                  <a:pt x="85" y="8"/>
                  <a:pt x="85" y="8"/>
                  <a:pt x="85" y="9"/>
                </a:cubicBezTo>
                <a:cubicBezTo>
                  <a:pt x="86" y="9"/>
                  <a:pt x="86" y="9"/>
                  <a:pt x="86" y="9"/>
                </a:cubicBezTo>
                <a:cubicBezTo>
                  <a:pt x="86" y="9"/>
                  <a:pt x="86" y="9"/>
                  <a:pt x="87" y="8"/>
                </a:cubicBezTo>
                <a:cubicBezTo>
                  <a:pt x="87" y="8"/>
                  <a:pt x="87" y="8"/>
                  <a:pt x="87" y="7"/>
                </a:cubicBezTo>
                <a:cubicBezTo>
                  <a:pt x="87" y="7"/>
                  <a:pt x="87" y="7"/>
                  <a:pt x="87" y="7"/>
                </a:cubicBezTo>
                <a:cubicBezTo>
                  <a:pt x="86" y="6"/>
                  <a:pt x="86" y="6"/>
                  <a:pt x="86" y="6"/>
                </a:cubicBezTo>
                <a:cubicBezTo>
                  <a:pt x="86" y="6"/>
                  <a:pt x="85" y="6"/>
                  <a:pt x="84" y="7"/>
                </a:cubicBezTo>
                <a:cubicBezTo>
                  <a:pt x="84" y="7"/>
                  <a:pt x="83" y="7"/>
                  <a:pt x="83" y="7"/>
                </a:cubicBezTo>
                <a:cubicBezTo>
                  <a:pt x="83" y="7"/>
                  <a:pt x="82" y="7"/>
                  <a:pt x="82" y="7"/>
                </a:cubicBezTo>
                <a:cubicBezTo>
                  <a:pt x="81" y="7"/>
                  <a:pt x="81" y="7"/>
                  <a:pt x="80" y="8"/>
                </a:cubicBezTo>
                <a:cubicBezTo>
                  <a:pt x="80" y="8"/>
                  <a:pt x="80" y="8"/>
                  <a:pt x="79" y="8"/>
                </a:cubicBezTo>
                <a:cubicBezTo>
                  <a:pt x="79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9" y="7"/>
                </a:cubicBezTo>
                <a:cubicBezTo>
                  <a:pt x="80" y="7"/>
                  <a:pt x="81" y="6"/>
                  <a:pt x="82" y="6"/>
                </a:cubicBezTo>
                <a:cubicBezTo>
                  <a:pt x="82" y="6"/>
                  <a:pt x="83" y="6"/>
                  <a:pt x="83" y="5"/>
                </a:cubicBezTo>
                <a:cubicBezTo>
                  <a:pt x="84" y="4"/>
                  <a:pt x="84" y="3"/>
                  <a:pt x="85" y="2"/>
                </a:cubicBezTo>
                <a:cubicBezTo>
                  <a:pt x="85" y="2"/>
                  <a:pt x="85" y="2"/>
                  <a:pt x="85" y="2"/>
                </a:cubicBezTo>
                <a:cubicBezTo>
                  <a:pt x="86" y="2"/>
                  <a:pt x="86" y="2"/>
                  <a:pt x="86" y="2"/>
                </a:cubicBezTo>
                <a:cubicBezTo>
                  <a:pt x="86" y="3"/>
                  <a:pt x="87" y="3"/>
                  <a:pt x="87" y="3"/>
                </a:cubicBezTo>
                <a:cubicBezTo>
                  <a:pt x="87" y="3"/>
                  <a:pt x="87" y="3"/>
                  <a:pt x="86" y="3"/>
                </a:cubicBezTo>
                <a:cubicBezTo>
                  <a:pt x="86" y="3"/>
                  <a:pt x="86" y="4"/>
                  <a:pt x="86" y="4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4" y="5"/>
                  <a:pt x="84" y="5"/>
                </a:cubicBezTo>
                <a:cubicBezTo>
                  <a:pt x="84" y="5"/>
                  <a:pt x="84" y="5"/>
                  <a:pt x="84" y="6"/>
                </a:cubicBezTo>
                <a:close/>
                <a:moveTo>
                  <a:pt x="83" y="2"/>
                </a:moveTo>
                <a:cubicBezTo>
                  <a:pt x="83" y="2"/>
                  <a:pt x="83" y="2"/>
                  <a:pt x="83" y="3"/>
                </a:cubicBezTo>
                <a:cubicBezTo>
                  <a:pt x="83" y="3"/>
                  <a:pt x="83" y="3"/>
                  <a:pt x="83" y="3"/>
                </a:cubicBezTo>
                <a:cubicBezTo>
                  <a:pt x="82" y="3"/>
                  <a:pt x="82" y="4"/>
                  <a:pt x="82" y="4"/>
                </a:cubicBezTo>
                <a:cubicBezTo>
                  <a:pt x="82" y="4"/>
                  <a:pt x="82" y="4"/>
                  <a:pt x="82" y="4"/>
                </a:cubicBezTo>
                <a:cubicBezTo>
                  <a:pt x="82" y="4"/>
                  <a:pt x="81" y="4"/>
                  <a:pt x="81" y="4"/>
                </a:cubicBezTo>
                <a:cubicBezTo>
                  <a:pt x="81" y="4"/>
                  <a:pt x="81" y="3"/>
                  <a:pt x="81" y="3"/>
                </a:cubicBezTo>
                <a:cubicBezTo>
                  <a:pt x="81" y="3"/>
                  <a:pt x="81" y="3"/>
                  <a:pt x="81" y="3"/>
                </a:cubicBezTo>
                <a:cubicBezTo>
                  <a:pt x="81" y="3"/>
                  <a:pt x="81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3" y="3"/>
                </a:cubicBezTo>
                <a:cubicBezTo>
                  <a:pt x="83" y="2"/>
                  <a:pt x="83" y="2"/>
                  <a:pt x="83" y="2"/>
                </a:cubicBezTo>
                <a:close/>
                <a:moveTo>
                  <a:pt x="80" y="5"/>
                </a:moveTo>
                <a:cubicBezTo>
                  <a:pt x="80" y="6"/>
                  <a:pt x="80" y="6"/>
                  <a:pt x="80" y="6"/>
                </a:cubicBezTo>
                <a:cubicBezTo>
                  <a:pt x="80" y="6"/>
                  <a:pt x="80" y="6"/>
                  <a:pt x="80" y="6"/>
                </a:cubicBezTo>
                <a:cubicBezTo>
                  <a:pt x="79" y="6"/>
                  <a:pt x="79" y="6"/>
                  <a:pt x="79" y="6"/>
                </a:cubicBezTo>
                <a:cubicBezTo>
                  <a:pt x="79" y="6"/>
                  <a:pt x="78" y="6"/>
                  <a:pt x="78" y="6"/>
                </a:cubicBezTo>
                <a:cubicBezTo>
                  <a:pt x="78" y="6"/>
                  <a:pt x="78" y="5"/>
                  <a:pt x="78" y="5"/>
                </a:cubicBezTo>
                <a:cubicBezTo>
                  <a:pt x="78" y="5"/>
                  <a:pt x="78" y="5"/>
                  <a:pt x="78" y="4"/>
                </a:cubicBezTo>
                <a:cubicBezTo>
                  <a:pt x="78" y="4"/>
                  <a:pt x="78" y="4"/>
                  <a:pt x="78" y="4"/>
                </a:cubicBezTo>
                <a:cubicBezTo>
                  <a:pt x="78" y="4"/>
                  <a:pt x="78" y="4"/>
                  <a:pt x="79" y="4"/>
                </a:cubicBezTo>
                <a:cubicBezTo>
                  <a:pt x="79" y="4"/>
                  <a:pt x="79" y="4"/>
                  <a:pt x="79" y="4"/>
                </a:cubicBezTo>
                <a:cubicBezTo>
                  <a:pt x="79" y="4"/>
                  <a:pt x="79" y="4"/>
                  <a:pt x="80" y="4"/>
                </a:cubicBezTo>
                <a:cubicBezTo>
                  <a:pt x="80" y="5"/>
                  <a:pt x="80" y="5"/>
                  <a:pt x="80" y="5"/>
                </a:cubicBezTo>
                <a:close/>
                <a:moveTo>
                  <a:pt x="77" y="9"/>
                </a:move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1"/>
                  <a:pt x="77" y="11"/>
                </a:cubicBezTo>
                <a:cubicBezTo>
                  <a:pt x="76" y="11"/>
                  <a:pt x="76" y="10"/>
                  <a:pt x="76" y="10"/>
                </a:cubicBezTo>
                <a:cubicBezTo>
                  <a:pt x="75" y="10"/>
                  <a:pt x="75" y="10"/>
                  <a:pt x="75" y="10"/>
                </a:cubicBezTo>
                <a:cubicBezTo>
                  <a:pt x="75" y="10"/>
                  <a:pt x="75" y="9"/>
                  <a:pt x="75" y="9"/>
                </a:cubicBezTo>
                <a:cubicBezTo>
                  <a:pt x="75" y="9"/>
                  <a:pt x="76" y="9"/>
                  <a:pt x="76" y="9"/>
                </a:cubicBezTo>
                <a:cubicBezTo>
                  <a:pt x="76" y="8"/>
                  <a:pt x="77" y="8"/>
                  <a:pt x="77" y="8"/>
                </a:cubicBezTo>
                <a:cubicBezTo>
                  <a:pt x="77" y="8"/>
                  <a:pt x="77" y="8"/>
                  <a:pt x="77" y="8"/>
                </a:cubicBezTo>
                <a:cubicBezTo>
                  <a:pt x="77" y="9"/>
                  <a:pt x="77" y="9"/>
                  <a:pt x="77" y="9"/>
                </a:cubicBezTo>
                <a:cubicBezTo>
                  <a:pt x="77" y="9"/>
                  <a:pt x="77" y="9"/>
                  <a:pt x="77" y="9"/>
                </a:cubicBezTo>
                <a:close/>
                <a:moveTo>
                  <a:pt x="118" y="15"/>
                </a:moveTo>
                <a:cubicBezTo>
                  <a:pt x="118" y="15"/>
                  <a:pt x="118" y="15"/>
                  <a:pt x="117" y="15"/>
                </a:cubicBezTo>
                <a:cubicBezTo>
                  <a:pt x="117" y="15"/>
                  <a:pt x="117" y="15"/>
                  <a:pt x="116" y="15"/>
                </a:cubicBezTo>
                <a:cubicBezTo>
                  <a:pt x="115" y="15"/>
                  <a:pt x="114" y="15"/>
                  <a:pt x="114" y="15"/>
                </a:cubicBezTo>
                <a:cubicBezTo>
                  <a:pt x="113" y="15"/>
                  <a:pt x="113" y="15"/>
                  <a:pt x="113" y="14"/>
                </a:cubicBezTo>
                <a:cubicBezTo>
                  <a:pt x="113" y="14"/>
                  <a:pt x="113" y="14"/>
                  <a:pt x="113" y="14"/>
                </a:cubicBezTo>
                <a:cubicBezTo>
                  <a:pt x="113" y="13"/>
                  <a:pt x="112" y="13"/>
                  <a:pt x="112" y="13"/>
                </a:cubicBezTo>
                <a:cubicBezTo>
                  <a:pt x="111" y="12"/>
                  <a:pt x="111" y="12"/>
                  <a:pt x="110" y="12"/>
                </a:cubicBezTo>
                <a:cubicBezTo>
                  <a:pt x="110" y="12"/>
                  <a:pt x="110" y="11"/>
                  <a:pt x="110" y="11"/>
                </a:cubicBezTo>
                <a:cubicBezTo>
                  <a:pt x="110" y="11"/>
                  <a:pt x="110" y="12"/>
                  <a:pt x="110" y="12"/>
                </a:cubicBezTo>
                <a:cubicBezTo>
                  <a:pt x="110" y="12"/>
                  <a:pt x="110" y="12"/>
                  <a:pt x="110" y="13"/>
                </a:cubicBezTo>
                <a:cubicBezTo>
                  <a:pt x="110" y="14"/>
                  <a:pt x="110" y="14"/>
                  <a:pt x="110" y="15"/>
                </a:cubicBezTo>
                <a:cubicBezTo>
                  <a:pt x="110" y="16"/>
                  <a:pt x="110" y="16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09" y="17"/>
                  <a:pt x="109" y="17"/>
                  <a:pt x="109" y="17"/>
                </a:cubicBezTo>
                <a:cubicBezTo>
                  <a:pt x="109" y="17"/>
                  <a:pt x="108" y="17"/>
                  <a:pt x="108" y="17"/>
                </a:cubicBezTo>
                <a:cubicBezTo>
                  <a:pt x="107" y="16"/>
                  <a:pt x="107" y="16"/>
                  <a:pt x="106" y="16"/>
                </a:cubicBezTo>
                <a:cubicBezTo>
                  <a:pt x="106" y="15"/>
                  <a:pt x="105" y="15"/>
                  <a:pt x="105" y="15"/>
                </a:cubicBezTo>
                <a:cubicBezTo>
                  <a:pt x="105" y="15"/>
                  <a:pt x="105" y="15"/>
                  <a:pt x="105" y="15"/>
                </a:cubicBezTo>
                <a:cubicBezTo>
                  <a:pt x="105" y="15"/>
                  <a:pt x="105" y="15"/>
                  <a:pt x="106" y="15"/>
                </a:cubicBezTo>
                <a:cubicBezTo>
                  <a:pt x="106" y="15"/>
                  <a:pt x="107" y="15"/>
                  <a:pt x="107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4"/>
                  <a:pt x="108" y="14"/>
                  <a:pt x="108" y="13"/>
                </a:cubicBezTo>
                <a:cubicBezTo>
                  <a:pt x="108" y="12"/>
                  <a:pt x="108" y="12"/>
                  <a:pt x="108" y="11"/>
                </a:cubicBezTo>
                <a:cubicBezTo>
                  <a:pt x="108" y="10"/>
                  <a:pt x="108" y="9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7" y="8"/>
                  <a:pt x="106" y="8"/>
                </a:cubicBezTo>
                <a:cubicBezTo>
                  <a:pt x="106" y="8"/>
                  <a:pt x="105" y="8"/>
                  <a:pt x="105" y="8"/>
                </a:cubicBezTo>
                <a:cubicBezTo>
                  <a:pt x="105" y="8"/>
                  <a:pt x="105" y="8"/>
                  <a:pt x="105" y="8"/>
                </a:cubicBezTo>
                <a:cubicBezTo>
                  <a:pt x="104" y="8"/>
                  <a:pt x="104" y="8"/>
                  <a:pt x="104" y="8"/>
                </a:cubicBezTo>
                <a:cubicBezTo>
                  <a:pt x="104" y="8"/>
                  <a:pt x="104" y="8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5" y="6"/>
                  <a:pt x="105" y="6"/>
                </a:cubicBezTo>
                <a:cubicBezTo>
                  <a:pt x="106" y="6"/>
                  <a:pt x="107" y="6"/>
                  <a:pt x="107" y="6"/>
                </a:cubicBezTo>
                <a:cubicBezTo>
                  <a:pt x="107" y="6"/>
                  <a:pt x="108" y="6"/>
                  <a:pt x="108" y="6"/>
                </a:cubicBezTo>
                <a:cubicBezTo>
                  <a:pt x="108" y="6"/>
                  <a:pt x="108" y="6"/>
                  <a:pt x="108" y="6"/>
                </a:cubicBezTo>
                <a:lnTo>
                  <a:pt x="108" y="5"/>
                </a:lnTo>
                <a:cubicBezTo>
                  <a:pt x="108" y="4"/>
                  <a:pt x="108" y="4"/>
                  <a:pt x="108" y="3"/>
                </a:cubicBezTo>
                <a:cubicBezTo>
                  <a:pt x="108" y="3"/>
                  <a:pt x="108" y="3"/>
                  <a:pt x="109" y="2"/>
                </a:cubicBezTo>
                <a:cubicBezTo>
                  <a:pt x="109" y="2"/>
                  <a:pt x="109" y="1"/>
                  <a:pt x="109" y="1"/>
                </a:cubicBezTo>
                <a:cubicBezTo>
                  <a:pt x="109" y="1"/>
                  <a:pt x="109" y="1"/>
                  <a:pt x="109" y="1"/>
                </a:cubicBezTo>
                <a:cubicBezTo>
                  <a:pt x="109" y="1"/>
                  <a:pt x="109" y="1"/>
                  <a:pt x="110" y="1"/>
                </a:cubicBezTo>
                <a:cubicBezTo>
                  <a:pt x="110" y="1"/>
                  <a:pt x="110" y="1"/>
                  <a:pt x="110" y="1"/>
                </a:cubicBezTo>
                <a:cubicBezTo>
                  <a:pt x="110" y="2"/>
                  <a:pt x="110" y="2"/>
                  <a:pt x="110" y="2"/>
                </a:cubicBezTo>
                <a:cubicBezTo>
                  <a:pt x="110" y="2"/>
                  <a:pt x="110" y="3"/>
                  <a:pt x="110" y="3"/>
                </a:cubicBezTo>
                <a:lnTo>
                  <a:pt x="110" y="4"/>
                </a:lnTo>
                <a:lnTo>
                  <a:pt x="110" y="5"/>
                </a:lnTo>
                <a:cubicBezTo>
                  <a:pt x="110" y="5"/>
                  <a:pt x="110" y="5"/>
                  <a:pt x="110" y="5"/>
                </a:cubicBezTo>
                <a:cubicBezTo>
                  <a:pt x="110" y="5"/>
                  <a:pt x="110" y="5"/>
                  <a:pt x="110" y="5"/>
                </a:cubicBezTo>
                <a:cubicBezTo>
                  <a:pt x="111" y="5"/>
                  <a:pt x="111" y="5"/>
                  <a:pt x="111" y="5"/>
                </a:cubicBezTo>
                <a:cubicBezTo>
                  <a:pt x="111" y="5"/>
                  <a:pt x="112" y="5"/>
                  <a:pt x="112" y="5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7"/>
                  <a:pt x="112" y="7"/>
                  <a:pt x="112" y="7"/>
                </a:cubicBezTo>
                <a:cubicBezTo>
                  <a:pt x="112" y="7"/>
                  <a:pt x="111" y="7"/>
                  <a:pt x="111" y="7"/>
                </a:cubicBezTo>
                <a:cubicBezTo>
                  <a:pt x="111" y="7"/>
                  <a:pt x="110" y="7"/>
                  <a:pt x="110" y="7"/>
                </a:cubicBezTo>
                <a:cubicBezTo>
                  <a:pt x="110" y="7"/>
                  <a:pt x="110" y="7"/>
                  <a:pt x="110" y="7"/>
                </a:cubicBezTo>
                <a:cubicBezTo>
                  <a:pt x="109" y="7"/>
                  <a:pt x="109" y="8"/>
                  <a:pt x="109" y="8"/>
                </a:cubicBezTo>
                <a:cubicBezTo>
                  <a:pt x="109" y="8"/>
                  <a:pt x="109" y="8"/>
                  <a:pt x="109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1" y="9"/>
                  <a:pt x="111" y="9"/>
                </a:cubicBezTo>
                <a:cubicBezTo>
                  <a:pt x="112" y="8"/>
                  <a:pt x="112" y="8"/>
                  <a:pt x="113" y="7"/>
                </a:cubicBezTo>
                <a:cubicBezTo>
                  <a:pt x="113" y="7"/>
                  <a:pt x="113" y="7"/>
                  <a:pt x="113" y="7"/>
                </a:cubicBezTo>
                <a:cubicBezTo>
                  <a:pt x="113" y="7"/>
                  <a:pt x="113" y="7"/>
                  <a:pt x="114" y="8"/>
                </a:cubicBezTo>
                <a:cubicBezTo>
                  <a:pt x="114" y="8"/>
                  <a:pt x="114" y="8"/>
                  <a:pt x="114" y="8"/>
                </a:cubicBezTo>
                <a:cubicBezTo>
                  <a:pt x="114" y="8"/>
                  <a:pt x="114" y="8"/>
                  <a:pt x="113" y="8"/>
                </a:cubicBezTo>
                <a:cubicBezTo>
                  <a:pt x="113" y="8"/>
                  <a:pt x="113" y="9"/>
                  <a:pt x="113" y="9"/>
                </a:cubicBezTo>
                <a:cubicBezTo>
                  <a:pt x="112" y="9"/>
                  <a:pt x="112" y="9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1"/>
                  <a:pt x="111" y="11"/>
                  <a:pt x="112" y="11"/>
                </a:cubicBezTo>
                <a:cubicBezTo>
                  <a:pt x="112" y="12"/>
                  <a:pt x="113" y="12"/>
                  <a:pt x="113" y="12"/>
                </a:cubicBezTo>
                <a:cubicBezTo>
                  <a:pt x="114" y="13"/>
                  <a:pt x="114" y="13"/>
                  <a:pt x="115" y="13"/>
                </a:cubicBezTo>
                <a:cubicBezTo>
                  <a:pt x="117" y="14"/>
                  <a:pt x="118" y="14"/>
                  <a:pt x="118" y="15"/>
                </a:cubicBezTo>
                <a:close/>
                <a:moveTo>
                  <a:pt x="113" y="3"/>
                </a:moveTo>
                <a:cubicBezTo>
                  <a:pt x="113" y="3"/>
                  <a:pt x="113" y="3"/>
                  <a:pt x="113" y="3"/>
                </a:cubicBezTo>
                <a:cubicBezTo>
                  <a:pt x="113" y="3"/>
                  <a:pt x="113" y="3"/>
                  <a:pt x="114" y="3"/>
                </a:cubicBezTo>
                <a:cubicBezTo>
                  <a:pt x="114" y="4"/>
                  <a:pt x="114" y="4"/>
                  <a:pt x="114" y="4"/>
                </a:cubicBezTo>
                <a:cubicBezTo>
                  <a:pt x="115" y="4"/>
                  <a:pt x="115" y="5"/>
                  <a:pt x="115" y="5"/>
                </a:cubicBezTo>
                <a:cubicBezTo>
                  <a:pt x="115" y="5"/>
                  <a:pt x="115" y="5"/>
                  <a:pt x="114" y="5"/>
                </a:cubicBezTo>
                <a:cubicBezTo>
                  <a:pt x="114" y="5"/>
                  <a:pt x="114" y="5"/>
                  <a:pt x="113" y="5"/>
                </a:cubicBezTo>
                <a:cubicBezTo>
                  <a:pt x="113" y="5"/>
                  <a:pt x="113" y="5"/>
                  <a:pt x="113" y="5"/>
                </a:cubicBezTo>
                <a:cubicBezTo>
                  <a:pt x="112" y="5"/>
                  <a:pt x="112" y="5"/>
                  <a:pt x="112" y="4"/>
                </a:cubicBezTo>
                <a:cubicBezTo>
                  <a:pt x="112" y="4"/>
                  <a:pt x="112" y="4"/>
                  <a:pt x="112" y="4"/>
                </a:cubicBezTo>
                <a:cubicBezTo>
                  <a:pt x="112" y="4"/>
                  <a:pt x="112" y="3"/>
                  <a:pt x="112" y="3"/>
                </a:cubicBezTo>
                <a:cubicBezTo>
                  <a:pt x="112" y="3"/>
                  <a:pt x="113" y="3"/>
                  <a:pt x="113" y="3"/>
                </a:cubicBezTo>
                <a:close/>
                <a:moveTo>
                  <a:pt x="105" y="9"/>
                </a:move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6" y="9"/>
                </a:cubicBezTo>
                <a:cubicBezTo>
                  <a:pt x="106" y="10"/>
                  <a:pt x="107" y="10"/>
                  <a:pt x="107" y="10"/>
                </a:cubicBezTo>
                <a:cubicBezTo>
                  <a:pt x="107" y="11"/>
                  <a:pt x="106" y="11"/>
                  <a:pt x="106" y="11"/>
                </a:cubicBezTo>
                <a:cubicBezTo>
                  <a:pt x="105" y="11"/>
                  <a:pt x="105" y="11"/>
                  <a:pt x="105" y="11"/>
                </a:cubicBezTo>
                <a:cubicBezTo>
                  <a:pt x="105" y="11"/>
                  <a:pt x="104" y="11"/>
                  <a:pt x="104" y="10"/>
                </a:cubicBezTo>
                <a:cubicBezTo>
                  <a:pt x="104" y="10"/>
                  <a:pt x="104" y="10"/>
                  <a:pt x="104" y="10"/>
                </a:cubicBezTo>
                <a:cubicBezTo>
                  <a:pt x="104" y="9"/>
                  <a:pt x="104" y="9"/>
                  <a:pt x="104" y="9"/>
                </a:cubicBezTo>
                <a:cubicBezTo>
                  <a:pt x="104" y="9"/>
                  <a:pt x="105" y="9"/>
                  <a:pt x="105" y="9"/>
                </a:cubicBezTo>
                <a:close/>
                <a:moveTo>
                  <a:pt x="108" y="11"/>
                </a:moveTo>
                <a:cubicBezTo>
                  <a:pt x="108" y="11"/>
                  <a:pt x="107" y="11"/>
                  <a:pt x="107" y="11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6" y="12"/>
                  <a:pt x="106" y="12"/>
                  <a:pt x="106" y="13"/>
                </a:cubicBezTo>
                <a:cubicBezTo>
                  <a:pt x="106" y="13"/>
                  <a:pt x="105" y="14"/>
                  <a:pt x="104" y="14"/>
                </a:cubicBezTo>
                <a:cubicBezTo>
                  <a:pt x="104" y="14"/>
                  <a:pt x="104" y="14"/>
                  <a:pt x="104" y="15"/>
                </a:cubicBezTo>
                <a:cubicBezTo>
                  <a:pt x="104" y="15"/>
                  <a:pt x="104" y="15"/>
                  <a:pt x="104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2" y="14"/>
                  <a:pt x="102" y="14"/>
                  <a:pt x="102" y="14"/>
                </a:cubicBezTo>
                <a:cubicBezTo>
                  <a:pt x="102" y="14"/>
                  <a:pt x="102" y="14"/>
                  <a:pt x="103" y="14"/>
                </a:cubicBezTo>
                <a:cubicBezTo>
                  <a:pt x="103" y="13"/>
                  <a:pt x="104" y="13"/>
                  <a:pt x="104" y="13"/>
                </a:cubicBezTo>
                <a:cubicBezTo>
                  <a:pt x="105" y="12"/>
                  <a:pt x="106" y="11"/>
                  <a:pt x="107" y="11"/>
                </a:cubicBezTo>
                <a:cubicBezTo>
                  <a:pt x="107" y="11"/>
                  <a:pt x="107" y="11"/>
                  <a:pt x="107" y="11"/>
                </a:cubicBezTo>
                <a:cubicBezTo>
                  <a:pt x="107" y="11"/>
                  <a:pt x="108" y="11"/>
                  <a:pt x="108" y="11"/>
                </a:cubicBezTo>
                <a:close/>
                <a:moveTo>
                  <a:pt x="127" y="13"/>
                </a:moveTo>
                <a:cubicBezTo>
                  <a:pt x="127" y="13"/>
                  <a:pt x="127" y="13"/>
                  <a:pt x="127" y="14"/>
                </a:cubicBezTo>
                <a:cubicBezTo>
                  <a:pt x="127" y="14"/>
                  <a:pt x="127" y="14"/>
                  <a:pt x="128" y="14"/>
                </a:cubicBezTo>
                <a:cubicBezTo>
                  <a:pt x="128" y="14"/>
                  <a:pt x="129" y="15"/>
                  <a:pt x="129" y="15"/>
                </a:cubicBezTo>
                <a:cubicBezTo>
                  <a:pt x="130" y="15"/>
                  <a:pt x="130" y="15"/>
                  <a:pt x="131" y="15"/>
                </a:cubicBezTo>
                <a:cubicBezTo>
                  <a:pt x="131" y="16"/>
                  <a:pt x="132" y="16"/>
                  <a:pt x="134" y="16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4" y="18"/>
                  <a:pt x="134" y="18"/>
                  <a:pt x="133" y="18"/>
                </a:cubicBezTo>
                <a:cubicBezTo>
                  <a:pt x="133" y="18"/>
                  <a:pt x="132" y="18"/>
                  <a:pt x="131" y="18"/>
                </a:cubicBezTo>
                <a:cubicBezTo>
                  <a:pt x="131" y="18"/>
                  <a:pt x="130" y="17"/>
                  <a:pt x="130" y="17"/>
                </a:cubicBezTo>
                <a:cubicBezTo>
                  <a:pt x="130" y="17"/>
                  <a:pt x="129" y="17"/>
                  <a:pt x="129" y="17"/>
                </a:cubicBezTo>
                <a:cubicBezTo>
                  <a:pt x="129" y="17"/>
                  <a:pt x="129" y="17"/>
                  <a:pt x="129" y="17"/>
                </a:cubicBezTo>
                <a:cubicBezTo>
                  <a:pt x="129" y="16"/>
                  <a:pt x="129" y="16"/>
                  <a:pt x="129" y="16"/>
                </a:cubicBezTo>
                <a:cubicBezTo>
                  <a:pt x="128" y="15"/>
                  <a:pt x="128" y="15"/>
                  <a:pt x="127" y="15"/>
                </a:cubicBezTo>
                <a:cubicBezTo>
                  <a:pt x="126" y="15"/>
                  <a:pt x="126" y="14"/>
                  <a:pt x="126" y="14"/>
                </a:cubicBezTo>
                <a:cubicBezTo>
                  <a:pt x="125" y="14"/>
                  <a:pt x="125" y="14"/>
                  <a:pt x="124" y="14"/>
                </a:cubicBezTo>
                <a:cubicBezTo>
                  <a:pt x="124" y="13"/>
                  <a:pt x="123" y="13"/>
                  <a:pt x="123" y="13"/>
                </a:cubicBezTo>
                <a:cubicBezTo>
                  <a:pt x="123" y="13"/>
                  <a:pt x="123" y="13"/>
                  <a:pt x="123" y="14"/>
                </a:cubicBezTo>
                <a:cubicBezTo>
                  <a:pt x="123" y="14"/>
                  <a:pt x="122" y="14"/>
                  <a:pt x="122" y="14"/>
                </a:cubicBezTo>
                <a:cubicBezTo>
                  <a:pt x="122" y="14"/>
                  <a:pt x="122" y="15"/>
                  <a:pt x="122" y="15"/>
                </a:cubicBezTo>
                <a:cubicBezTo>
                  <a:pt x="122" y="15"/>
                  <a:pt x="122" y="15"/>
                  <a:pt x="122" y="15"/>
                </a:cubicBezTo>
                <a:cubicBezTo>
                  <a:pt x="121" y="15"/>
                  <a:pt x="121" y="15"/>
                  <a:pt x="120" y="15"/>
                </a:cubicBezTo>
                <a:cubicBezTo>
                  <a:pt x="120" y="16"/>
                  <a:pt x="119" y="16"/>
                  <a:pt x="119" y="16"/>
                </a:cubicBezTo>
                <a:cubicBezTo>
                  <a:pt x="119" y="16"/>
                  <a:pt x="119" y="16"/>
                  <a:pt x="118" y="16"/>
                </a:cubicBezTo>
                <a:cubicBezTo>
                  <a:pt x="118" y="15"/>
                  <a:pt x="118" y="15"/>
                  <a:pt x="118" y="15"/>
                </a:cubicBezTo>
                <a:cubicBezTo>
                  <a:pt x="118" y="15"/>
                  <a:pt x="119" y="15"/>
                  <a:pt x="119" y="15"/>
                </a:cubicBezTo>
                <a:cubicBezTo>
                  <a:pt x="120" y="15"/>
                  <a:pt x="120" y="15"/>
                  <a:pt x="121" y="14"/>
                </a:cubicBezTo>
                <a:cubicBezTo>
                  <a:pt x="121" y="14"/>
                  <a:pt x="122" y="13"/>
                  <a:pt x="122" y="12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0"/>
                  <a:pt x="123" y="10"/>
                  <a:pt x="123" y="10"/>
                </a:cubicBezTo>
                <a:cubicBezTo>
                  <a:pt x="122" y="10"/>
                  <a:pt x="122" y="11"/>
                  <a:pt x="122" y="11"/>
                </a:cubicBezTo>
                <a:cubicBezTo>
                  <a:pt x="122" y="11"/>
                  <a:pt x="121" y="11"/>
                  <a:pt x="121" y="11"/>
                </a:cubicBezTo>
                <a:cubicBezTo>
                  <a:pt x="120" y="11"/>
                  <a:pt x="120" y="11"/>
                  <a:pt x="120" y="11"/>
                </a:cubicBezTo>
                <a:cubicBezTo>
                  <a:pt x="120" y="11"/>
                  <a:pt x="119" y="11"/>
                  <a:pt x="119" y="11"/>
                </a:cubicBezTo>
                <a:cubicBezTo>
                  <a:pt x="119" y="11"/>
                  <a:pt x="119" y="11"/>
                  <a:pt x="119" y="11"/>
                </a:cubicBezTo>
                <a:cubicBezTo>
                  <a:pt x="119" y="11"/>
                  <a:pt x="119" y="11"/>
                  <a:pt x="119" y="10"/>
                </a:cubicBezTo>
                <a:cubicBezTo>
                  <a:pt x="119" y="10"/>
                  <a:pt x="119" y="10"/>
                  <a:pt x="119" y="10"/>
                </a:cubicBezTo>
                <a:cubicBezTo>
                  <a:pt x="120" y="10"/>
                  <a:pt x="121" y="10"/>
                  <a:pt x="123" y="9"/>
                </a:cubicBezTo>
                <a:cubicBezTo>
                  <a:pt x="124" y="9"/>
                  <a:pt x="126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6" y="7"/>
                  <a:pt x="126" y="7"/>
                  <a:pt x="126" y="7"/>
                </a:cubicBezTo>
                <a:cubicBezTo>
                  <a:pt x="126" y="7"/>
                  <a:pt x="126" y="7"/>
                  <a:pt x="125" y="7"/>
                </a:cubicBezTo>
                <a:cubicBezTo>
                  <a:pt x="125" y="8"/>
                  <a:pt x="125" y="8"/>
                  <a:pt x="125" y="8"/>
                </a:cubicBezTo>
                <a:cubicBezTo>
                  <a:pt x="125" y="8"/>
                  <a:pt x="124" y="8"/>
                  <a:pt x="124" y="8"/>
                </a:cubicBezTo>
                <a:cubicBezTo>
                  <a:pt x="124" y="8"/>
                  <a:pt x="124" y="8"/>
                  <a:pt x="123" y="7"/>
                </a:cubicBezTo>
                <a:cubicBezTo>
                  <a:pt x="123" y="7"/>
                  <a:pt x="123" y="7"/>
                  <a:pt x="123" y="6"/>
                </a:cubicBezTo>
                <a:cubicBezTo>
                  <a:pt x="123" y="5"/>
                  <a:pt x="123" y="4"/>
                  <a:pt x="123" y="3"/>
                </a:cubicBezTo>
                <a:cubicBezTo>
                  <a:pt x="123" y="3"/>
                  <a:pt x="123" y="2"/>
                  <a:pt x="124" y="2"/>
                </a:cubicBezTo>
                <a:cubicBezTo>
                  <a:pt x="124" y="2"/>
                  <a:pt x="124" y="2"/>
                  <a:pt x="125" y="2"/>
                </a:cubicBezTo>
                <a:cubicBezTo>
                  <a:pt x="126" y="2"/>
                  <a:pt x="127" y="2"/>
                  <a:pt x="128" y="2"/>
                </a:cubicBezTo>
                <a:cubicBezTo>
                  <a:pt x="128" y="2"/>
                  <a:pt x="129" y="2"/>
                  <a:pt x="129" y="2"/>
                </a:cubicBezTo>
                <a:cubicBezTo>
                  <a:pt x="129" y="2"/>
                  <a:pt x="130" y="2"/>
                  <a:pt x="130" y="2"/>
                </a:cubicBezTo>
                <a:cubicBezTo>
                  <a:pt x="130" y="2"/>
                  <a:pt x="130" y="2"/>
                  <a:pt x="129" y="3"/>
                </a:cubicBezTo>
                <a:cubicBezTo>
                  <a:pt x="129" y="3"/>
                  <a:pt x="129" y="3"/>
                  <a:pt x="129" y="3"/>
                </a:cubicBezTo>
                <a:cubicBezTo>
                  <a:pt x="129" y="4"/>
                  <a:pt x="129" y="4"/>
                  <a:pt x="129" y="4"/>
                </a:cubicBezTo>
                <a:lnTo>
                  <a:pt x="129" y="6"/>
                </a:lnTo>
                <a:cubicBezTo>
                  <a:pt x="129" y="7"/>
                  <a:pt x="129" y="7"/>
                  <a:pt x="129" y="7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30" y="8"/>
                  <a:pt x="130" y="8"/>
                </a:cubicBezTo>
                <a:cubicBezTo>
                  <a:pt x="130" y="8"/>
                  <a:pt x="130" y="8"/>
                  <a:pt x="131" y="8"/>
                </a:cubicBezTo>
                <a:cubicBezTo>
                  <a:pt x="131" y="8"/>
                  <a:pt x="131" y="8"/>
                  <a:pt x="131" y="8"/>
                </a:cubicBezTo>
                <a:cubicBezTo>
                  <a:pt x="131" y="8"/>
                  <a:pt x="131" y="8"/>
                  <a:pt x="131" y="9"/>
                </a:cubicBezTo>
                <a:cubicBezTo>
                  <a:pt x="131" y="9"/>
                  <a:pt x="131" y="9"/>
                  <a:pt x="131" y="9"/>
                </a:cubicBezTo>
                <a:cubicBezTo>
                  <a:pt x="131" y="9"/>
                  <a:pt x="131" y="10"/>
                  <a:pt x="131" y="10"/>
                </a:cubicBezTo>
                <a:cubicBezTo>
                  <a:pt x="130" y="10"/>
                  <a:pt x="130" y="10"/>
                  <a:pt x="129" y="10"/>
                </a:cubicBezTo>
                <a:cubicBezTo>
                  <a:pt x="128" y="10"/>
                  <a:pt x="128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1"/>
                  <a:pt x="127" y="11"/>
                </a:cubicBezTo>
                <a:cubicBezTo>
                  <a:pt x="127" y="11"/>
                  <a:pt x="127" y="11"/>
                  <a:pt x="128" y="11"/>
                </a:cubicBezTo>
                <a:cubicBezTo>
                  <a:pt x="128" y="11"/>
                  <a:pt x="128" y="11"/>
                  <a:pt x="128" y="11"/>
                </a:cubicBezTo>
                <a:cubicBezTo>
                  <a:pt x="128" y="10"/>
                  <a:pt x="129" y="10"/>
                  <a:pt x="129" y="10"/>
                </a:cubicBezTo>
                <a:cubicBezTo>
                  <a:pt x="129" y="10"/>
                  <a:pt x="129" y="11"/>
                  <a:pt x="129" y="11"/>
                </a:cubicBezTo>
                <a:cubicBezTo>
                  <a:pt x="129" y="11"/>
                  <a:pt x="129" y="11"/>
                  <a:pt x="129" y="11"/>
                </a:cubicBezTo>
                <a:cubicBezTo>
                  <a:pt x="129" y="11"/>
                  <a:pt x="129" y="12"/>
                  <a:pt x="129" y="12"/>
                </a:cubicBezTo>
                <a:cubicBezTo>
                  <a:pt x="129" y="12"/>
                  <a:pt x="129" y="12"/>
                  <a:pt x="128" y="12"/>
                </a:cubicBezTo>
                <a:cubicBezTo>
                  <a:pt x="128" y="12"/>
                  <a:pt x="128" y="12"/>
                  <a:pt x="127" y="12"/>
                </a:cubicBezTo>
                <a:cubicBezTo>
                  <a:pt x="127" y="12"/>
                  <a:pt x="127" y="12"/>
                  <a:pt x="127" y="12"/>
                </a:cubicBezTo>
                <a:cubicBezTo>
                  <a:pt x="127" y="12"/>
                  <a:pt x="127" y="13"/>
                  <a:pt x="127" y="13"/>
                </a:cubicBezTo>
                <a:cubicBezTo>
                  <a:pt x="127" y="13"/>
                  <a:pt x="127" y="13"/>
                  <a:pt x="127" y="13"/>
                </a:cubicBezTo>
                <a:close/>
                <a:moveTo>
                  <a:pt x="148" y="11"/>
                </a:moveTo>
                <a:cubicBezTo>
                  <a:pt x="148" y="12"/>
                  <a:pt x="148" y="13"/>
                  <a:pt x="148" y="14"/>
                </a:cubicBezTo>
                <a:cubicBezTo>
                  <a:pt x="148" y="15"/>
                  <a:pt x="148" y="15"/>
                  <a:pt x="148" y="16"/>
                </a:cubicBezTo>
                <a:cubicBezTo>
                  <a:pt x="148" y="16"/>
                  <a:pt x="148" y="16"/>
                  <a:pt x="148" y="17"/>
                </a:cubicBezTo>
                <a:cubicBezTo>
                  <a:pt x="148" y="17"/>
                  <a:pt x="148" y="17"/>
                  <a:pt x="148" y="17"/>
                </a:cubicBezTo>
                <a:cubicBezTo>
                  <a:pt x="148" y="18"/>
                  <a:pt x="148" y="18"/>
                  <a:pt x="148" y="18"/>
                </a:cubicBezTo>
                <a:cubicBezTo>
                  <a:pt x="148" y="18"/>
                  <a:pt x="147" y="18"/>
                  <a:pt x="146" y="17"/>
                </a:cubicBezTo>
                <a:cubicBezTo>
                  <a:pt x="145" y="17"/>
                  <a:pt x="144" y="16"/>
                  <a:pt x="144" y="16"/>
                </a:cubicBezTo>
                <a:cubicBezTo>
                  <a:pt x="143" y="16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4" y="16"/>
                  <a:pt x="145" y="16"/>
                  <a:pt x="146" y="16"/>
                </a:cubicBezTo>
                <a:cubicBezTo>
                  <a:pt x="146" y="16"/>
                  <a:pt x="147" y="16"/>
                  <a:pt x="147" y="16"/>
                </a:cubicBezTo>
                <a:cubicBezTo>
                  <a:pt x="147" y="16"/>
                  <a:pt x="147" y="15"/>
                  <a:pt x="147" y="15"/>
                </a:cubicBezTo>
                <a:cubicBezTo>
                  <a:pt x="147" y="14"/>
                  <a:pt x="147" y="14"/>
                  <a:pt x="147" y="12"/>
                </a:cubicBezTo>
                <a:cubicBezTo>
                  <a:pt x="147" y="11"/>
                  <a:pt x="146" y="9"/>
                  <a:pt x="146" y="8"/>
                </a:cubicBezTo>
                <a:lnTo>
                  <a:pt x="146" y="5"/>
                </a:lnTo>
                <a:lnTo>
                  <a:pt x="146" y="3"/>
                </a:lnTo>
                <a:cubicBezTo>
                  <a:pt x="146" y="3"/>
                  <a:pt x="147" y="3"/>
                  <a:pt x="147" y="3"/>
                </a:cubicBezTo>
                <a:cubicBezTo>
                  <a:pt x="147" y="3"/>
                  <a:pt x="147" y="3"/>
                  <a:pt x="148" y="3"/>
                </a:cubicBezTo>
                <a:cubicBezTo>
                  <a:pt x="148" y="3"/>
                  <a:pt x="148" y="3"/>
                  <a:pt x="148" y="3"/>
                </a:cubicBezTo>
                <a:cubicBezTo>
                  <a:pt x="148" y="4"/>
                  <a:pt x="148" y="4"/>
                  <a:pt x="148" y="4"/>
                </a:cubicBezTo>
                <a:cubicBezTo>
                  <a:pt x="148" y="4"/>
                  <a:pt x="148" y="5"/>
                  <a:pt x="148" y="6"/>
                </a:cubicBezTo>
                <a:cubicBezTo>
                  <a:pt x="148" y="6"/>
                  <a:pt x="148" y="6"/>
                  <a:pt x="148" y="7"/>
                </a:cubicBezTo>
                <a:cubicBezTo>
                  <a:pt x="148" y="9"/>
                  <a:pt x="148" y="9"/>
                  <a:pt x="148" y="10"/>
                </a:cubicBezTo>
                <a:lnTo>
                  <a:pt x="148" y="11"/>
                </a:lnTo>
                <a:close/>
                <a:moveTo>
                  <a:pt x="143" y="7"/>
                </a:moveTo>
                <a:cubicBezTo>
                  <a:pt x="143" y="7"/>
                  <a:pt x="143" y="7"/>
                  <a:pt x="142" y="7"/>
                </a:cubicBezTo>
                <a:cubicBezTo>
                  <a:pt x="142" y="7"/>
                  <a:pt x="142" y="7"/>
                  <a:pt x="141" y="7"/>
                </a:cubicBezTo>
                <a:cubicBezTo>
                  <a:pt x="141" y="7"/>
                  <a:pt x="141" y="7"/>
                  <a:pt x="141" y="7"/>
                </a:cubicBezTo>
                <a:cubicBezTo>
                  <a:pt x="141" y="7"/>
                  <a:pt x="141" y="7"/>
                  <a:pt x="140" y="7"/>
                </a:cubicBezTo>
                <a:cubicBezTo>
                  <a:pt x="140" y="7"/>
                  <a:pt x="140" y="6"/>
                  <a:pt x="140" y="6"/>
                </a:cubicBezTo>
                <a:cubicBezTo>
                  <a:pt x="140" y="6"/>
                  <a:pt x="140" y="7"/>
                  <a:pt x="140" y="7"/>
                </a:cubicBezTo>
                <a:cubicBezTo>
                  <a:pt x="139" y="7"/>
                  <a:pt x="139" y="7"/>
                  <a:pt x="139" y="7"/>
                </a:cubicBezTo>
                <a:cubicBezTo>
                  <a:pt x="138" y="8"/>
                  <a:pt x="138" y="8"/>
                  <a:pt x="138" y="9"/>
                </a:cubicBezTo>
                <a:cubicBezTo>
                  <a:pt x="138" y="9"/>
                  <a:pt x="137" y="9"/>
                  <a:pt x="137" y="10"/>
                </a:cubicBezTo>
                <a:cubicBezTo>
                  <a:pt x="137" y="10"/>
                  <a:pt x="138" y="10"/>
                  <a:pt x="138" y="10"/>
                </a:cubicBezTo>
                <a:cubicBezTo>
                  <a:pt x="138" y="10"/>
                  <a:pt x="138" y="10"/>
                  <a:pt x="138" y="10"/>
                </a:cubicBezTo>
                <a:cubicBezTo>
                  <a:pt x="139" y="9"/>
                  <a:pt x="140" y="9"/>
                  <a:pt x="141" y="9"/>
                </a:cubicBezTo>
                <a:cubicBezTo>
                  <a:pt x="141" y="9"/>
                  <a:pt x="141" y="9"/>
                  <a:pt x="141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10"/>
                  <a:pt x="142" y="10"/>
                  <a:pt x="142" y="10"/>
                </a:cubicBezTo>
                <a:cubicBezTo>
                  <a:pt x="142" y="11"/>
                  <a:pt x="141" y="11"/>
                  <a:pt x="141" y="12"/>
                </a:cubicBezTo>
                <a:cubicBezTo>
                  <a:pt x="141" y="12"/>
                  <a:pt x="141" y="13"/>
                  <a:pt x="141" y="13"/>
                </a:cubicBezTo>
                <a:cubicBezTo>
                  <a:pt x="141" y="13"/>
                  <a:pt x="140" y="13"/>
                  <a:pt x="140" y="13"/>
                </a:cubicBezTo>
                <a:cubicBezTo>
                  <a:pt x="140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4"/>
                </a:cubicBezTo>
                <a:cubicBezTo>
                  <a:pt x="138" y="14"/>
                  <a:pt x="138" y="14"/>
                  <a:pt x="138" y="15"/>
                </a:cubicBezTo>
                <a:cubicBezTo>
                  <a:pt x="138" y="15"/>
                  <a:pt x="138" y="15"/>
                  <a:pt x="139" y="15"/>
                </a:cubicBezTo>
                <a:cubicBezTo>
                  <a:pt x="139" y="15"/>
                  <a:pt x="139" y="15"/>
                  <a:pt x="139" y="15"/>
                </a:cubicBezTo>
                <a:cubicBezTo>
                  <a:pt x="139" y="15"/>
                  <a:pt x="140" y="15"/>
                  <a:pt x="140" y="15"/>
                </a:cubicBezTo>
                <a:cubicBezTo>
                  <a:pt x="140" y="15"/>
                  <a:pt x="140" y="15"/>
                  <a:pt x="141" y="15"/>
                </a:cubicBezTo>
                <a:cubicBezTo>
                  <a:pt x="141" y="15"/>
                  <a:pt x="141" y="14"/>
                  <a:pt x="141" y="14"/>
                </a:cubicBezTo>
                <a:cubicBezTo>
                  <a:pt x="141" y="14"/>
                  <a:pt x="141" y="13"/>
                  <a:pt x="141" y="13"/>
                </a:cubicBezTo>
                <a:cubicBezTo>
                  <a:pt x="141" y="13"/>
                  <a:pt x="141" y="14"/>
                  <a:pt x="142" y="14"/>
                </a:cubicBezTo>
                <a:cubicBezTo>
                  <a:pt x="142" y="15"/>
                  <a:pt x="142" y="15"/>
                  <a:pt x="142" y="16"/>
                </a:cubicBezTo>
                <a:cubicBezTo>
                  <a:pt x="142" y="16"/>
                  <a:pt x="142" y="16"/>
                  <a:pt x="141" y="16"/>
                </a:cubicBezTo>
                <a:cubicBezTo>
                  <a:pt x="141" y="16"/>
                  <a:pt x="141" y="16"/>
                  <a:pt x="141" y="16"/>
                </a:cubicBezTo>
                <a:cubicBezTo>
                  <a:pt x="140" y="16"/>
                  <a:pt x="140" y="16"/>
                  <a:pt x="139" y="16"/>
                </a:cubicBezTo>
                <a:cubicBezTo>
                  <a:pt x="139" y="16"/>
                  <a:pt x="138" y="16"/>
                  <a:pt x="138" y="16"/>
                </a:cubicBezTo>
                <a:cubicBezTo>
                  <a:pt x="138" y="16"/>
                  <a:pt x="137" y="15"/>
                  <a:pt x="137" y="14"/>
                </a:cubicBezTo>
                <a:cubicBezTo>
                  <a:pt x="137" y="14"/>
                  <a:pt x="138" y="13"/>
                  <a:pt x="138" y="13"/>
                </a:cubicBezTo>
                <a:cubicBezTo>
                  <a:pt x="138" y="12"/>
                  <a:pt x="138" y="12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9" y="11"/>
                  <a:pt x="139" y="11"/>
                </a:cubicBezTo>
                <a:cubicBezTo>
                  <a:pt x="139" y="11"/>
                  <a:pt x="139" y="11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40" y="12"/>
                  <a:pt x="140" y="12"/>
                  <a:pt x="140" y="11"/>
                </a:cubicBezTo>
                <a:cubicBezTo>
                  <a:pt x="140" y="11"/>
                  <a:pt x="140" y="11"/>
                  <a:pt x="140" y="10"/>
                </a:cubicBezTo>
                <a:cubicBezTo>
                  <a:pt x="140" y="10"/>
                  <a:pt x="140" y="10"/>
                  <a:pt x="140" y="10"/>
                </a:cubicBezTo>
                <a:cubicBezTo>
                  <a:pt x="139" y="10"/>
                  <a:pt x="139" y="10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8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6" y="12"/>
                </a:cubicBezTo>
                <a:cubicBezTo>
                  <a:pt x="135" y="12"/>
                  <a:pt x="135" y="12"/>
                  <a:pt x="135" y="12"/>
                </a:cubicBezTo>
                <a:cubicBezTo>
                  <a:pt x="134" y="12"/>
                  <a:pt x="134" y="12"/>
                  <a:pt x="134" y="12"/>
                </a:cubicBezTo>
                <a:cubicBezTo>
                  <a:pt x="134" y="12"/>
                  <a:pt x="133" y="12"/>
                  <a:pt x="133" y="12"/>
                </a:cubicBezTo>
                <a:cubicBezTo>
                  <a:pt x="133" y="12"/>
                  <a:pt x="134" y="12"/>
                  <a:pt x="134" y="12"/>
                </a:cubicBezTo>
                <a:cubicBezTo>
                  <a:pt x="134" y="11"/>
                  <a:pt x="135" y="11"/>
                  <a:pt x="135" y="10"/>
                </a:cubicBezTo>
                <a:cubicBezTo>
                  <a:pt x="136" y="10"/>
                  <a:pt x="136" y="9"/>
                  <a:pt x="137" y="8"/>
                </a:cubicBezTo>
                <a:cubicBezTo>
                  <a:pt x="137" y="8"/>
                  <a:pt x="138" y="7"/>
                  <a:pt x="138" y="7"/>
                </a:cubicBezTo>
                <a:cubicBezTo>
                  <a:pt x="138" y="7"/>
                  <a:pt x="138" y="6"/>
                  <a:pt x="139" y="6"/>
                </a:cubicBezTo>
                <a:cubicBezTo>
                  <a:pt x="139" y="5"/>
                  <a:pt x="140" y="4"/>
                  <a:pt x="140" y="4"/>
                </a:cubicBezTo>
                <a:cubicBezTo>
                  <a:pt x="140" y="4"/>
                  <a:pt x="140" y="4"/>
                  <a:pt x="140" y="4"/>
                </a:cubicBezTo>
                <a:cubicBezTo>
                  <a:pt x="140" y="4"/>
                  <a:pt x="141" y="3"/>
                  <a:pt x="141" y="3"/>
                </a:cubicBezTo>
                <a:cubicBezTo>
                  <a:pt x="141" y="3"/>
                  <a:pt x="141" y="4"/>
                  <a:pt x="141" y="4"/>
                </a:cubicBezTo>
                <a:cubicBezTo>
                  <a:pt x="141" y="4"/>
                  <a:pt x="141" y="4"/>
                  <a:pt x="141" y="4"/>
                </a:cubicBezTo>
                <a:cubicBezTo>
                  <a:pt x="141" y="5"/>
                  <a:pt x="141" y="5"/>
                  <a:pt x="141" y="5"/>
                </a:cubicBezTo>
                <a:cubicBezTo>
                  <a:pt x="141" y="5"/>
                  <a:pt x="141" y="5"/>
                  <a:pt x="141" y="6"/>
                </a:cubicBezTo>
                <a:cubicBezTo>
                  <a:pt x="141" y="6"/>
                  <a:pt x="141" y="6"/>
                  <a:pt x="141" y="6"/>
                </a:cubicBezTo>
                <a:cubicBezTo>
                  <a:pt x="141" y="6"/>
                  <a:pt x="141" y="6"/>
                  <a:pt x="142" y="6"/>
                </a:cubicBezTo>
                <a:cubicBezTo>
                  <a:pt x="142" y="6"/>
                  <a:pt x="143" y="6"/>
                  <a:pt x="143" y="7"/>
                </a:cubicBezTo>
                <a:close/>
                <a:moveTo>
                  <a:pt x="145" y="8"/>
                </a:move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9"/>
                  <a:pt x="145" y="9"/>
                </a:cubicBezTo>
                <a:cubicBezTo>
                  <a:pt x="145" y="9"/>
                  <a:pt x="145" y="10"/>
                  <a:pt x="145" y="10"/>
                </a:cubicBezTo>
                <a:cubicBezTo>
                  <a:pt x="145" y="11"/>
                  <a:pt x="145" y="11"/>
                  <a:pt x="144" y="11"/>
                </a:cubicBezTo>
                <a:cubicBezTo>
                  <a:pt x="144" y="11"/>
                  <a:pt x="144" y="11"/>
                  <a:pt x="144" y="11"/>
                </a:cubicBezTo>
                <a:cubicBezTo>
                  <a:pt x="144" y="11"/>
                  <a:pt x="143" y="11"/>
                  <a:pt x="143" y="10"/>
                </a:cubicBezTo>
                <a:cubicBezTo>
                  <a:pt x="143" y="9"/>
                  <a:pt x="143" y="9"/>
                  <a:pt x="143" y="9"/>
                </a:cubicBezTo>
                <a:lnTo>
                  <a:pt x="143" y="8"/>
                </a:lnTo>
                <a:cubicBezTo>
                  <a:pt x="143" y="8"/>
                  <a:pt x="143" y="8"/>
                  <a:pt x="144" y="8"/>
                </a:cubicBezTo>
                <a:cubicBezTo>
                  <a:pt x="144" y="8"/>
                  <a:pt x="144" y="8"/>
                  <a:pt x="144" y="8"/>
                </a:cubicBez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8"/>
                  <a:pt x="145" y="8"/>
                </a:cubicBezTo>
                <a:close/>
                <a:moveTo>
                  <a:pt x="157" y="2"/>
                </a:moveTo>
                <a:cubicBezTo>
                  <a:pt x="157" y="2"/>
                  <a:pt x="158" y="2"/>
                  <a:pt x="158" y="2"/>
                </a:cubicBezTo>
                <a:cubicBezTo>
                  <a:pt x="158" y="2"/>
                  <a:pt x="158" y="2"/>
                  <a:pt x="158" y="3"/>
                </a:cubicBezTo>
                <a:cubicBezTo>
                  <a:pt x="158" y="3"/>
                  <a:pt x="158" y="3"/>
                  <a:pt x="158" y="3"/>
                </a:cubicBezTo>
                <a:cubicBezTo>
                  <a:pt x="158" y="3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7" y="4"/>
                  <a:pt x="157" y="4"/>
                </a:cubicBezTo>
                <a:cubicBezTo>
                  <a:pt x="157" y="4"/>
                  <a:pt x="156" y="4"/>
                  <a:pt x="156" y="3"/>
                </a:cubicBezTo>
                <a:cubicBezTo>
                  <a:pt x="156" y="3"/>
                  <a:pt x="157" y="3"/>
                  <a:pt x="157" y="2"/>
                </a:cubicBezTo>
                <a:cubicBezTo>
                  <a:pt x="157" y="2"/>
                  <a:pt x="157" y="2"/>
                  <a:pt x="157" y="2"/>
                </a:cubicBezTo>
                <a:close/>
                <a:moveTo>
                  <a:pt x="159" y="5"/>
                </a:moveTo>
                <a:cubicBezTo>
                  <a:pt x="159" y="5"/>
                  <a:pt x="159" y="6"/>
                  <a:pt x="159" y="6"/>
                </a:cubicBezTo>
                <a:cubicBezTo>
                  <a:pt x="159" y="6"/>
                  <a:pt x="159" y="6"/>
                  <a:pt x="159" y="6"/>
                </a:cubicBezTo>
                <a:cubicBezTo>
                  <a:pt x="159" y="6"/>
                  <a:pt x="158" y="6"/>
                  <a:pt x="158" y="6"/>
                </a:cubicBezTo>
                <a:cubicBezTo>
                  <a:pt x="158" y="6"/>
                  <a:pt x="158" y="6"/>
                  <a:pt x="159" y="6"/>
                </a:cubicBezTo>
                <a:cubicBezTo>
                  <a:pt x="159" y="6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8"/>
                  <a:pt x="159" y="8"/>
                  <a:pt x="158" y="8"/>
                </a:cubicBezTo>
                <a:cubicBezTo>
                  <a:pt x="158" y="8"/>
                  <a:pt x="158" y="8"/>
                  <a:pt x="158" y="8"/>
                </a:cubicBezTo>
                <a:cubicBezTo>
                  <a:pt x="158" y="8"/>
                  <a:pt x="158" y="8"/>
                  <a:pt x="159" y="8"/>
                </a:cubicBezTo>
                <a:cubicBezTo>
                  <a:pt x="159" y="8"/>
                  <a:pt x="159" y="8"/>
                  <a:pt x="159" y="8"/>
                </a:cubicBezTo>
                <a:cubicBezTo>
                  <a:pt x="159" y="8"/>
                  <a:pt x="159" y="8"/>
                  <a:pt x="159" y="9"/>
                </a:cubicBezTo>
                <a:cubicBezTo>
                  <a:pt x="159" y="9"/>
                  <a:pt x="159" y="9"/>
                  <a:pt x="159" y="9"/>
                </a:cubicBezTo>
                <a:cubicBezTo>
                  <a:pt x="159" y="9"/>
                  <a:pt x="158" y="9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9" y="10"/>
                  <a:pt x="159" y="10"/>
                </a:cubicBezTo>
                <a:cubicBezTo>
                  <a:pt x="159" y="10"/>
                  <a:pt x="159" y="10"/>
                  <a:pt x="159" y="10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8" y="11"/>
                </a:cubicBezTo>
                <a:cubicBezTo>
                  <a:pt x="158" y="11"/>
                  <a:pt x="157" y="12"/>
                  <a:pt x="157" y="12"/>
                </a:cubicBezTo>
                <a:cubicBezTo>
                  <a:pt x="157" y="12"/>
                  <a:pt x="157" y="12"/>
                  <a:pt x="157" y="12"/>
                </a:cubicBezTo>
                <a:cubicBezTo>
                  <a:pt x="157" y="12"/>
                  <a:pt x="157" y="12"/>
                  <a:pt x="158" y="12"/>
                </a:cubicBezTo>
                <a:cubicBezTo>
                  <a:pt x="158" y="12"/>
                  <a:pt x="159" y="13"/>
                  <a:pt x="159" y="13"/>
                </a:cubicBezTo>
                <a:cubicBezTo>
                  <a:pt x="159" y="13"/>
                  <a:pt x="159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7" y="13"/>
                  <a:pt x="157" y="13"/>
                </a:cubicBezTo>
                <a:cubicBezTo>
                  <a:pt x="157" y="13"/>
                  <a:pt x="157" y="13"/>
                  <a:pt x="157" y="13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57" y="14"/>
                  <a:pt x="157" y="15"/>
                  <a:pt x="157" y="15"/>
                </a:cubicBezTo>
                <a:cubicBezTo>
                  <a:pt x="157" y="16"/>
                  <a:pt x="157" y="16"/>
                  <a:pt x="157" y="16"/>
                </a:cubicBezTo>
                <a:cubicBezTo>
                  <a:pt x="157" y="16"/>
                  <a:pt x="156" y="16"/>
                  <a:pt x="156" y="16"/>
                </a:cubicBezTo>
                <a:cubicBezTo>
                  <a:pt x="156" y="15"/>
                  <a:pt x="155" y="15"/>
                  <a:pt x="155" y="15"/>
                </a:cubicBezTo>
                <a:cubicBezTo>
                  <a:pt x="155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6"/>
                  <a:pt x="154" y="16"/>
                </a:cubicBezTo>
                <a:cubicBezTo>
                  <a:pt x="154" y="16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4"/>
                  <a:pt x="153" y="14"/>
                  <a:pt x="153" y="14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2"/>
                  <a:pt x="154" y="12"/>
                  <a:pt x="154" y="12"/>
                </a:cubicBezTo>
                <a:cubicBezTo>
                  <a:pt x="154" y="12"/>
                  <a:pt x="154" y="12"/>
                  <a:pt x="153" y="13"/>
                </a:cubicBezTo>
                <a:cubicBezTo>
                  <a:pt x="153" y="13"/>
                  <a:pt x="153" y="13"/>
                  <a:pt x="153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3" y="12"/>
                  <a:pt x="154" y="11"/>
                  <a:pt x="155" y="11"/>
                </a:cubicBezTo>
                <a:cubicBezTo>
                  <a:pt x="155" y="11"/>
                  <a:pt x="155" y="11"/>
                  <a:pt x="156" y="11"/>
                </a:cubicBezTo>
                <a:cubicBezTo>
                  <a:pt x="156" y="11"/>
                  <a:pt x="156" y="11"/>
                  <a:pt x="156" y="11"/>
                </a:cubicBezTo>
                <a:cubicBezTo>
                  <a:pt x="156" y="10"/>
                  <a:pt x="156" y="10"/>
                  <a:pt x="156" y="10"/>
                </a:cubicBezTo>
                <a:cubicBezTo>
                  <a:pt x="156" y="10"/>
                  <a:pt x="155" y="10"/>
                  <a:pt x="155" y="10"/>
                </a:cubicBezTo>
                <a:cubicBezTo>
                  <a:pt x="155" y="10"/>
                  <a:pt x="154" y="10"/>
                  <a:pt x="154" y="10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4" y="11"/>
                  <a:pt x="154" y="10"/>
                  <a:pt x="154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154" y="10"/>
                  <a:pt x="154" y="10"/>
                  <a:pt x="154" y="9"/>
                </a:cubicBezTo>
                <a:cubicBezTo>
                  <a:pt x="154" y="9"/>
                  <a:pt x="154" y="9"/>
                  <a:pt x="154" y="9"/>
                </a:cubicBezTo>
                <a:cubicBezTo>
                  <a:pt x="155" y="9"/>
                  <a:pt x="155" y="9"/>
                  <a:pt x="156" y="9"/>
                </a:cubicBezTo>
                <a:cubicBezTo>
                  <a:pt x="156" y="9"/>
                  <a:pt x="157" y="8"/>
                  <a:pt x="157" y="8"/>
                </a:cubicBezTo>
                <a:cubicBezTo>
                  <a:pt x="157" y="8"/>
                  <a:pt x="157" y="8"/>
                  <a:pt x="157" y="8"/>
                </a:cubicBezTo>
                <a:cubicBezTo>
                  <a:pt x="157" y="8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6" y="7"/>
                  <a:pt x="156" y="7"/>
                  <a:pt x="156" y="7"/>
                </a:cubicBezTo>
                <a:cubicBezTo>
                  <a:pt x="156" y="7"/>
                  <a:pt x="156" y="8"/>
                  <a:pt x="156" y="8"/>
                </a:cubicBezTo>
                <a:cubicBezTo>
                  <a:pt x="156" y="8"/>
                  <a:pt x="156" y="8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5" y="6"/>
                  <a:pt x="156" y="6"/>
                </a:cubicBezTo>
                <a:cubicBezTo>
                  <a:pt x="157" y="5"/>
                  <a:pt x="158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lose/>
                <a:moveTo>
                  <a:pt x="166" y="8"/>
                </a:moveTo>
                <a:cubicBezTo>
                  <a:pt x="166" y="8"/>
                  <a:pt x="166" y="8"/>
                  <a:pt x="166" y="8"/>
                </a:cubicBezTo>
                <a:cubicBezTo>
                  <a:pt x="166" y="8"/>
                  <a:pt x="166" y="8"/>
                  <a:pt x="166" y="9"/>
                </a:cubicBezTo>
                <a:cubicBezTo>
                  <a:pt x="167" y="9"/>
                  <a:pt x="167" y="9"/>
                  <a:pt x="167" y="9"/>
                </a:cubicBezTo>
                <a:cubicBezTo>
                  <a:pt x="167" y="9"/>
                  <a:pt x="167" y="9"/>
                  <a:pt x="167" y="10"/>
                </a:cubicBezTo>
                <a:cubicBezTo>
                  <a:pt x="167" y="10"/>
                  <a:pt x="167" y="10"/>
                  <a:pt x="167" y="10"/>
                </a:cubicBezTo>
                <a:cubicBezTo>
                  <a:pt x="167" y="10"/>
                  <a:pt x="166" y="10"/>
                  <a:pt x="166" y="10"/>
                </a:cubicBezTo>
                <a:cubicBezTo>
                  <a:pt x="166" y="10"/>
                  <a:pt x="166" y="10"/>
                  <a:pt x="165" y="10"/>
                </a:cubicBezTo>
                <a:cubicBezTo>
                  <a:pt x="165" y="10"/>
                  <a:pt x="164" y="10"/>
                  <a:pt x="164" y="10"/>
                </a:cubicBezTo>
                <a:cubicBezTo>
                  <a:pt x="164" y="10"/>
                  <a:pt x="164" y="10"/>
                  <a:pt x="164" y="11"/>
                </a:cubicBezTo>
                <a:cubicBezTo>
                  <a:pt x="164" y="12"/>
                  <a:pt x="164" y="12"/>
                  <a:pt x="164" y="13"/>
                </a:cubicBezTo>
                <a:cubicBezTo>
                  <a:pt x="164" y="13"/>
                  <a:pt x="164" y="13"/>
                  <a:pt x="164" y="14"/>
                </a:cubicBezTo>
                <a:cubicBezTo>
                  <a:pt x="164" y="14"/>
                  <a:pt x="164" y="14"/>
                  <a:pt x="164" y="15"/>
                </a:cubicBezTo>
                <a:cubicBezTo>
                  <a:pt x="164" y="15"/>
                  <a:pt x="164" y="15"/>
                  <a:pt x="164" y="16"/>
                </a:cubicBezTo>
                <a:cubicBezTo>
                  <a:pt x="164" y="16"/>
                  <a:pt x="164" y="16"/>
                  <a:pt x="164" y="16"/>
                </a:cubicBezTo>
                <a:cubicBezTo>
                  <a:pt x="164" y="17"/>
                  <a:pt x="164" y="17"/>
                  <a:pt x="164" y="17"/>
                </a:cubicBezTo>
                <a:cubicBezTo>
                  <a:pt x="164" y="17"/>
                  <a:pt x="164" y="18"/>
                  <a:pt x="164" y="18"/>
                </a:cubicBezTo>
                <a:cubicBezTo>
                  <a:pt x="164" y="18"/>
                  <a:pt x="164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lnTo>
                  <a:pt x="163" y="17"/>
                </a:lnTo>
                <a:cubicBezTo>
                  <a:pt x="163" y="17"/>
                  <a:pt x="163" y="15"/>
                  <a:pt x="163" y="14"/>
                </a:cubicBezTo>
                <a:cubicBezTo>
                  <a:pt x="163" y="12"/>
                  <a:pt x="163" y="11"/>
                  <a:pt x="163" y="11"/>
                </a:cubicBezTo>
                <a:cubicBezTo>
                  <a:pt x="163" y="11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1" y="10"/>
                  <a:pt x="161" y="10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0" y="12"/>
                  <a:pt x="160" y="12"/>
                  <a:pt x="160" y="12"/>
                </a:cubicBezTo>
                <a:lnTo>
                  <a:pt x="160" y="13"/>
                </a:lnTo>
                <a:cubicBezTo>
                  <a:pt x="160" y="13"/>
                  <a:pt x="160" y="13"/>
                  <a:pt x="160" y="14"/>
                </a:cubicBezTo>
                <a:cubicBezTo>
                  <a:pt x="160" y="14"/>
                  <a:pt x="159" y="14"/>
                  <a:pt x="159" y="15"/>
                </a:cubicBezTo>
                <a:cubicBezTo>
                  <a:pt x="159" y="15"/>
                  <a:pt x="158" y="15"/>
                  <a:pt x="158" y="15"/>
                </a:cubicBezTo>
                <a:cubicBezTo>
                  <a:pt x="158" y="15"/>
                  <a:pt x="158" y="15"/>
                  <a:pt x="158" y="15"/>
                </a:cubicBezTo>
                <a:cubicBezTo>
                  <a:pt x="158" y="15"/>
                  <a:pt x="158" y="14"/>
                  <a:pt x="159" y="14"/>
                </a:cubicBezTo>
                <a:cubicBezTo>
                  <a:pt x="159" y="13"/>
                  <a:pt x="159" y="12"/>
                  <a:pt x="160" y="12"/>
                </a:cubicBezTo>
                <a:cubicBezTo>
                  <a:pt x="160" y="11"/>
                  <a:pt x="160" y="11"/>
                  <a:pt x="160" y="10"/>
                </a:cubicBezTo>
                <a:cubicBezTo>
                  <a:pt x="160" y="9"/>
                  <a:pt x="160" y="8"/>
                  <a:pt x="160" y="8"/>
                </a:cubicBezTo>
                <a:lnTo>
                  <a:pt x="160" y="7"/>
                </a:lnTo>
                <a:cubicBezTo>
                  <a:pt x="160" y="7"/>
                  <a:pt x="160" y="6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6"/>
                  <a:pt x="162" y="6"/>
                  <a:pt x="162" y="6"/>
                </a:cubicBezTo>
                <a:cubicBezTo>
                  <a:pt x="163" y="5"/>
                  <a:pt x="164" y="5"/>
                  <a:pt x="164" y="5"/>
                </a:cubicBezTo>
                <a:cubicBezTo>
                  <a:pt x="164" y="5"/>
                  <a:pt x="165" y="5"/>
                  <a:pt x="165" y="5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7"/>
                  <a:pt x="164" y="7"/>
                  <a:pt x="164" y="7"/>
                </a:cubicBezTo>
                <a:cubicBezTo>
                  <a:pt x="164" y="7"/>
                  <a:pt x="164" y="7"/>
                  <a:pt x="164" y="7"/>
                </a:cubicBezTo>
                <a:cubicBezTo>
                  <a:pt x="163" y="7"/>
                  <a:pt x="163" y="7"/>
                  <a:pt x="163" y="7"/>
                </a:cubicBezTo>
                <a:cubicBezTo>
                  <a:pt x="162" y="7"/>
                  <a:pt x="162" y="7"/>
                  <a:pt x="161" y="8"/>
                </a:cubicBezTo>
                <a:cubicBezTo>
                  <a:pt x="161" y="8"/>
                  <a:pt x="161" y="9"/>
                  <a:pt x="161" y="9"/>
                </a:cubicBezTo>
                <a:cubicBezTo>
                  <a:pt x="161" y="9"/>
                  <a:pt x="161" y="9"/>
                  <a:pt x="161" y="9"/>
                </a:cubicBezTo>
                <a:cubicBezTo>
                  <a:pt x="161" y="9"/>
                  <a:pt x="162" y="9"/>
                  <a:pt x="163" y="9"/>
                </a:cubicBezTo>
                <a:cubicBezTo>
                  <a:pt x="163" y="8"/>
                  <a:pt x="164" y="8"/>
                  <a:pt x="165" y="8"/>
                </a:cubicBezTo>
                <a:cubicBezTo>
                  <a:pt x="165" y="8"/>
                  <a:pt x="165" y="8"/>
                  <a:pt x="166" y="8"/>
                </a:cubicBezTo>
                <a:close/>
              </a:path>
              <a:path w="192" h="20">
                <a:moveTo>
                  <a:pt x="28" y="11"/>
                </a:moveTo>
                <a:cubicBezTo>
                  <a:pt x="28" y="11"/>
                  <a:pt x="28" y="11"/>
                  <a:pt x="28" y="11"/>
                </a:cubicBezTo>
                <a:cubicBezTo>
                  <a:pt x="28" y="11"/>
                  <a:pt x="29" y="10"/>
                  <a:pt x="30" y="10"/>
                </a:cubicBezTo>
                <a:cubicBezTo>
                  <a:pt x="30" y="10"/>
                  <a:pt x="30" y="10"/>
                  <a:pt x="30" y="10"/>
                </a:cubicBezTo>
                <a:cubicBezTo>
                  <a:pt x="30" y="10"/>
                  <a:pt x="30" y="9"/>
                  <a:pt x="30" y="9"/>
                </a:cubicBezTo>
                <a:lnTo>
                  <a:pt x="30" y="7"/>
                </a:lnTo>
                <a:cubicBezTo>
                  <a:pt x="30" y="6"/>
                  <a:pt x="30" y="6"/>
                  <a:pt x="30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8" y="6"/>
                  <a:pt x="28" y="6"/>
                  <a:pt x="28" y="6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8"/>
                  <a:pt x="29" y="8"/>
                  <a:pt x="29" y="8"/>
                </a:cubicBezTo>
                <a:cubicBezTo>
                  <a:pt x="29" y="8"/>
                  <a:pt x="29" y="8"/>
                  <a:pt x="29" y="9"/>
                </a:cubicBez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28" y="9"/>
                  <a:pt x="28" y="9"/>
                </a:cubicBezTo>
                <a:cubicBezTo>
                  <a:pt x="28" y="9"/>
                  <a:pt x="28" y="9"/>
                  <a:pt x="28" y="10"/>
                </a:cubicBezTo>
                <a:cubicBezTo>
                  <a:pt x="28" y="10"/>
                  <a:pt x="28" y="10"/>
                  <a:pt x="28" y="10"/>
                </a:cubicBezTo>
                <a:cubicBezTo>
                  <a:pt x="28" y="10"/>
                  <a:pt x="28" y="11"/>
                  <a:pt x="28" y="11"/>
                </a:cubicBezTo>
                <a:cubicBezTo>
                  <a:pt x="28" y="11"/>
                  <a:pt x="28" y="11"/>
                  <a:pt x="28" y="11"/>
                </a:cubicBezTo>
                <a:close/>
              </a:path>
              <a:path w="192" h="20">
                <a:moveTo>
                  <a:pt x="53" y="8"/>
                </a:moveTo>
                <a:cubicBezTo>
                  <a:pt x="53" y="7"/>
                  <a:pt x="53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8"/>
                </a:cubicBezTo>
                <a:cubicBezTo>
                  <a:pt x="51" y="8"/>
                  <a:pt x="51" y="9"/>
                  <a:pt x="51" y="9"/>
                </a:cubicBezTo>
                <a:cubicBezTo>
                  <a:pt x="51" y="9"/>
                  <a:pt x="52" y="9"/>
                  <a:pt x="52" y="9"/>
                </a:cubicBezTo>
                <a:cubicBezTo>
                  <a:pt x="52" y="9"/>
                  <a:pt x="52" y="9"/>
                  <a:pt x="52" y="9"/>
                </a:cubicBezTo>
                <a:cubicBezTo>
                  <a:pt x="53" y="8"/>
                  <a:pt x="53" y="8"/>
                  <a:pt x="53" y="8"/>
                </a:cubicBezTo>
                <a:close/>
              </a:path>
              <a:path w="192" h="20">
                <a:moveTo>
                  <a:pt x="50" y="8"/>
                </a:moveTo>
                <a:cubicBezTo>
                  <a:pt x="50" y="8"/>
                  <a:pt x="50" y="8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8"/>
                  <a:pt x="50" y="8"/>
                </a:cubicBezTo>
                <a:cubicBezTo>
                  <a:pt x="50" y="8"/>
                  <a:pt x="50" y="8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8"/>
                  <a:pt x="50" y="8"/>
                  <a:pt x="50" y="8"/>
                </a:cubicBezTo>
                <a:close/>
              </a:path>
              <a:path w="192" h="20">
                <a:moveTo>
                  <a:pt x="49" y="9"/>
                </a:moveTo>
                <a:cubicBezTo>
                  <a:pt x="49" y="9"/>
                  <a:pt x="49" y="9"/>
                  <a:pt x="49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9"/>
                  <a:pt x="48" y="9"/>
                  <a:pt x="48" y="9"/>
                </a:cubicBezTo>
                <a:cubicBezTo>
                  <a:pt x="48" y="9"/>
                  <a:pt x="48" y="9"/>
                  <a:pt x="48" y="9"/>
                </a:cubicBezTo>
                <a:cubicBezTo>
                  <a:pt x="49" y="9"/>
                  <a:pt x="49" y="9"/>
                  <a:pt x="49" y="9"/>
                </a:cubicBezTo>
                <a:close/>
              </a:path>
              <a:path w="192" h="20">
                <a:moveTo>
                  <a:pt x="51" y="13"/>
                </a:moveTo>
                <a:cubicBezTo>
                  <a:pt x="51" y="13"/>
                  <a:pt x="51" y="13"/>
                  <a:pt x="51" y="13"/>
                </a:cubicBezTo>
                <a:cubicBezTo>
                  <a:pt x="51" y="13"/>
                  <a:pt x="52" y="13"/>
                  <a:pt x="52" y="13"/>
                </a:cubicBezTo>
                <a:cubicBezTo>
                  <a:pt x="52" y="13"/>
                  <a:pt x="52" y="12"/>
                  <a:pt x="52" y="12"/>
                </a:cubicBezTo>
                <a:cubicBezTo>
                  <a:pt x="52" y="12"/>
                  <a:pt x="52" y="12"/>
                  <a:pt x="51" y="12"/>
                </a:cubicBezTo>
                <a:cubicBezTo>
                  <a:pt x="51" y="12"/>
                  <a:pt x="51" y="12"/>
                  <a:pt x="51" y="12"/>
                </a:cubicBezTo>
                <a:cubicBezTo>
                  <a:pt x="51" y="12"/>
                  <a:pt x="51" y="12"/>
                  <a:pt x="50" y="12"/>
                </a:cubicBezTo>
                <a:cubicBezTo>
                  <a:pt x="50" y="12"/>
                  <a:pt x="50" y="12"/>
                  <a:pt x="50" y="12"/>
                </a:cubicBezTo>
                <a:cubicBezTo>
                  <a:pt x="50" y="12"/>
                  <a:pt x="50" y="12"/>
                  <a:pt x="50" y="13"/>
                </a:cubicBezTo>
                <a:cubicBezTo>
                  <a:pt x="50" y="13"/>
                  <a:pt x="50" y="13"/>
                  <a:pt x="51" y="13"/>
                </a:cubicBezTo>
                <a:close/>
              </a:path>
              <a:path w="192" h="20">
                <a:moveTo>
                  <a:pt x="51" y="15"/>
                </a:moveTo>
                <a:cubicBezTo>
                  <a:pt x="52" y="15"/>
                  <a:pt x="52" y="15"/>
                  <a:pt x="52" y="15"/>
                </a:cubicBezTo>
                <a:cubicBezTo>
                  <a:pt x="53" y="15"/>
                  <a:pt x="53" y="15"/>
                  <a:pt x="53" y="14"/>
                </a:cubicBezTo>
                <a:cubicBezTo>
                  <a:pt x="53" y="14"/>
                  <a:pt x="53" y="14"/>
                  <a:pt x="53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1" y="14"/>
                  <a:pt x="51" y="14"/>
                </a:cubicBezTo>
                <a:cubicBezTo>
                  <a:pt x="51" y="14"/>
                  <a:pt x="51" y="14"/>
                  <a:pt x="51" y="14"/>
                </a:cubicBezTo>
                <a:lnTo>
                  <a:pt x="50" y="14"/>
                </a:lnTo>
                <a:cubicBezTo>
                  <a:pt x="50" y="14"/>
                  <a:pt x="50" y="14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3"/>
                </a:cubicBezTo>
                <a:cubicBezTo>
                  <a:pt x="49" y="13"/>
                  <a:pt x="49" y="13"/>
                  <a:pt x="49" y="13"/>
                </a:cubicBezTo>
                <a:cubicBezTo>
                  <a:pt x="49" y="14"/>
                  <a:pt x="49" y="14"/>
                  <a:pt x="49" y="15"/>
                </a:cubicBezTo>
                <a:cubicBezTo>
                  <a:pt x="50" y="15"/>
                  <a:pt x="50" y="15"/>
                  <a:pt x="51" y="15"/>
                </a:cubicBezTo>
                <a:close/>
              </a:path>
              <a:path w="192" h="20">
                <a:moveTo>
                  <a:pt x="68" y="8"/>
                </a:moveTo>
                <a:cubicBezTo>
                  <a:pt x="68" y="8"/>
                  <a:pt x="69" y="8"/>
                  <a:pt x="69" y="8"/>
                </a:cubicBezTo>
                <a:cubicBezTo>
                  <a:pt x="69" y="8"/>
                  <a:pt x="69" y="7"/>
                  <a:pt x="69" y="7"/>
                </a:cubicBezTo>
                <a:cubicBezTo>
                  <a:pt x="69" y="7"/>
                  <a:pt x="69" y="6"/>
                  <a:pt x="69" y="6"/>
                </a:cubicBezTo>
                <a:cubicBezTo>
                  <a:pt x="69" y="6"/>
                  <a:pt x="69" y="5"/>
                  <a:pt x="69" y="5"/>
                </a:cubicBezTo>
                <a:cubicBezTo>
                  <a:pt x="68" y="5"/>
                  <a:pt x="68" y="5"/>
                  <a:pt x="68" y="5"/>
                </a:cubicBezTo>
                <a:cubicBezTo>
                  <a:pt x="68" y="5"/>
                  <a:pt x="67" y="5"/>
                  <a:pt x="67" y="5"/>
                </a:cubicBezTo>
                <a:cubicBezTo>
                  <a:pt x="67" y="5"/>
                  <a:pt x="67" y="5"/>
                  <a:pt x="66" y="5"/>
                </a:cubicBezTo>
                <a:cubicBezTo>
                  <a:pt x="66" y="6"/>
                  <a:pt x="66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7"/>
                  <a:pt x="65" y="7"/>
                  <a:pt x="65" y="8"/>
                </a:cubicBezTo>
                <a:cubicBezTo>
                  <a:pt x="65" y="8"/>
                  <a:pt x="65" y="8"/>
                  <a:pt x="65" y="8"/>
                </a:cubicBezTo>
                <a:cubicBezTo>
                  <a:pt x="66" y="8"/>
                  <a:pt x="66" y="8"/>
                  <a:pt x="66" y="8"/>
                </a:cubicBezTo>
                <a:cubicBezTo>
                  <a:pt x="67" y="7"/>
                  <a:pt x="68" y="7"/>
                  <a:pt x="68" y="7"/>
                </a:cubicBezTo>
                <a:cubicBezTo>
                  <a:pt x="68" y="7"/>
                  <a:pt x="68" y="7"/>
                  <a:pt x="68" y="8"/>
                </a:cubicBezTo>
                <a:cubicBezTo>
                  <a:pt x="68" y="8"/>
                  <a:pt x="68" y="8"/>
                  <a:pt x="68" y="8"/>
                </a:cubicBezTo>
                <a:close/>
                <a:moveTo>
                  <a:pt x="68" y="6"/>
                </a:moveTo>
                <a:cubicBezTo>
                  <a:pt x="68" y="6"/>
                  <a:pt x="68" y="6"/>
                  <a:pt x="68" y="6"/>
                </a:cubicBezTo>
                <a:cubicBezTo>
                  <a:pt x="68" y="7"/>
                  <a:pt x="68" y="7"/>
                  <a:pt x="67" y="7"/>
                </a:cubicBezTo>
                <a:cubicBezTo>
                  <a:pt x="67" y="7"/>
                  <a:pt x="66" y="7"/>
                  <a:pt x="66" y="7"/>
                </a:cubicBezTo>
                <a:cubicBezTo>
                  <a:pt x="66" y="7"/>
                  <a:pt x="66" y="7"/>
                  <a:pt x="66" y="7"/>
                </a:cubicBezTo>
                <a:cubicBezTo>
                  <a:pt x="65" y="7"/>
                  <a:pt x="65" y="7"/>
                  <a:pt x="65" y="6"/>
                </a:cubicBezTo>
                <a:cubicBezTo>
                  <a:pt x="65" y="6"/>
                  <a:pt x="66" y="6"/>
                  <a:pt x="66" y="6"/>
                </a:cubicBezTo>
                <a:cubicBezTo>
                  <a:pt x="66" y="6"/>
                  <a:pt x="67" y="6"/>
                  <a:pt x="67" y="6"/>
                </a:cubicBezTo>
                <a:cubicBezTo>
                  <a:pt x="67" y="6"/>
                  <a:pt x="67" y="6"/>
                  <a:pt x="68" y="6"/>
                </a:cubicBezTo>
                <a:close/>
              </a:path>
              <a:path w="192" h="20">
                <a:moveTo>
                  <a:pt x="127" y="7"/>
                </a:moveTo>
                <a:cubicBezTo>
                  <a:pt x="127" y="7"/>
                  <a:pt x="127" y="7"/>
                  <a:pt x="127" y="7"/>
                </a:cubicBezTo>
                <a:cubicBezTo>
                  <a:pt x="127" y="7"/>
                  <a:pt x="127" y="7"/>
                  <a:pt x="127" y="6"/>
                </a:cubicBezTo>
                <a:cubicBezTo>
                  <a:pt x="127" y="6"/>
                  <a:pt x="127" y="5"/>
                  <a:pt x="127" y="5"/>
                </a:cubicBezTo>
                <a:cubicBezTo>
                  <a:pt x="127" y="4"/>
                  <a:pt x="127" y="4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6" y="3"/>
                  <a:pt x="126" y="3"/>
                </a:cubicBezTo>
                <a:cubicBezTo>
                  <a:pt x="125" y="3"/>
                  <a:pt x="125" y="3"/>
                  <a:pt x="125" y="4"/>
                </a:cubicBezTo>
                <a:cubicBezTo>
                  <a:pt x="125" y="4"/>
                  <a:pt x="125" y="4"/>
                  <a:pt x="125" y="4"/>
                </a:cubicBezTo>
                <a:cubicBezTo>
                  <a:pt x="125" y="4"/>
                  <a:pt x="125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5"/>
                  <a:pt x="126" y="5"/>
                  <a:pt x="126" y="5"/>
                </a:cubicBezTo>
                <a:cubicBezTo>
                  <a:pt x="125" y="5"/>
                  <a:pt x="125" y="5"/>
                  <a:pt x="125" y="5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7" y="7"/>
                </a:cubicBezTo>
                <a:cubicBezTo>
                  <a:pt x="127" y="7"/>
                  <a:pt x="127" y="7"/>
                  <a:pt x="127" y="7"/>
                </a:cubicBezTo>
                <a:close/>
              </a:path>
              <a:path w="192" h="20">
                <a:moveTo>
                  <a:pt x="125" y="13"/>
                </a:moveTo>
                <a:cubicBezTo>
                  <a:pt x="125" y="13"/>
                  <a:pt x="125" y="13"/>
                  <a:pt x="125" y="13"/>
                </a:cubicBezTo>
                <a:cubicBezTo>
                  <a:pt x="125" y="13"/>
                  <a:pt x="125" y="12"/>
                  <a:pt x="125" y="12"/>
                </a:cubicBezTo>
                <a:cubicBezTo>
                  <a:pt x="126" y="12"/>
                  <a:pt x="126" y="11"/>
                  <a:pt x="126" y="11"/>
                </a:cubicBezTo>
                <a:cubicBezTo>
                  <a:pt x="126" y="11"/>
                  <a:pt x="125" y="11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4" y="10"/>
                  <a:pt x="124" y="10"/>
                  <a:pt x="124" y="11"/>
                </a:cubicBezTo>
                <a:cubicBezTo>
                  <a:pt x="124" y="11"/>
                  <a:pt x="124" y="11"/>
                  <a:pt x="124" y="11"/>
                </a:cubicBezTo>
                <a:cubicBezTo>
                  <a:pt x="124" y="12"/>
                  <a:pt x="124" y="12"/>
                  <a:pt x="124" y="12"/>
                </a:cubicBezTo>
                <a:cubicBezTo>
                  <a:pt x="125" y="12"/>
                  <a:pt x="125" y="12"/>
                  <a:pt x="125" y="12"/>
                </a:cubicBezTo>
                <a:cubicBezTo>
                  <a:pt x="125" y="13"/>
                  <a:pt x="125" y="13"/>
                  <a:pt x="125" y="13"/>
                </a:cubicBezTo>
                <a:close/>
              </a:path>
              <a:path w="192" h="20">
                <a:moveTo>
                  <a:pt x="156" y="13"/>
                </a:moveTo>
                <a:cubicBezTo>
                  <a:pt x="156" y="13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5" y="12"/>
                </a:cubicBezTo>
                <a:cubicBezTo>
                  <a:pt x="155" y="12"/>
                  <a:pt x="155" y="12"/>
                  <a:pt x="155" y="12"/>
                </a:cubicBezTo>
                <a:cubicBezTo>
                  <a:pt x="155" y="12"/>
                  <a:pt x="155" y="12"/>
                  <a:pt x="155" y="13"/>
                </a:cubicBezTo>
                <a:cubicBezTo>
                  <a:pt x="155" y="13"/>
                  <a:pt x="155" y="13"/>
                  <a:pt x="155" y="13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3"/>
                  <a:pt x="156" y="13"/>
                  <a:pt x="156" y="13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8" name="Rectangle 13"/>
          <p:cNvSpPr>
            <a:spLocks noGrp="1"/>
          </p:cNvSpPr>
          <p:nvPr/>
        </p:nvSpPr>
        <p:spPr>
          <a:xfrm>
            <a:off x="9972040" y="260350"/>
            <a:ext cx="182880" cy="6350"/>
          </a:xfrm>
          <a:prstGeom prst="rect">
            <a:avLst/>
          </a:prstGeom>
          <a:solidFill>
            <a:srgbClr val="005A9F"/>
          </a:solidFill>
          <a:ln>
            <a:noFill/>
          </a:ln>
        </p:spPr>
      </p:sp>
      <p:sp>
        <p:nvSpPr>
          <p:cNvPr id="19" name="Freeform 14"/>
          <p:cNvSpPr>
            <a:spLocks noGrp="1"/>
          </p:cNvSpPr>
          <p:nvPr/>
        </p:nvSpPr>
        <p:spPr>
          <a:xfrm>
            <a:off x="9881870" y="177800"/>
            <a:ext cx="358140" cy="91440"/>
          </a:xfrm>
          <a:custGeom>
            <a:avLst/>
            <a:gdLst/>
            <a:ahLst/>
            <a:cxnLst/>
            <a:rect l="l" t="t" r="r" b="b"/>
            <a:pathLst>
              <a:path w="232" h="59">
                <a:moveTo>
                  <a:pt x="7" y="34"/>
                </a:moveTo>
                <a:lnTo>
                  <a:pt x="2" y="31"/>
                </a:lnTo>
                <a:lnTo>
                  <a:pt x="1" y="31"/>
                </a:lnTo>
                <a:lnTo>
                  <a:pt x="1" y="30"/>
                </a:lnTo>
                <a:lnTo>
                  <a:pt x="2" y="30"/>
                </a:lnTo>
                <a:lnTo>
                  <a:pt x="3" y="30"/>
                </a:lnTo>
                <a:lnTo>
                  <a:pt x="3" y="29"/>
                </a:lnTo>
                <a:lnTo>
                  <a:pt x="4" y="29"/>
                </a:lnTo>
                <a:lnTo>
                  <a:pt x="5" y="30"/>
                </a:lnTo>
                <a:lnTo>
                  <a:pt x="6" y="30"/>
                </a:lnTo>
                <a:lnTo>
                  <a:pt x="7" y="31"/>
                </a:lnTo>
                <a:lnTo>
                  <a:pt x="7" y="32"/>
                </a:lnTo>
                <a:lnTo>
                  <a:pt x="8" y="34"/>
                </a:lnTo>
                <a:lnTo>
                  <a:pt x="9" y="33"/>
                </a:lnTo>
                <a:lnTo>
                  <a:pt x="9" y="28"/>
                </a:lnTo>
                <a:lnTo>
                  <a:pt x="9" y="27"/>
                </a:lnTo>
                <a:lnTo>
                  <a:pt x="9" y="26"/>
                </a:lnTo>
                <a:lnTo>
                  <a:pt x="10" y="26"/>
                </a:lnTo>
                <a:lnTo>
                  <a:pt x="11" y="26"/>
                </a:lnTo>
                <a:lnTo>
                  <a:pt x="12" y="26"/>
                </a:lnTo>
                <a:lnTo>
                  <a:pt x="13" y="26"/>
                </a:lnTo>
                <a:lnTo>
                  <a:pt x="14" y="27"/>
                </a:lnTo>
                <a:lnTo>
                  <a:pt x="14" y="28"/>
                </a:lnTo>
                <a:lnTo>
                  <a:pt x="15" y="28"/>
                </a:lnTo>
                <a:lnTo>
                  <a:pt x="15" y="29"/>
                </a:lnTo>
                <a:lnTo>
                  <a:pt x="14" y="29"/>
                </a:lnTo>
                <a:lnTo>
                  <a:pt x="12" y="32"/>
                </a:lnTo>
                <a:lnTo>
                  <a:pt x="12" y="33"/>
                </a:lnTo>
                <a:lnTo>
                  <a:pt x="11" y="33"/>
                </a:lnTo>
                <a:lnTo>
                  <a:pt x="11" y="34"/>
                </a:lnTo>
                <a:lnTo>
                  <a:pt x="11" y="35"/>
                </a:lnTo>
                <a:lnTo>
                  <a:pt x="11" y="37"/>
                </a:lnTo>
                <a:lnTo>
                  <a:pt x="13" y="37"/>
                </a:lnTo>
                <a:lnTo>
                  <a:pt x="14" y="36"/>
                </a:lnTo>
                <a:lnTo>
                  <a:pt x="14" y="35"/>
                </a:lnTo>
                <a:lnTo>
                  <a:pt x="14" y="34"/>
                </a:lnTo>
                <a:lnTo>
                  <a:pt x="14" y="33"/>
                </a:lnTo>
                <a:lnTo>
                  <a:pt x="13" y="33"/>
                </a:lnTo>
                <a:lnTo>
                  <a:pt x="13" y="32"/>
                </a:lnTo>
                <a:lnTo>
                  <a:pt x="14" y="32"/>
                </a:lnTo>
                <a:lnTo>
                  <a:pt x="16" y="32"/>
                </a:lnTo>
                <a:lnTo>
                  <a:pt x="17" y="32"/>
                </a:lnTo>
                <a:lnTo>
                  <a:pt x="18" y="32"/>
                </a:lnTo>
                <a:lnTo>
                  <a:pt x="18" y="33"/>
                </a:lnTo>
                <a:lnTo>
                  <a:pt x="18" y="34"/>
                </a:lnTo>
                <a:lnTo>
                  <a:pt x="17" y="34"/>
                </a:lnTo>
                <a:lnTo>
                  <a:pt x="17" y="35"/>
                </a:lnTo>
                <a:lnTo>
                  <a:pt x="17" y="36"/>
                </a:lnTo>
                <a:lnTo>
                  <a:pt x="16" y="36"/>
                </a:lnTo>
                <a:lnTo>
                  <a:pt x="16" y="38"/>
                </a:lnTo>
                <a:lnTo>
                  <a:pt x="17" y="38"/>
                </a:lnTo>
                <a:lnTo>
                  <a:pt x="19" y="35"/>
                </a:lnTo>
                <a:lnTo>
                  <a:pt x="19" y="34"/>
                </a:lnTo>
                <a:lnTo>
                  <a:pt x="20" y="34"/>
                </a:lnTo>
                <a:lnTo>
                  <a:pt x="21" y="34"/>
                </a:lnTo>
                <a:lnTo>
                  <a:pt x="22" y="34"/>
                </a:lnTo>
                <a:lnTo>
                  <a:pt x="22" y="35"/>
                </a:lnTo>
                <a:lnTo>
                  <a:pt x="23" y="35"/>
                </a:lnTo>
                <a:lnTo>
                  <a:pt x="23" y="36"/>
                </a:lnTo>
                <a:lnTo>
                  <a:pt x="22" y="36"/>
                </a:lnTo>
                <a:lnTo>
                  <a:pt x="19" y="42"/>
                </a:lnTo>
                <a:lnTo>
                  <a:pt x="18" y="42"/>
                </a:lnTo>
                <a:lnTo>
                  <a:pt x="18" y="43"/>
                </a:lnTo>
                <a:lnTo>
                  <a:pt x="19" y="43"/>
                </a:lnTo>
                <a:lnTo>
                  <a:pt x="20" y="43"/>
                </a:lnTo>
                <a:lnTo>
                  <a:pt x="22" y="43"/>
                </a:lnTo>
                <a:lnTo>
                  <a:pt x="23" y="43"/>
                </a:lnTo>
                <a:lnTo>
                  <a:pt x="23" y="44"/>
                </a:lnTo>
                <a:lnTo>
                  <a:pt x="20" y="48"/>
                </a:lnTo>
                <a:lnTo>
                  <a:pt x="24" y="54"/>
                </a:lnTo>
                <a:lnTo>
                  <a:pt x="24" y="56"/>
                </a:lnTo>
                <a:lnTo>
                  <a:pt x="25" y="57"/>
                </a:lnTo>
                <a:lnTo>
                  <a:pt x="25" y="58"/>
                </a:lnTo>
                <a:lnTo>
                  <a:pt x="25" y="59"/>
                </a:lnTo>
                <a:lnTo>
                  <a:pt x="24" y="59"/>
                </a:lnTo>
                <a:lnTo>
                  <a:pt x="23" y="59"/>
                </a:lnTo>
                <a:lnTo>
                  <a:pt x="22" y="59"/>
                </a:lnTo>
                <a:lnTo>
                  <a:pt x="22" y="58"/>
                </a:lnTo>
                <a:lnTo>
                  <a:pt x="17" y="51"/>
                </a:lnTo>
                <a:lnTo>
                  <a:pt x="13" y="57"/>
                </a:lnTo>
                <a:lnTo>
                  <a:pt x="12" y="58"/>
                </a:lnTo>
                <a:lnTo>
                  <a:pt x="11" y="58"/>
                </a:lnTo>
                <a:lnTo>
                  <a:pt x="10" y="58"/>
                </a:lnTo>
                <a:lnTo>
                  <a:pt x="10" y="57"/>
                </a:lnTo>
                <a:lnTo>
                  <a:pt x="12" y="52"/>
                </a:lnTo>
                <a:lnTo>
                  <a:pt x="14" y="47"/>
                </a:lnTo>
                <a:lnTo>
                  <a:pt x="14" y="46"/>
                </a:lnTo>
                <a:lnTo>
                  <a:pt x="13" y="46"/>
                </a:lnTo>
                <a:lnTo>
                  <a:pt x="8" y="53"/>
                </a:lnTo>
                <a:lnTo>
                  <a:pt x="7" y="54"/>
                </a:lnTo>
                <a:lnTo>
                  <a:pt x="7" y="55"/>
                </a:lnTo>
                <a:lnTo>
                  <a:pt x="6" y="55"/>
                </a:lnTo>
                <a:lnTo>
                  <a:pt x="5" y="56"/>
                </a:lnTo>
                <a:lnTo>
                  <a:pt x="3" y="56"/>
                </a:lnTo>
                <a:lnTo>
                  <a:pt x="2" y="55"/>
                </a:lnTo>
                <a:lnTo>
                  <a:pt x="12" y="44"/>
                </a:lnTo>
                <a:lnTo>
                  <a:pt x="11" y="42"/>
                </a:lnTo>
                <a:lnTo>
                  <a:pt x="11" y="43"/>
                </a:lnTo>
                <a:lnTo>
                  <a:pt x="10" y="43"/>
                </a:lnTo>
                <a:lnTo>
                  <a:pt x="10" y="44"/>
                </a:lnTo>
                <a:lnTo>
                  <a:pt x="10" y="45"/>
                </a:lnTo>
                <a:lnTo>
                  <a:pt x="10" y="46"/>
                </a:lnTo>
                <a:lnTo>
                  <a:pt x="9" y="47"/>
                </a:lnTo>
                <a:lnTo>
                  <a:pt x="5" y="46"/>
                </a:lnTo>
                <a:lnTo>
                  <a:pt x="5" y="45"/>
                </a:lnTo>
                <a:lnTo>
                  <a:pt x="5" y="44"/>
                </a:lnTo>
                <a:lnTo>
                  <a:pt x="3" y="43"/>
                </a:lnTo>
                <a:lnTo>
                  <a:pt x="3" y="42"/>
                </a:lnTo>
                <a:lnTo>
                  <a:pt x="4" y="42"/>
                </a:lnTo>
                <a:lnTo>
                  <a:pt x="7" y="42"/>
                </a:lnTo>
                <a:lnTo>
                  <a:pt x="8" y="42"/>
                </a:lnTo>
                <a:lnTo>
                  <a:pt x="8" y="41"/>
                </a:lnTo>
                <a:lnTo>
                  <a:pt x="9" y="41"/>
                </a:lnTo>
                <a:lnTo>
                  <a:pt x="10" y="41"/>
                </a:lnTo>
                <a:lnTo>
                  <a:pt x="10" y="40"/>
                </a:lnTo>
                <a:lnTo>
                  <a:pt x="8" y="39"/>
                </a:lnTo>
                <a:lnTo>
                  <a:pt x="8" y="38"/>
                </a:lnTo>
                <a:lnTo>
                  <a:pt x="8" y="37"/>
                </a:lnTo>
                <a:lnTo>
                  <a:pt x="9" y="37"/>
                </a:lnTo>
                <a:lnTo>
                  <a:pt x="10" y="37"/>
                </a:lnTo>
                <a:lnTo>
                  <a:pt x="10" y="36"/>
                </a:lnTo>
                <a:lnTo>
                  <a:pt x="10" y="35"/>
                </a:lnTo>
                <a:lnTo>
                  <a:pt x="9" y="35"/>
                </a:lnTo>
                <a:lnTo>
                  <a:pt x="5" y="39"/>
                </a:lnTo>
                <a:lnTo>
                  <a:pt x="4" y="40"/>
                </a:lnTo>
                <a:lnTo>
                  <a:pt x="3" y="40"/>
                </a:lnTo>
                <a:lnTo>
                  <a:pt x="2" y="40"/>
                </a:lnTo>
                <a:lnTo>
                  <a:pt x="1" y="40"/>
                </a:lnTo>
                <a:lnTo>
                  <a:pt x="0" y="40"/>
                </a:lnTo>
                <a:lnTo>
                  <a:pt x="0" y="39"/>
                </a:lnTo>
                <a:lnTo>
                  <a:pt x="1" y="38"/>
                </a:lnTo>
                <a:lnTo>
                  <a:pt x="7" y="34"/>
                </a:lnTo>
                <a:close/>
                <a:moveTo>
                  <a:pt x="17" y="45"/>
                </a:moveTo>
                <a:lnTo>
                  <a:pt x="17" y="45"/>
                </a:lnTo>
                <a:lnTo>
                  <a:pt x="18" y="45"/>
                </a:lnTo>
                <a:lnTo>
                  <a:pt x="18" y="46"/>
                </a:lnTo>
                <a:lnTo>
                  <a:pt x="19" y="46"/>
                </a:lnTo>
                <a:lnTo>
                  <a:pt x="19" y="45"/>
                </a:lnTo>
                <a:lnTo>
                  <a:pt x="18" y="44"/>
                </a:lnTo>
                <a:lnTo>
                  <a:pt x="17" y="44"/>
                </a:lnTo>
                <a:lnTo>
                  <a:pt x="17" y="45"/>
                </a:lnTo>
                <a:close/>
                <a:moveTo>
                  <a:pt x="16" y="42"/>
                </a:moveTo>
                <a:lnTo>
                  <a:pt x="18" y="39"/>
                </a:lnTo>
                <a:lnTo>
                  <a:pt x="19" y="39"/>
                </a:lnTo>
                <a:lnTo>
                  <a:pt x="17" y="42"/>
                </a:lnTo>
                <a:lnTo>
                  <a:pt x="17" y="43"/>
                </a:lnTo>
                <a:lnTo>
                  <a:pt x="16" y="43"/>
                </a:lnTo>
                <a:lnTo>
                  <a:pt x="16" y="42"/>
                </a:lnTo>
                <a:close/>
                <a:moveTo>
                  <a:pt x="13" y="38"/>
                </a:moveTo>
                <a:lnTo>
                  <a:pt x="15" y="41"/>
                </a:lnTo>
                <a:lnTo>
                  <a:pt x="15" y="40"/>
                </a:lnTo>
                <a:lnTo>
                  <a:pt x="16" y="40"/>
                </a:lnTo>
                <a:lnTo>
                  <a:pt x="16" y="39"/>
                </a:lnTo>
                <a:lnTo>
                  <a:pt x="15" y="39"/>
                </a:lnTo>
                <a:lnTo>
                  <a:pt x="15" y="38"/>
                </a:lnTo>
                <a:lnTo>
                  <a:pt x="15" y="37"/>
                </a:lnTo>
                <a:lnTo>
                  <a:pt x="14" y="37"/>
                </a:lnTo>
                <a:lnTo>
                  <a:pt x="13" y="38"/>
                </a:lnTo>
                <a:close/>
                <a:moveTo>
                  <a:pt x="11" y="29"/>
                </a:moveTo>
                <a:lnTo>
                  <a:pt x="11" y="29"/>
                </a:lnTo>
                <a:lnTo>
                  <a:pt x="11" y="28"/>
                </a:lnTo>
                <a:lnTo>
                  <a:pt x="12" y="28"/>
                </a:lnTo>
                <a:lnTo>
                  <a:pt x="12" y="29"/>
                </a:lnTo>
                <a:lnTo>
                  <a:pt x="12" y="30"/>
                </a:lnTo>
                <a:lnTo>
                  <a:pt x="12" y="31"/>
                </a:lnTo>
                <a:lnTo>
                  <a:pt x="11" y="31"/>
                </a:lnTo>
                <a:lnTo>
                  <a:pt x="11" y="30"/>
                </a:lnTo>
                <a:lnTo>
                  <a:pt x="11" y="29"/>
                </a:lnTo>
                <a:close/>
                <a:moveTo>
                  <a:pt x="15" y="48"/>
                </a:moveTo>
                <a:lnTo>
                  <a:pt x="16" y="49"/>
                </a:lnTo>
                <a:lnTo>
                  <a:pt x="13" y="53"/>
                </a:lnTo>
                <a:lnTo>
                  <a:pt x="12" y="53"/>
                </a:lnTo>
                <a:lnTo>
                  <a:pt x="15" y="48"/>
                </a:lnTo>
                <a:close/>
              </a:path>
              <a:path w="232" h="59">
                <a:moveTo>
                  <a:pt x="204" y="57"/>
                </a:moveTo>
                <a:cubicBezTo>
                  <a:pt x="202" y="54"/>
                  <a:pt x="202" y="53"/>
                  <a:pt x="201" y="52"/>
                </a:cubicBezTo>
                <a:cubicBezTo>
                  <a:pt x="201" y="52"/>
                  <a:pt x="201" y="52"/>
                  <a:pt x="201" y="52"/>
                </a:cubicBezTo>
                <a:cubicBezTo>
                  <a:pt x="203" y="53"/>
                  <a:pt x="204" y="54"/>
                  <a:pt x="206" y="52"/>
                </a:cubicBezTo>
                <a:cubicBezTo>
                  <a:pt x="208" y="50"/>
                  <a:pt x="209" y="48"/>
                  <a:pt x="210" y="46"/>
                </a:cubicBezTo>
                <a:cubicBezTo>
                  <a:pt x="210" y="45"/>
                  <a:pt x="210" y="45"/>
                  <a:pt x="210" y="45"/>
                </a:cubicBezTo>
                <a:cubicBezTo>
                  <a:pt x="207" y="45"/>
                  <a:pt x="204" y="46"/>
                  <a:pt x="200" y="46"/>
                </a:cubicBezTo>
                <a:cubicBezTo>
                  <a:pt x="199" y="45"/>
                  <a:pt x="198" y="43"/>
                  <a:pt x="198" y="42"/>
                </a:cubicBezTo>
                <a:cubicBezTo>
                  <a:pt x="198" y="42"/>
                  <a:pt x="198" y="42"/>
                  <a:pt x="198" y="42"/>
                </a:cubicBezTo>
                <a:cubicBezTo>
                  <a:pt x="203" y="42"/>
                  <a:pt x="208" y="44"/>
                  <a:pt x="213" y="43"/>
                </a:cubicBezTo>
                <a:cubicBezTo>
                  <a:pt x="214" y="43"/>
                  <a:pt x="217" y="41"/>
                  <a:pt x="216" y="41"/>
                </a:cubicBezTo>
                <a:cubicBezTo>
                  <a:pt x="215" y="39"/>
                  <a:pt x="210" y="41"/>
                  <a:pt x="209" y="38"/>
                </a:cubicBezTo>
                <a:cubicBezTo>
                  <a:pt x="209" y="38"/>
                  <a:pt x="209" y="38"/>
                  <a:pt x="209" y="38"/>
                </a:cubicBezTo>
                <a:cubicBezTo>
                  <a:pt x="213" y="38"/>
                  <a:pt x="216" y="39"/>
                  <a:pt x="219" y="39"/>
                </a:cubicBezTo>
                <a:cubicBezTo>
                  <a:pt x="221" y="38"/>
                  <a:pt x="223" y="37"/>
                  <a:pt x="224" y="37"/>
                </a:cubicBezTo>
                <a:cubicBezTo>
                  <a:pt x="225" y="36"/>
                  <a:pt x="225" y="36"/>
                  <a:pt x="226" y="35"/>
                </a:cubicBezTo>
                <a:cubicBezTo>
                  <a:pt x="225" y="34"/>
                  <a:pt x="222" y="33"/>
                  <a:pt x="222" y="34"/>
                </a:cubicBezTo>
                <a:cubicBezTo>
                  <a:pt x="221" y="36"/>
                  <a:pt x="221" y="38"/>
                  <a:pt x="218" y="38"/>
                </a:cubicBezTo>
                <a:cubicBezTo>
                  <a:pt x="216" y="38"/>
                  <a:pt x="216" y="37"/>
                  <a:pt x="215" y="36"/>
                </a:cubicBezTo>
                <a:cubicBezTo>
                  <a:pt x="215" y="33"/>
                  <a:pt x="217" y="33"/>
                  <a:pt x="218" y="32"/>
                </a:cubicBezTo>
                <a:cubicBezTo>
                  <a:pt x="217" y="31"/>
                  <a:pt x="216" y="32"/>
                  <a:pt x="215" y="32"/>
                </a:cubicBezTo>
                <a:cubicBezTo>
                  <a:pt x="215" y="33"/>
                  <a:pt x="215" y="33"/>
                  <a:pt x="214" y="34"/>
                </a:cubicBezTo>
                <a:cubicBezTo>
                  <a:pt x="214" y="35"/>
                  <a:pt x="214" y="36"/>
                  <a:pt x="213" y="36"/>
                </a:cubicBezTo>
                <a:cubicBezTo>
                  <a:pt x="212" y="36"/>
                  <a:pt x="212" y="34"/>
                  <a:pt x="212" y="34"/>
                </a:cubicBezTo>
                <a:cubicBezTo>
                  <a:pt x="211" y="34"/>
                  <a:pt x="211" y="35"/>
                  <a:pt x="210" y="36"/>
                </a:cubicBezTo>
                <a:cubicBezTo>
                  <a:pt x="209" y="36"/>
                  <a:pt x="209" y="36"/>
                  <a:pt x="209" y="35"/>
                </a:cubicBezTo>
                <a:cubicBezTo>
                  <a:pt x="210" y="33"/>
                  <a:pt x="210" y="29"/>
                  <a:pt x="211" y="27"/>
                </a:cubicBezTo>
                <a:cubicBezTo>
                  <a:pt x="212" y="27"/>
                  <a:pt x="211" y="29"/>
                  <a:pt x="212" y="30"/>
                </a:cubicBezTo>
                <a:cubicBezTo>
                  <a:pt x="212" y="30"/>
                  <a:pt x="213" y="30"/>
                  <a:pt x="213" y="30"/>
                </a:cubicBezTo>
                <a:cubicBezTo>
                  <a:pt x="213" y="28"/>
                  <a:pt x="213" y="26"/>
                  <a:pt x="213" y="24"/>
                </a:cubicBezTo>
                <a:cubicBezTo>
                  <a:pt x="213" y="24"/>
                  <a:pt x="213" y="24"/>
                  <a:pt x="213" y="24"/>
                </a:cubicBezTo>
                <a:cubicBezTo>
                  <a:pt x="214" y="23"/>
                  <a:pt x="215" y="26"/>
                  <a:pt x="215" y="27"/>
                </a:cubicBezTo>
                <a:cubicBezTo>
                  <a:pt x="215" y="28"/>
                  <a:pt x="215" y="29"/>
                  <a:pt x="215" y="30"/>
                </a:cubicBezTo>
                <a:cubicBezTo>
                  <a:pt x="216" y="31"/>
                  <a:pt x="217" y="31"/>
                  <a:pt x="218" y="30"/>
                </a:cubicBezTo>
                <a:cubicBezTo>
                  <a:pt x="218" y="29"/>
                  <a:pt x="217" y="28"/>
                  <a:pt x="218" y="27"/>
                </a:cubicBezTo>
                <a:cubicBezTo>
                  <a:pt x="219" y="27"/>
                  <a:pt x="219" y="29"/>
                  <a:pt x="221" y="29"/>
                </a:cubicBezTo>
                <a:cubicBezTo>
                  <a:pt x="221" y="28"/>
                  <a:pt x="222" y="28"/>
                  <a:pt x="223" y="27"/>
                </a:cubicBezTo>
                <a:cubicBezTo>
                  <a:pt x="224" y="28"/>
                  <a:pt x="225" y="30"/>
                  <a:pt x="224" y="31"/>
                </a:cubicBezTo>
                <a:cubicBezTo>
                  <a:pt x="224" y="31"/>
                  <a:pt x="223" y="31"/>
                  <a:pt x="223" y="32"/>
                </a:cubicBezTo>
                <a:cubicBezTo>
                  <a:pt x="224" y="32"/>
                  <a:pt x="228" y="33"/>
                  <a:pt x="229" y="33"/>
                </a:cubicBezTo>
                <a:cubicBezTo>
                  <a:pt x="230" y="33"/>
                  <a:pt x="232" y="37"/>
                  <a:pt x="230" y="39"/>
                </a:cubicBezTo>
                <a:cubicBezTo>
                  <a:pt x="229" y="39"/>
                  <a:pt x="226" y="39"/>
                  <a:pt x="225" y="39"/>
                </a:cubicBezTo>
                <a:cubicBezTo>
                  <a:pt x="223" y="39"/>
                  <a:pt x="223" y="39"/>
                  <a:pt x="222" y="39"/>
                </a:cubicBezTo>
                <a:cubicBezTo>
                  <a:pt x="221" y="40"/>
                  <a:pt x="221" y="40"/>
                  <a:pt x="222" y="42"/>
                </a:cubicBezTo>
                <a:cubicBezTo>
                  <a:pt x="221" y="44"/>
                  <a:pt x="218" y="42"/>
                  <a:pt x="217" y="44"/>
                </a:cubicBezTo>
                <a:cubicBezTo>
                  <a:pt x="218" y="45"/>
                  <a:pt x="220" y="46"/>
                  <a:pt x="219" y="48"/>
                </a:cubicBezTo>
                <a:cubicBezTo>
                  <a:pt x="218" y="49"/>
                  <a:pt x="215" y="49"/>
                  <a:pt x="214" y="48"/>
                </a:cubicBezTo>
                <a:cubicBezTo>
                  <a:pt x="215" y="46"/>
                  <a:pt x="215" y="46"/>
                  <a:pt x="215" y="46"/>
                </a:cubicBezTo>
                <a:cubicBezTo>
                  <a:pt x="215" y="46"/>
                  <a:pt x="215" y="46"/>
                  <a:pt x="214" y="46"/>
                </a:cubicBezTo>
                <a:cubicBezTo>
                  <a:pt x="212" y="46"/>
                  <a:pt x="210" y="51"/>
                  <a:pt x="209" y="53"/>
                </a:cubicBezTo>
                <a:cubicBezTo>
                  <a:pt x="208" y="54"/>
                  <a:pt x="207" y="58"/>
                  <a:pt x="204" y="57"/>
                </a:cubicBezTo>
                <a:close/>
                <a:moveTo>
                  <a:pt x="218" y="36"/>
                </a:moveTo>
                <a:cubicBezTo>
                  <a:pt x="218" y="35"/>
                  <a:pt x="218" y="35"/>
                  <a:pt x="218" y="35"/>
                </a:cubicBezTo>
                <a:cubicBezTo>
                  <a:pt x="218" y="35"/>
                  <a:pt x="219" y="34"/>
                  <a:pt x="219" y="34"/>
                </a:cubicBezTo>
                <a:cubicBezTo>
                  <a:pt x="219" y="35"/>
                  <a:pt x="219" y="35"/>
                  <a:pt x="218" y="36"/>
                </a:cubicBezTo>
                <a:cubicBezTo>
                  <a:pt x="218" y="36"/>
                  <a:pt x="218" y="36"/>
                  <a:pt x="218" y="36"/>
                </a:cubicBezTo>
                <a:close/>
              </a:path>
              <a:path w="232" h="59">
                <a:moveTo>
                  <a:pt x="177" y="37"/>
                </a:moveTo>
                <a:cubicBezTo>
                  <a:pt x="176" y="36"/>
                  <a:pt x="176" y="36"/>
                  <a:pt x="176" y="35"/>
                </a:cubicBezTo>
                <a:cubicBezTo>
                  <a:pt x="177" y="33"/>
                  <a:pt x="177" y="28"/>
                  <a:pt x="178" y="27"/>
                </a:cubicBezTo>
                <a:cubicBezTo>
                  <a:pt x="179" y="27"/>
                  <a:pt x="179" y="27"/>
                  <a:pt x="179" y="27"/>
                </a:cubicBezTo>
                <a:cubicBezTo>
                  <a:pt x="179" y="27"/>
                  <a:pt x="179" y="27"/>
                  <a:pt x="179" y="28"/>
                </a:cubicBezTo>
                <a:cubicBezTo>
                  <a:pt x="179" y="32"/>
                  <a:pt x="180" y="35"/>
                  <a:pt x="183" y="38"/>
                </a:cubicBezTo>
                <a:cubicBezTo>
                  <a:pt x="183" y="38"/>
                  <a:pt x="183" y="38"/>
                  <a:pt x="183" y="38"/>
                </a:cubicBezTo>
                <a:cubicBezTo>
                  <a:pt x="183" y="39"/>
                  <a:pt x="178" y="37"/>
                  <a:pt x="177" y="37"/>
                </a:cubicBezTo>
                <a:close/>
              </a:path>
              <a:path w="232" h="59">
                <a:moveTo>
                  <a:pt x="163" y="29"/>
                </a:moveTo>
                <a:cubicBezTo>
                  <a:pt x="163" y="28"/>
                  <a:pt x="163" y="28"/>
                  <a:pt x="162" y="28"/>
                </a:cubicBezTo>
                <a:cubicBezTo>
                  <a:pt x="162" y="27"/>
                  <a:pt x="162" y="27"/>
                  <a:pt x="162" y="27"/>
                </a:cubicBezTo>
                <a:cubicBezTo>
                  <a:pt x="164" y="28"/>
                  <a:pt x="165" y="28"/>
                  <a:pt x="166" y="28"/>
                </a:cubicBezTo>
                <a:cubicBezTo>
                  <a:pt x="169" y="28"/>
                  <a:pt x="171" y="27"/>
                  <a:pt x="173" y="26"/>
                </a:cubicBezTo>
                <a:cubicBezTo>
                  <a:pt x="172" y="25"/>
                  <a:pt x="170" y="25"/>
                  <a:pt x="169" y="26"/>
                </a:cubicBezTo>
                <a:cubicBezTo>
                  <a:pt x="167" y="25"/>
                  <a:pt x="166" y="21"/>
                  <a:pt x="166" y="21"/>
                </a:cubicBezTo>
                <a:cubicBezTo>
                  <a:pt x="168" y="21"/>
                  <a:pt x="172" y="23"/>
                  <a:pt x="173" y="22"/>
                </a:cubicBezTo>
                <a:cubicBezTo>
                  <a:pt x="178" y="23"/>
                  <a:pt x="178" y="21"/>
                  <a:pt x="181" y="17"/>
                </a:cubicBezTo>
                <a:cubicBezTo>
                  <a:pt x="182" y="16"/>
                  <a:pt x="184" y="12"/>
                  <a:pt x="185" y="12"/>
                </a:cubicBezTo>
                <a:cubicBezTo>
                  <a:pt x="186" y="13"/>
                  <a:pt x="186" y="15"/>
                  <a:pt x="186" y="17"/>
                </a:cubicBezTo>
                <a:cubicBezTo>
                  <a:pt x="185" y="19"/>
                  <a:pt x="183" y="20"/>
                  <a:pt x="182" y="23"/>
                </a:cubicBezTo>
                <a:cubicBezTo>
                  <a:pt x="184" y="24"/>
                  <a:pt x="185" y="22"/>
                  <a:pt x="187" y="24"/>
                </a:cubicBezTo>
                <a:cubicBezTo>
                  <a:pt x="187" y="25"/>
                  <a:pt x="187" y="25"/>
                  <a:pt x="187" y="25"/>
                </a:cubicBezTo>
                <a:cubicBezTo>
                  <a:pt x="186" y="26"/>
                  <a:pt x="184" y="25"/>
                  <a:pt x="183" y="25"/>
                </a:cubicBezTo>
                <a:cubicBezTo>
                  <a:pt x="180" y="25"/>
                  <a:pt x="180" y="25"/>
                  <a:pt x="179" y="25"/>
                </a:cubicBezTo>
                <a:cubicBezTo>
                  <a:pt x="175" y="28"/>
                  <a:pt x="169" y="33"/>
                  <a:pt x="163" y="29"/>
                </a:cubicBezTo>
                <a:close/>
              </a:path>
              <a:path w="232" h="59">
                <a:moveTo>
                  <a:pt x="134" y="18"/>
                </a:moveTo>
                <a:cubicBezTo>
                  <a:pt x="133" y="16"/>
                  <a:pt x="134" y="15"/>
                  <a:pt x="134" y="14"/>
                </a:cubicBezTo>
                <a:cubicBezTo>
                  <a:pt x="134" y="14"/>
                  <a:pt x="134" y="14"/>
                  <a:pt x="134" y="14"/>
                </a:cubicBezTo>
                <a:cubicBezTo>
                  <a:pt x="133" y="15"/>
                  <a:pt x="132" y="15"/>
                  <a:pt x="132" y="15"/>
                </a:cubicBezTo>
                <a:cubicBezTo>
                  <a:pt x="131" y="16"/>
                  <a:pt x="130" y="17"/>
                  <a:pt x="129" y="19"/>
                </a:cubicBezTo>
                <a:cubicBezTo>
                  <a:pt x="129" y="20"/>
                  <a:pt x="129" y="30"/>
                  <a:pt x="126" y="30"/>
                </a:cubicBezTo>
                <a:cubicBezTo>
                  <a:pt x="124" y="28"/>
                  <a:pt x="125" y="27"/>
                  <a:pt x="125" y="25"/>
                </a:cubicBezTo>
                <a:cubicBezTo>
                  <a:pt x="125" y="24"/>
                  <a:pt x="125" y="24"/>
                  <a:pt x="126" y="23"/>
                </a:cubicBezTo>
                <a:cubicBezTo>
                  <a:pt x="125" y="23"/>
                  <a:pt x="123" y="25"/>
                  <a:pt x="123" y="25"/>
                </a:cubicBezTo>
                <a:cubicBezTo>
                  <a:pt x="121" y="26"/>
                  <a:pt x="120" y="25"/>
                  <a:pt x="120" y="23"/>
                </a:cubicBezTo>
                <a:cubicBezTo>
                  <a:pt x="122" y="23"/>
                  <a:pt x="124" y="21"/>
                  <a:pt x="126" y="19"/>
                </a:cubicBezTo>
                <a:cubicBezTo>
                  <a:pt x="126" y="17"/>
                  <a:pt x="126" y="17"/>
                  <a:pt x="126" y="14"/>
                </a:cubicBezTo>
                <a:cubicBezTo>
                  <a:pt x="126" y="14"/>
                  <a:pt x="126" y="14"/>
                  <a:pt x="126" y="14"/>
                </a:cubicBezTo>
                <a:cubicBezTo>
                  <a:pt x="125" y="15"/>
                  <a:pt x="125" y="15"/>
                  <a:pt x="124" y="16"/>
                </a:cubicBezTo>
                <a:cubicBezTo>
                  <a:pt x="122" y="18"/>
                  <a:pt x="119" y="16"/>
                  <a:pt x="120" y="14"/>
                </a:cubicBezTo>
                <a:cubicBezTo>
                  <a:pt x="122" y="14"/>
                  <a:pt x="124" y="12"/>
                  <a:pt x="126" y="11"/>
                </a:cubicBezTo>
                <a:cubicBezTo>
                  <a:pt x="127" y="9"/>
                  <a:pt x="127" y="6"/>
                  <a:pt x="127" y="4"/>
                </a:cubicBezTo>
                <a:cubicBezTo>
                  <a:pt x="126" y="3"/>
                  <a:pt x="128" y="2"/>
                  <a:pt x="129" y="1"/>
                </a:cubicBezTo>
                <a:cubicBezTo>
                  <a:pt x="132" y="2"/>
                  <a:pt x="130" y="5"/>
                  <a:pt x="130" y="7"/>
                </a:cubicBezTo>
                <a:cubicBezTo>
                  <a:pt x="130" y="8"/>
                  <a:pt x="130" y="8"/>
                  <a:pt x="130" y="9"/>
                </a:cubicBezTo>
                <a:cubicBezTo>
                  <a:pt x="130" y="9"/>
                  <a:pt x="131" y="8"/>
                  <a:pt x="132" y="8"/>
                </a:cubicBezTo>
                <a:cubicBezTo>
                  <a:pt x="132" y="8"/>
                  <a:pt x="132" y="8"/>
                  <a:pt x="132" y="9"/>
                </a:cubicBezTo>
                <a:cubicBezTo>
                  <a:pt x="129" y="12"/>
                  <a:pt x="129" y="11"/>
                  <a:pt x="129" y="15"/>
                </a:cubicBezTo>
                <a:cubicBezTo>
                  <a:pt x="130" y="15"/>
                  <a:pt x="131" y="14"/>
                  <a:pt x="131" y="13"/>
                </a:cubicBezTo>
                <a:cubicBezTo>
                  <a:pt x="130" y="12"/>
                  <a:pt x="130" y="12"/>
                  <a:pt x="130" y="12"/>
                </a:cubicBezTo>
                <a:cubicBezTo>
                  <a:pt x="132" y="12"/>
                  <a:pt x="134" y="11"/>
                  <a:pt x="136" y="10"/>
                </a:cubicBezTo>
                <a:cubicBezTo>
                  <a:pt x="136" y="8"/>
                  <a:pt x="137" y="7"/>
                  <a:pt x="138" y="4"/>
                </a:cubicBezTo>
                <a:cubicBezTo>
                  <a:pt x="140" y="2"/>
                  <a:pt x="143" y="5"/>
                  <a:pt x="142" y="8"/>
                </a:cubicBezTo>
                <a:cubicBezTo>
                  <a:pt x="142" y="9"/>
                  <a:pt x="138" y="11"/>
                  <a:pt x="137" y="12"/>
                </a:cubicBezTo>
                <a:cubicBezTo>
                  <a:pt x="137" y="12"/>
                  <a:pt x="136" y="15"/>
                  <a:pt x="136" y="15"/>
                </a:cubicBezTo>
                <a:cubicBezTo>
                  <a:pt x="138" y="16"/>
                  <a:pt x="139" y="11"/>
                  <a:pt x="142" y="13"/>
                </a:cubicBezTo>
                <a:cubicBezTo>
                  <a:pt x="143" y="14"/>
                  <a:pt x="143" y="14"/>
                  <a:pt x="143" y="15"/>
                </a:cubicBezTo>
                <a:cubicBezTo>
                  <a:pt x="142" y="17"/>
                  <a:pt x="140" y="20"/>
                  <a:pt x="139" y="23"/>
                </a:cubicBezTo>
                <a:cubicBezTo>
                  <a:pt x="141" y="25"/>
                  <a:pt x="143" y="26"/>
                  <a:pt x="146" y="27"/>
                </a:cubicBezTo>
                <a:cubicBezTo>
                  <a:pt x="146" y="27"/>
                  <a:pt x="142" y="29"/>
                  <a:pt x="141" y="29"/>
                </a:cubicBezTo>
                <a:cubicBezTo>
                  <a:pt x="138" y="30"/>
                  <a:pt x="138" y="27"/>
                  <a:pt x="137" y="25"/>
                </a:cubicBezTo>
                <a:cubicBezTo>
                  <a:pt x="135" y="27"/>
                  <a:pt x="132" y="28"/>
                  <a:pt x="129" y="27"/>
                </a:cubicBezTo>
                <a:cubicBezTo>
                  <a:pt x="129" y="27"/>
                  <a:pt x="129" y="27"/>
                  <a:pt x="129" y="27"/>
                </a:cubicBezTo>
                <a:cubicBezTo>
                  <a:pt x="131" y="26"/>
                  <a:pt x="133" y="26"/>
                  <a:pt x="134" y="24"/>
                </a:cubicBezTo>
                <a:cubicBezTo>
                  <a:pt x="137" y="22"/>
                  <a:pt x="132" y="20"/>
                  <a:pt x="133" y="18"/>
                </a:cubicBezTo>
                <a:cubicBezTo>
                  <a:pt x="133" y="18"/>
                  <a:pt x="133" y="18"/>
                  <a:pt x="134" y="18"/>
                </a:cubicBezTo>
                <a:cubicBezTo>
                  <a:pt x="134" y="19"/>
                  <a:pt x="136" y="20"/>
                  <a:pt x="137" y="20"/>
                </a:cubicBezTo>
                <a:cubicBezTo>
                  <a:pt x="137" y="19"/>
                  <a:pt x="138" y="18"/>
                  <a:pt x="139" y="17"/>
                </a:cubicBezTo>
                <a:cubicBezTo>
                  <a:pt x="138" y="17"/>
                  <a:pt x="137" y="18"/>
                  <a:pt x="136" y="19"/>
                </a:cubicBezTo>
                <a:cubicBezTo>
                  <a:pt x="136" y="18"/>
                  <a:pt x="135" y="18"/>
                  <a:pt x="134" y="18"/>
                </a:cubicBezTo>
                <a:close/>
              </a:path>
              <a:path w="232" h="59">
                <a:moveTo>
                  <a:pt x="84" y="9"/>
                </a:moveTo>
                <a:cubicBezTo>
                  <a:pt x="86" y="9"/>
                  <a:pt x="87" y="10"/>
                  <a:pt x="87" y="12"/>
                </a:cubicBezTo>
                <a:cubicBezTo>
                  <a:pt x="88" y="11"/>
                  <a:pt x="87" y="10"/>
                  <a:pt x="90" y="11"/>
                </a:cubicBezTo>
                <a:cubicBezTo>
                  <a:pt x="90" y="12"/>
                  <a:pt x="90" y="12"/>
                  <a:pt x="90" y="14"/>
                </a:cubicBezTo>
                <a:cubicBezTo>
                  <a:pt x="89" y="15"/>
                  <a:pt x="88" y="16"/>
                  <a:pt x="87" y="17"/>
                </a:cubicBezTo>
                <a:cubicBezTo>
                  <a:pt x="88" y="19"/>
                  <a:pt x="87" y="19"/>
                  <a:pt x="88" y="20"/>
                </a:cubicBezTo>
                <a:cubicBezTo>
                  <a:pt x="88" y="20"/>
                  <a:pt x="89" y="19"/>
                  <a:pt x="90" y="18"/>
                </a:cubicBezTo>
                <a:cubicBezTo>
                  <a:pt x="90" y="20"/>
                  <a:pt x="89" y="20"/>
                  <a:pt x="88" y="21"/>
                </a:cubicBezTo>
                <a:cubicBezTo>
                  <a:pt x="88" y="24"/>
                  <a:pt x="90" y="28"/>
                  <a:pt x="88" y="30"/>
                </a:cubicBezTo>
                <a:cubicBezTo>
                  <a:pt x="85" y="31"/>
                  <a:pt x="86" y="26"/>
                  <a:pt x="85" y="25"/>
                </a:cubicBezTo>
                <a:cubicBezTo>
                  <a:pt x="85" y="25"/>
                  <a:pt x="85" y="25"/>
                  <a:pt x="85" y="25"/>
                </a:cubicBezTo>
                <a:cubicBezTo>
                  <a:pt x="84" y="26"/>
                  <a:pt x="82" y="28"/>
                  <a:pt x="81" y="27"/>
                </a:cubicBezTo>
                <a:cubicBezTo>
                  <a:pt x="80" y="26"/>
                  <a:pt x="81" y="24"/>
                  <a:pt x="82" y="22"/>
                </a:cubicBezTo>
                <a:cubicBezTo>
                  <a:pt x="83" y="21"/>
                  <a:pt x="85" y="18"/>
                  <a:pt x="85" y="18"/>
                </a:cubicBezTo>
                <a:cubicBezTo>
                  <a:pt x="85" y="17"/>
                  <a:pt x="85" y="17"/>
                  <a:pt x="85" y="17"/>
                </a:cubicBezTo>
                <a:cubicBezTo>
                  <a:pt x="85" y="17"/>
                  <a:pt x="84" y="16"/>
                  <a:pt x="84" y="16"/>
                </a:cubicBezTo>
                <a:cubicBezTo>
                  <a:pt x="83" y="18"/>
                  <a:pt x="81" y="20"/>
                  <a:pt x="79" y="20"/>
                </a:cubicBezTo>
                <a:cubicBezTo>
                  <a:pt x="78" y="19"/>
                  <a:pt x="78" y="19"/>
                  <a:pt x="78" y="18"/>
                </a:cubicBezTo>
                <a:cubicBezTo>
                  <a:pt x="80" y="17"/>
                  <a:pt x="82" y="15"/>
                  <a:pt x="84" y="14"/>
                </a:cubicBezTo>
                <a:cubicBezTo>
                  <a:pt x="84" y="12"/>
                  <a:pt x="83" y="11"/>
                  <a:pt x="84" y="9"/>
                </a:cubicBezTo>
                <a:cubicBezTo>
                  <a:pt x="82" y="9"/>
                  <a:pt x="81" y="10"/>
                  <a:pt x="80" y="10"/>
                </a:cubicBezTo>
                <a:cubicBezTo>
                  <a:pt x="80" y="10"/>
                  <a:pt x="80" y="10"/>
                  <a:pt x="81" y="9"/>
                </a:cubicBezTo>
                <a:cubicBezTo>
                  <a:pt x="85" y="6"/>
                  <a:pt x="86" y="5"/>
                  <a:pt x="86" y="4"/>
                </a:cubicBezTo>
                <a:cubicBezTo>
                  <a:pt x="87" y="3"/>
                  <a:pt x="87" y="2"/>
                  <a:pt x="89" y="3"/>
                </a:cubicBezTo>
                <a:cubicBezTo>
                  <a:pt x="90" y="3"/>
                  <a:pt x="90" y="5"/>
                  <a:pt x="90" y="5"/>
                </a:cubicBezTo>
                <a:cubicBezTo>
                  <a:pt x="88" y="7"/>
                  <a:pt x="86" y="8"/>
                  <a:pt x="84" y="9"/>
                </a:cubicBezTo>
                <a:cubicBezTo>
                  <a:pt x="84" y="9"/>
                  <a:pt x="84" y="9"/>
                  <a:pt x="84" y="9"/>
                </a:cubicBezTo>
                <a:close/>
                <a:moveTo>
                  <a:pt x="84" y="23"/>
                </a:moveTo>
                <a:cubicBezTo>
                  <a:pt x="84" y="22"/>
                  <a:pt x="84" y="22"/>
                  <a:pt x="85" y="21"/>
                </a:cubicBezTo>
                <a:cubicBezTo>
                  <a:pt x="85" y="21"/>
                  <a:pt x="85" y="21"/>
                  <a:pt x="85" y="22"/>
                </a:cubicBezTo>
                <a:cubicBezTo>
                  <a:pt x="85" y="22"/>
                  <a:pt x="85" y="23"/>
                  <a:pt x="84" y="23"/>
                </a:cubicBezTo>
                <a:close/>
              </a:path>
              <a:path w="232" h="59">
                <a:moveTo>
                  <a:pt x="99" y="32"/>
                </a:moveTo>
                <a:cubicBezTo>
                  <a:pt x="99" y="32"/>
                  <a:pt x="98" y="32"/>
                  <a:pt x="98" y="31"/>
                </a:cubicBezTo>
                <a:cubicBezTo>
                  <a:pt x="98" y="28"/>
                  <a:pt x="97" y="25"/>
                  <a:pt x="97" y="22"/>
                </a:cubicBezTo>
                <a:cubicBezTo>
                  <a:pt x="96" y="22"/>
                  <a:pt x="95" y="23"/>
                  <a:pt x="94" y="24"/>
                </a:cubicBezTo>
                <a:cubicBezTo>
                  <a:pt x="93" y="24"/>
                  <a:pt x="92" y="24"/>
                  <a:pt x="92" y="23"/>
                </a:cubicBezTo>
                <a:cubicBezTo>
                  <a:pt x="92" y="23"/>
                  <a:pt x="92" y="22"/>
                  <a:pt x="92" y="22"/>
                </a:cubicBezTo>
                <a:cubicBezTo>
                  <a:pt x="92" y="20"/>
                  <a:pt x="93" y="16"/>
                  <a:pt x="91" y="16"/>
                </a:cubicBezTo>
                <a:cubicBezTo>
                  <a:pt x="90" y="15"/>
                  <a:pt x="90" y="15"/>
                  <a:pt x="90" y="14"/>
                </a:cubicBezTo>
                <a:cubicBezTo>
                  <a:pt x="92" y="14"/>
                  <a:pt x="91" y="11"/>
                  <a:pt x="91" y="10"/>
                </a:cubicBezTo>
                <a:cubicBezTo>
                  <a:pt x="89" y="9"/>
                  <a:pt x="87" y="8"/>
                  <a:pt x="89" y="7"/>
                </a:cubicBezTo>
                <a:cubicBezTo>
                  <a:pt x="91" y="7"/>
                  <a:pt x="93" y="7"/>
                  <a:pt x="94" y="9"/>
                </a:cubicBezTo>
                <a:cubicBezTo>
                  <a:pt x="94" y="10"/>
                  <a:pt x="92" y="12"/>
                  <a:pt x="92" y="13"/>
                </a:cubicBezTo>
                <a:cubicBezTo>
                  <a:pt x="94" y="13"/>
                  <a:pt x="95" y="14"/>
                  <a:pt x="95" y="16"/>
                </a:cubicBezTo>
                <a:cubicBezTo>
                  <a:pt x="93" y="17"/>
                  <a:pt x="93" y="18"/>
                  <a:pt x="94" y="20"/>
                </a:cubicBezTo>
                <a:cubicBezTo>
                  <a:pt x="95" y="19"/>
                  <a:pt x="95" y="18"/>
                  <a:pt x="96" y="17"/>
                </a:cubicBezTo>
                <a:cubicBezTo>
                  <a:pt x="96" y="11"/>
                  <a:pt x="93" y="7"/>
                  <a:pt x="93" y="2"/>
                </a:cubicBezTo>
                <a:cubicBezTo>
                  <a:pt x="94" y="0"/>
                  <a:pt x="96" y="0"/>
                  <a:pt x="97" y="2"/>
                </a:cubicBezTo>
                <a:cubicBezTo>
                  <a:pt x="97" y="5"/>
                  <a:pt x="97" y="11"/>
                  <a:pt x="99" y="14"/>
                </a:cubicBezTo>
                <a:cubicBezTo>
                  <a:pt x="99" y="13"/>
                  <a:pt x="100" y="12"/>
                  <a:pt x="100" y="11"/>
                </a:cubicBezTo>
                <a:cubicBezTo>
                  <a:pt x="101" y="11"/>
                  <a:pt x="102" y="12"/>
                  <a:pt x="103" y="14"/>
                </a:cubicBezTo>
                <a:cubicBezTo>
                  <a:pt x="101" y="15"/>
                  <a:pt x="100" y="16"/>
                  <a:pt x="99" y="18"/>
                </a:cubicBezTo>
                <a:cubicBezTo>
                  <a:pt x="100" y="23"/>
                  <a:pt x="100" y="26"/>
                  <a:pt x="101" y="29"/>
                </a:cubicBezTo>
                <a:cubicBezTo>
                  <a:pt x="100" y="30"/>
                  <a:pt x="100" y="32"/>
                  <a:pt x="99" y="32"/>
                </a:cubicBezTo>
                <a:close/>
              </a:path>
              <a:path w="232" h="59">
                <a:moveTo>
                  <a:pt x="58" y="41"/>
                </a:moveTo>
                <a:cubicBezTo>
                  <a:pt x="58" y="42"/>
                  <a:pt x="57" y="41"/>
                  <a:pt x="57" y="41"/>
                </a:cubicBezTo>
                <a:cubicBezTo>
                  <a:pt x="52" y="36"/>
                  <a:pt x="53" y="29"/>
                  <a:pt x="50" y="25"/>
                </a:cubicBezTo>
                <a:cubicBezTo>
                  <a:pt x="48" y="26"/>
                  <a:pt x="48" y="30"/>
                  <a:pt x="47" y="31"/>
                </a:cubicBezTo>
                <a:cubicBezTo>
                  <a:pt x="44" y="33"/>
                  <a:pt x="43" y="28"/>
                  <a:pt x="43" y="26"/>
                </a:cubicBezTo>
                <a:cubicBezTo>
                  <a:pt x="43" y="25"/>
                  <a:pt x="43" y="24"/>
                  <a:pt x="43" y="23"/>
                </a:cubicBezTo>
                <a:cubicBezTo>
                  <a:pt x="44" y="23"/>
                  <a:pt x="45" y="25"/>
                  <a:pt x="46" y="26"/>
                </a:cubicBezTo>
                <a:cubicBezTo>
                  <a:pt x="47" y="26"/>
                  <a:pt x="47" y="26"/>
                  <a:pt x="47" y="26"/>
                </a:cubicBezTo>
                <a:cubicBezTo>
                  <a:pt x="50" y="21"/>
                  <a:pt x="47" y="18"/>
                  <a:pt x="44" y="15"/>
                </a:cubicBezTo>
                <a:cubicBezTo>
                  <a:pt x="44" y="14"/>
                  <a:pt x="44" y="13"/>
                  <a:pt x="45" y="12"/>
                </a:cubicBezTo>
                <a:cubicBezTo>
                  <a:pt x="45" y="12"/>
                  <a:pt x="47" y="12"/>
                  <a:pt x="48" y="12"/>
                </a:cubicBezTo>
                <a:cubicBezTo>
                  <a:pt x="48" y="12"/>
                  <a:pt x="48" y="12"/>
                  <a:pt x="48" y="12"/>
                </a:cubicBezTo>
                <a:cubicBezTo>
                  <a:pt x="49" y="14"/>
                  <a:pt x="50" y="16"/>
                  <a:pt x="50" y="17"/>
                </a:cubicBezTo>
                <a:cubicBezTo>
                  <a:pt x="50" y="17"/>
                  <a:pt x="51" y="17"/>
                  <a:pt x="51" y="17"/>
                </a:cubicBezTo>
                <a:cubicBezTo>
                  <a:pt x="52" y="16"/>
                  <a:pt x="53" y="14"/>
                  <a:pt x="54" y="12"/>
                </a:cubicBezTo>
                <a:cubicBezTo>
                  <a:pt x="55" y="12"/>
                  <a:pt x="57" y="10"/>
                  <a:pt x="58" y="13"/>
                </a:cubicBezTo>
                <a:cubicBezTo>
                  <a:pt x="58" y="15"/>
                  <a:pt x="53" y="19"/>
                  <a:pt x="57" y="20"/>
                </a:cubicBezTo>
                <a:cubicBezTo>
                  <a:pt x="57" y="20"/>
                  <a:pt x="57" y="21"/>
                  <a:pt x="57" y="21"/>
                </a:cubicBezTo>
                <a:cubicBezTo>
                  <a:pt x="57" y="23"/>
                  <a:pt x="55" y="25"/>
                  <a:pt x="53" y="26"/>
                </a:cubicBezTo>
                <a:cubicBezTo>
                  <a:pt x="54" y="30"/>
                  <a:pt x="57" y="34"/>
                  <a:pt x="58" y="37"/>
                </a:cubicBezTo>
                <a:cubicBezTo>
                  <a:pt x="59" y="39"/>
                  <a:pt x="59" y="40"/>
                  <a:pt x="58" y="41"/>
                </a:cubicBezTo>
                <a:close/>
                <a:moveTo>
                  <a:pt x="53" y="23"/>
                </a:moveTo>
                <a:cubicBezTo>
                  <a:pt x="52" y="23"/>
                  <a:pt x="51" y="21"/>
                  <a:pt x="51" y="21"/>
                </a:cubicBezTo>
                <a:cubicBezTo>
                  <a:pt x="51" y="20"/>
                  <a:pt x="52" y="18"/>
                  <a:pt x="53" y="18"/>
                </a:cubicBezTo>
                <a:cubicBezTo>
                  <a:pt x="54" y="20"/>
                  <a:pt x="54" y="21"/>
                  <a:pt x="53" y="2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0" name="Freeform 15"/>
          <p:cNvSpPr>
            <a:spLocks noGrp="1"/>
          </p:cNvSpPr>
          <p:nvPr/>
        </p:nvSpPr>
        <p:spPr>
          <a:xfrm>
            <a:off x="9803130" y="257810"/>
            <a:ext cx="519430" cy="294640"/>
          </a:xfrm>
          <a:custGeom>
            <a:avLst/>
            <a:gdLst/>
            <a:ahLst/>
            <a:cxnLst/>
            <a:rect l="l" t="t" r="r" b="b"/>
            <a:pathLst>
              <a:path w="336" h="189">
                <a:moveTo>
                  <a:pt x="293" y="24"/>
                </a:moveTo>
                <a:lnTo>
                  <a:pt x="299" y="19"/>
                </a:lnTo>
                <a:lnTo>
                  <a:pt x="300" y="19"/>
                </a:lnTo>
                <a:cubicBezTo>
                  <a:pt x="298" y="20"/>
                  <a:pt x="297" y="22"/>
                  <a:pt x="297" y="23"/>
                </a:cubicBezTo>
                <a:cubicBezTo>
                  <a:pt x="296" y="24"/>
                  <a:pt x="296" y="26"/>
                  <a:pt x="297" y="27"/>
                </a:cubicBezTo>
                <a:cubicBezTo>
                  <a:pt x="298" y="28"/>
                  <a:pt x="299" y="28"/>
                  <a:pt x="302" y="27"/>
                </a:cubicBezTo>
                <a:cubicBezTo>
                  <a:pt x="304" y="27"/>
                  <a:pt x="307" y="25"/>
                  <a:pt x="309" y="23"/>
                </a:cubicBezTo>
                <a:cubicBezTo>
                  <a:pt x="311" y="22"/>
                  <a:pt x="313" y="20"/>
                  <a:pt x="314" y="19"/>
                </a:cubicBezTo>
                <a:cubicBezTo>
                  <a:pt x="316" y="17"/>
                  <a:pt x="316" y="16"/>
                  <a:pt x="317" y="14"/>
                </a:cubicBezTo>
                <a:cubicBezTo>
                  <a:pt x="317" y="13"/>
                  <a:pt x="317" y="12"/>
                  <a:pt x="317" y="12"/>
                </a:cubicBezTo>
                <a:cubicBezTo>
                  <a:pt x="316" y="11"/>
                  <a:pt x="316" y="11"/>
                  <a:pt x="315" y="11"/>
                </a:cubicBezTo>
                <a:cubicBezTo>
                  <a:pt x="315" y="11"/>
                  <a:pt x="314" y="10"/>
                  <a:pt x="314" y="10"/>
                </a:cubicBezTo>
                <a:lnTo>
                  <a:pt x="308" y="15"/>
                </a:lnTo>
                <a:cubicBezTo>
                  <a:pt x="307" y="16"/>
                  <a:pt x="306" y="16"/>
                  <a:pt x="306" y="17"/>
                </a:cubicBezTo>
                <a:cubicBezTo>
                  <a:pt x="305" y="17"/>
                  <a:pt x="305" y="17"/>
                  <a:pt x="305" y="18"/>
                </a:cubicBezTo>
                <a:cubicBezTo>
                  <a:pt x="305" y="18"/>
                  <a:pt x="305" y="18"/>
                  <a:pt x="306" y="19"/>
                </a:cubicBezTo>
                <a:lnTo>
                  <a:pt x="305" y="19"/>
                </a:lnTo>
                <a:lnTo>
                  <a:pt x="302" y="15"/>
                </a:lnTo>
                <a:lnTo>
                  <a:pt x="303" y="15"/>
                </a:lnTo>
                <a:cubicBezTo>
                  <a:pt x="303" y="15"/>
                  <a:pt x="304" y="15"/>
                  <a:pt x="304" y="15"/>
                </a:cubicBezTo>
                <a:cubicBezTo>
                  <a:pt x="305" y="15"/>
                  <a:pt x="305" y="14"/>
                  <a:pt x="307" y="13"/>
                </a:cubicBezTo>
                <a:lnTo>
                  <a:pt x="313" y="9"/>
                </a:lnTo>
                <a:cubicBezTo>
                  <a:pt x="314" y="9"/>
                  <a:pt x="315" y="9"/>
                  <a:pt x="316" y="9"/>
                </a:cubicBezTo>
                <a:cubicBezTo>
                  <a:pt x="316" y="10"/>
                  <a:pt x="317" y="10"/>
                  <a:pt x="318" y="11"/>
                </a:cubicBezTo>
                <a:cubicBezTo>
                  <a:pt x="319" y="13"/>
                  <a:pt x="319" y="15"/>
                  <a:pt x="317" y="18"/>
                </a:cubicBezTo>
                <a:cubicBezTo>
                  <a:pt x="316" y="21"/>
                  <a:pt x="314" y="23"/>
                  <a:pt x="311" y="25"/>
                </a:cubicBezTo>
                <a:cubicBezTo>
                  <a:pt x="309" y="26"/>
                  <a:pt x="307" y="27"/>
                  <a:pt x="305" y="28"/>
                </a:cubicBezTo>
                <a:cubicBezTo>
                  <a:pt x="303" y="29"/>
                  <a:pt x="301" y="29"/>
                  <a:pt x="299" y="29"/>
                </a:cubicBezTo>
                <a:cubicBezTo>
                  <a:pt x="298" y="29"/>
                  <a:pt x="296" y="29"/>
                  <a:pt x="296" y="28"/>
                </a:cubicBezTo>
                <a:cubicBezTo>
                  <a:pt x="295" y="27"/>
                  <a:pt x="295" y="27"/>
                  <a:pt x="295" y="26"/>
                </a:cubicBezTo>
                <a:cubicBezTo>
                  <a:pt x="295" y="26"/>
                  <a:pt x="295" y="25"/>
                  <a:pt x="295" y="24"/>
                </a:cubicBezTo>
                <a:cubicBezTo>
                  <a:pt x="295" y="24"/>
                  <a:pt x="295" y="24"/>
                  <a:pt x="295" y="24"/>
                </a:cubicBezTo>
                <a:cubicBezTo>
                  <a:pt x="295" y="23"/>
                  <a:pt x="295" y="23"/>
                  <a:pt x="294" y="24"/>
                </a:cubicBezTo>
                <a:cubicBezTo>
                  <a:pt x="294" y="24"/>
                  <a:pt x="294" y="24"/>
                  <a:pt x="293" y="24"/>
                </a:cubicBezTo>
                <a:close/>
              </a:path>
              <a:path w="336" h="189">
                <a:moveTo>
                  <a:pt x="293" y="145"/>
                </a:moveTo>
                <a:lnTo>
                  <a:pt x="292" y="145"/>
                </a:lnTo>
                <a:lnTo>
                  <a:pt x="293" y="144"/>
                </a:lnTo>
                <a:cubicBezTo>
                  <a:pt x="293" y="144"/>
                  <a:pt x="293" y="144"/>
                  <a:pt x="293" y="143"/>
                </a:cubicBezTo>
                <a:cubicBezTo>
                  <a:pt x="293" y="143"/>
                  <a:pt x="292" y="142"/>
                  <a:pt x="292" y="141"/>
                </a:cubicBezTo>
                <a:lnTo>
                  <a:pt x="282" y="128"/>
                </a:lnTo>
                <a:cubicBezTo>
                  <a:pt x="281" y="126"/>
                  <a:pt x="280" y="126"/>
                  <a:pt x="280" y="126"/>
                </a:cubicBezTo>
                <a:cubicBezTo>
                  <a:pt x="279" y="125"/>
                  <a:pt x="279" y="125"/>
                  <a:pt x="278" y="126"/>
                </a:cubicBezTo>
                <a:lnTo>
                  <a:pt x="277" y="125"/>
                </a:lnTo>
                <a:lnTo>
                  <a:pt x="282" y="122"/>
                </a:lnTo>
                <a:cubicBezTo>
                  <a:pt x="283" y="121"/>
                  <a:pt x="284" y="120"/>
                  <a:pt x="286" y="121"/>
                </a:cubicBezTo>
                <a:cubicBezTo>
                  <a:pt x="287" y="121"/>
                  <a:pt x="288" y="121"/>
                  <a:pt x="290" y="123"/>
                </a:cubicBezTo>
                <a:cubicBezTo>
                  <a:pt x="292" y="124"/>
                  <a:pt x="293" y="125"/>
                  <a:pt x="295" y="128"/>
                </a:cubicBezTo>
                <a:cubicBezTo>
                  <a:pt x="297" y="130"/>
                  <a:pt x="299" y="133"/>
                  <a:pt x="299" y="135"/>
                </a:cubicBezTo>
                <a:cubicBezTo>
                  <a:pt x="300" y="138"/>
                  <a:pt x="299" y="140"/>
                  <a:pt x="297" y="142"/>
                </a:cubicBezTo>
                <a:lnTo>
                  <a:pt x="293" y="145"/>
                </a:lnTo>
                <a:close/>
                <a:moveTo>
                  <a:pt x="295" y="142"/>
                </a:moveTo>
                <a:cubicBezTo>
                  <a:pt x="295" y="141"/>
                  <a:pt x="296" y="141"/>
                  <a:pt x="296" y="141"/>
                </a:cubicBezTo>
                <a:cubicBezTo>
                  <a:pt x="298" y="140"/>
                  <a:pt x="298" y="139"/>
                  <a:pt x="297" y="136"/>
                </a:cubicBezTo>
                <a:cubicBezTo>
                  <a:pt x="297" y="134"/>
                  <a:pt x="296" y="132"/>
                  <a:pt x="293" y="129"/>
                </a:cubicBezTo>
                <a:cubicBezTo>
                  <a:pt x="291" y="126"/>
                  <a:pt x="289" y="124"/>
                  <a:pt x="287" y="123"/>
                </a:cubicBezTo>
                <a:cubicBezTo>
                  <a:pt x="285" y="122"/>
                  <a:pt x="284" y="122"/>
                  <a:pt x="283" y="123"/>
                </a:cubicBezTo>
                <a:cubicBezTo>
                  <a:pt x="282" y="123"/>
                  <a:pt x="282" y="124"/>
                  <a:pt x="281" y="125"/>
                </a:cubicBezTo>
                <a:lnTo>
                  <a:pt x="295" y="142"/>
                </a:lnTo>
                <a:close/>
              </a:path>
              <a:path w="336" h="189">
                <a:moveTo>
                  <a:pt x="266" y="134"/>
                </a:moveTo>
                <a:lnTo>
                  <a:pt x="268" y="132"/>
                </a:lnTo>
                <a:lnTo>
                  <a:pt x="286" y="143"/>
                </a:lnTo>
                <a:lnTo>
                  <a:pt x="277" y="131"/>
                </a:lnTo>
                <a:cubicBezTo>
                  <a:pt x="276" y="130"/>
                  <a:pt x="276" y="129"/>
                  <a:pt x="275" y="129"/>
                </a:cubicBezTo>
                <a:cubicBezTo>
                  <a:pt x="275" y="129"/>
                  <a:pt x="274" y="129"/>
                  <a:pt x="274" y="129"/>
                </a:cubicBezTo>
                <a:lnTo>
                  <a:pt x="273" y="129"/>
                </a:lnTo>
                <a:lnTo>
                  <a:pt x="277" y="126"/>
                </a:lnTo>
                <a:lnTo>
                  <a:pt x="277" y="127"/>
                </a:lnTo>
                <a:cubicBezTo>
                  <a:pt x="276" y="127"/>
                  <a:pt x="276" y="128"/>
                  <a:pt x="276" y="128"/>
                </a:cubicBezTo>
                <a:cubicBezTo>
                  <a:pt x="277" y="129"/>
                  <a:pt x="277" y="129"/>
                  <a:pt x="278" y="130"/>
                </a:cubicBezTo>
                <a:lnTo>
                  <a:pt x="291" y="147"/>
                </a:lnTo>
                <a:lnTo>
                  <a:pt x="290" y="148"/>
                </a:lnTo>
                <a:lnTo>
                  <a:pt x="272" y="136"/>
                </a:lnTo>
                <a:lnTo>
                  <a:pt x="281" y="149"/>
                </a:lnTo>
                <a:cubicBezTo>
                  <a:pt x="282" y="150"/>
                  <a:pt x="283" y="151"/>
                  <a:pt x="283" y="151"/>
                </a:cubicBezTo>
                <a:cubicBezTo>
                  <a:pt x="284" y="151"/>
                  <a:pt x="284" y="151"/>
                  <a:pt x="284" y="151"/>
                </a:cubicBezTo>
                <a:lnTo>
                  <a:pt x="285" y="151"/>
                </a:lnTo>
                <a:lnTo>
                  <a:pt x="282" y="154"/>
                </a:lnTo>
                <a:lnTo>
                  <a:pt x="281" y="153"/>
                </a:lnTo>
                <a:lnTo>
                  <a:pt x="282" y="153"/>
                </a:lnTo>
                <a:cubicBezTo>
                  <a:pt x="282" y="153"/>
                  <a:pt x="282" y="152"/>
                  <a:pt x="282" y="152"/>
                </a:cubicBezTo>
                <a:cubicBezTo>
                  <a:pt x="282" y="151"/>
                  <a:pt x="281" y="150"/>
                  <a:pt x="280" y="149"/>
                </a:cubicBezTo>
                <a:lnTo>
                  <a:pt x="270" y="135"/>
                </a:lnTo>
                <a:cubicBezTo>
                  <a:pt x="269" y="135"/>
                  <a:pt x="268" y="135"/>
                  <a:pt x="268" y="134"/>
                </a:cubicBezTo>
                <a:cubicBezTo>
                  <a:pt x="268" y="134"/>
                  <a:pt x="267" y="134"/>
                  <a:pt x="267" y="134"/>
                </a:cubicBezTo>
                <a:cubicBezTo>
                  <a:pt x="267" y="134"/>
                  <a:pt x="267" y="135"/>
                  <a:pt x="266" y="135"/>
                </a:cubicBezTo>
                <a:lnTo>
                  <a:pt x="266" y="134"/>
                </a:lnTo>
                <a:close/>
              </a:path>
              <a:path w="336" h="189">
                <a:moveTo>
                  <a:pt x="272" y="151"/>
                </a:moveTo>
                <a:lnTo>
                  <a:pt x="268" y="154"/>
                </a:lnTo>
                <a:lnTo>
                  <a:pt x="270" y="157"/>
                </a:lnTo>
                <a:cubicBezTo>
                  <a:pt x="270" y="158"/>
                  <a:pt x="270" y="159"/>
                  <a:pt x="271" y="159"/>
                </a:cubicBezTo>
                <a:cubicBezTo>
                  <a:pt x="271" y="160"/>
                  <a:pt x="271" y="160"/>
                  <a:pt x="272" y="160"/>
                </a:cubicBezTo>
                <a:cubicBezTo>
                  <a:pt x="272" y="160"/>
                  <a:pt x="272" y="160"/>
                  <a:pt x="273" y="160"/>
                </a:cubicBezTo>
                <a:lnTo>
                  <a:pt x="270" y="163"/>
                </a:lnTo>
                <a:lnTo>
                  <a:pt x="270" y="162"/>
                </a:lnTo>
                <a:cubicBezTo>
                  <a:pt x="270" y="162"/>
                  <a:pt x="270" y="161"/>
                  <a:pt x="270" y="161"/>
                </a:cubicBezTo>
                <a:cubicBezTo>
                  <a:pt x="270" y="160"/>
                  <a:pt x="270" y="159"/>
                  <a:pt x="269" y="157"/>
                </a:cubicBezTo>
                <a:lnTo>
                  <a:pt x="260" y="138"/>
                </a:lnTo>
                <a:lnTo>
                  <a:pt x="276" y="152"/>
                </a:lnTo>
                <a:cubicBezTo>
                  <a:pt x="277" y="153"/>
                  <a:pt x="278" y="154"/>
                  <a:pt x="279" y="154"/>
                </a:cubicBezTo>
                <a:cubicBezTo>
                  <a:pt x="279" y="154"/>
                  <a:pt x="280" y="154"/>
                  <a:pt x="280" y="154"/>
                </a:cubicBezTo>
                <a:lnTo>
                  <a:pt x="281" y="155"/>
                </a:lnTo>
                <a:lnTo>
                  <a:pt x="277" y="158"/>
                </a:lnTo>
                <a:lnTo>
                  <a:pt x="276" y="157"/>
                </a:lnTo>
                <a:cubicBezTo>
                  <a:pt x="277" y="157"/>
                  <a:pt x="277" y="156"/>
                  <a:pt x="277" y="156"/>
                </a:cubicBezTo>
                <a:cubicBezTo>
                  <a:pt x="277" y="156"/>
                  <a:pt x="277" y="155"/>
                  <a:pt x="276" y="155"/>
                </a:cubicBezTo>
                <a:cubicBezTo>
                  <a:pt x="276" y="155"/>
                  <a:pt x="276" y="154"/>
                  <a:pt x="275" y="153"/>
                </a:cubicBezTo>
                <a:lnTo>
                  <a:pt x="272" y="151"/>
                </a:lnTo>
                <a:close/>
                <a:moveTo>
                  <a:pt x="271" y="150"/>
                </a:moveTo>
                <a:lnTo>
                  <a:pt x="263" y="143"/>
                </a:lnTo>
                <a:lnTo>
                  <a:pt x="267" y="152"/>
                </a:lnTo>
                <a:lnTo>
                  <a:pt x="271" y="150"/>
                </a:lnTo>
                <a:close/>
              </a:path>
              <a:path w="336" h="189">
                <a:moveTo>
                  <a:pt x="319" y="86"/>
                </a:moveTo>
                <a:lnTo>
                  <a:pt x="320" y="81"/>
                </a:lnTo>
                <a:lnTo>
                  <a:pt x="313" y="79"/>
                </a:lnTo>
                <a:cubicBezTo>
                  <a:pt x="311" y="79"/>
                  <a:pt x="311" y="79"/>
                  <a:pt x="310" y="79"/>
                </a:cubicBezTo>
                <a:cubicBezTo>
                  <a:pt x="310" y="79"/>
                  <a:pt x="310" y="79"/>
                  <a:pt x="309" y="79"/>
                </a:cubicBezTo>
                <a:cubicBezTo>
                  <a:pt x="309" y="79"/>
                  <a:pt x="309" y="80"/>
                  <a:pt x="309" y="80"/>
                </a:cubicBezTo>
                <a:lnTo>
                  <a:pt x="308" y="80"/>
                </a:lnTo>
                <a:lnTo>
                  <a:pt x="309" y="75"/>
                </a:lnTo>
                <a:lnTo>
                  <a:pt x="310" y="75"/>
                </a:lnTo>
                <a:cubicBezTo>
                  <a:pt x="309" y="76"/>
                  <a:pt x="310" y="76"/>
                  <a:pt x="310" y="76"/>
                </a:cubicBezTo>
                <a:cubicBezTo>
                  <a:pt x="310" y="77"/>
                  <a:pt x="310" y="77"/>
                  <a:pt x="311" y="77"/>
                </a:cubicBezTo>
                <a:cubicBezTo>
                  <a:pt x="311" y="77"/>
                  <a:pt x="312" y="77"/>
                  <a:pt x="313" y="77"/>
                </a:cubicBezTo>
                <a:lnTo>
                  <a:pt x="330" y="80"/>
                </a:lnTo>
                <a:cubicBezTo>
                  <a:pt x="331" y="81"/>
                  <a:pt x="332" y="81"/>
                  <a:pt x="332" y="81"/>
                </a:cubicBezTo>
                <a:cubicBezTo>
                  <a:pt x="333" y="81"/>
                  <a:pt x="333" y="81"/>
                  <a:pt x="333" y="81"/>
                </a:cubicBezTo>
                <a:cubicBezTo>
                  <a:pt x="334" y="80"/>
                  <a:pt x="334" y="80"/>
                  <a:pt x="334" y="80"/>
                </a:cubicBezTo>
                <a:lnTo>
                  <a:pt x="334" y="79"/>
                </a:lnTo>
                <a:lnTo>
                  <a:pt x="335" y="80"/>
                </a:lnTo>
                <a:lnTo>
                  <a:pt x="334" y="85"/>
                </a:lnTo>
                <a:lnTo>
                  <a:pt x="333" y="85"/>
                </a:lnTo>
                <a:lnTo>
                  <a:pt x="333" y="84"/>
                </a:lnTo>
                <a:cubicBezTo>
                  <a:pt x="333" y="84"/>
                  <a:pt x="333" y="83"/>
                  <a:pt x="332" y="83"/>
                </a:cubicBezTo>
                <a:cubicBezTo>
                  <a:pt x="332" y="83"/>
                  <a:pt x="331" y="83"/>
                  <a:pt x="329" y="82"/>
                </a:cubicBezTo>
                <a:lnTo>
                  <a:pt x="322" y="81"/>
                </a:lnTo>
                <a:lnTo>
                  <a:pt x="320" y="87"/>
                </a:lnTo>
                <a:lnTo>
                  <a:pt x="328" y="88"/>
                </a:lnTo>
                <a:cubicBezTo>
                  <a:pt x="330" y="88"/>
                  <a:pt x="331" y="88"/>
                  <a:pt x="331" y="88"/>
                </a:cubicBezTo>
                <a:cubicBezTo>
                  <a:pt x="331" y="88"/>
                  <a:pt x="332" y="88"/>
                  <a:pt x="332" y="88"/>
                </a:cubicBezTo>
                <a:cubicBezTo>
                  <a:pt x="332" y="88"/>
                  <a:pt x="332" y="88"/>
                  <a:pt x="333" y="87"/>
                </a:cubicBezTo>
                <a:lnTo>
                  <a:pt x="332" y="92"/>
                </a:lnTo>
                <a:cubicBezTo>
                  <a:pt x="332" y="91"/>
                  <a:pt x="331" y="91"/>
                  <a:pt x="331" y="90"/>
                </a:cubicBezTo>
                <a:cubicBezTo>
                  <a:pt x="331" y="90"/>
                  <a:pt x="330" y="90"/>
                  <a:pt x="328" y="90"/>
                </a:cubicBezTo>
                <a:lnTo>
                  <a:pt x="311" y="87"/>
                </a:lnTo>
                <a:cubicBezTo>
                  <a:pt x="310" y="86"/>
                  <a:pt x="309" y="86"/>
                  <a:pt x="309" y="86"/>
                </a:cubicBezTo>
                <a:cubicBezTo>
                  <a:pt x="308" y="86"/>
                  <a:pt x="308" y="86"/>
                  <a:pt x="308" y="87"/>
                </a:cubicBezTo>
                <a:cubicBezTo>
                  <a:pt x="307" y="87"/>
                  <a:pt x="307" y="87"/>
                  <a:pt x="307" y="87"/>
                </a:cubicBezTo>
                <a:lnTo>
                  <a:pt x="307" y="88"/>
                </a:lnTo>
                <a:lnTo>
                  <a:pt x="306" y="88"/>
                </a:lnTo>
                <a:lnTo>
                  <a:pt x="307" y="82"/>
                </a:lnTo>
                <a:lnTo>
                  <a:pt x="308" y="82"/>
                </a:lnTo>
                <a:lnTo>
                  <a:pt x="308" y="83"/>
                </a:lnTo>
                <a:cubicBezTo>
                  <a:pt x="308" y="83"/>
                  <a:pt x="308" y="84"/>
                  <a:pt x="308" y="84"/>
                </a:cubicBezTo>
                <a:cubicBezTo>
                  <a:pt x="309" y="84"/>
                  <a:pt x="309" y="84"/>
                  <a:pt x="309" y="84"/>
                </a:cubicBezTo>
                <a:cubicBezTo>
                  <a:pt x="310" y="85"/>
                  <a:pt x="310" y="85"/>
                  <a:pt x="312" y="85"/>
                </a:cubicBezTo>
                <a:lnTo>
                  <a:pt x="319" y="86"/>
                </a:lnTo>
                <a:close/>
              </a:path>
              <a:path w="336" h="189">
                <a:moveTo>
                  <a:pt x="305" y="89"/>
                </a:moveTo>
                <a:lnTo>
                  <a:pt x="314" y="91"/>
                </a:lnTo>
                <a:cubicBezTo>
                  <a:pt x="311" y="91"/>
                  <a:pt x="309" y="91"/>
                  <a:pt x="308" y="92"/>
                </a:cubicBezTo>
                <a:cubicBezTo>
                  <a:pt x="307" y="92"/>
                  <a:pt x="306" y="93"/>
                  <a:pt x="306" y="94"/>
                </a:cubicBezTo>
                <a:cubicBezTo>
                  <a:pt x="305" y="95"/>
                  <a:pt x="306" y="95"/>
                  <a:pt x="306" y="96"/>
                </a:cubicBezTo>
                <a:cubicBezTo>
                  <a:pt x="307" y="97"/>
                  <a:pt x="308" y="98"/>
                  <a:pt x="310" y="99"/>
                </a:cubicBezTo>
                <a:cubicBezTo>
                  <a:pt x="312" y="99"/>
                  <a:pt x="314" y="100"/>
                  <a:pt x="317" y="101"/>
                </a:cubicBezTo>
                <a:cubicBezTo>
                  <a:pt x="320" y="101"/>
                  <a:pt x="322" y="101"/>
                  <a:pt x="323" y="101"/>
                </a:cubicBezTo>
                <a:cubicBezTo>
                  <a:pt x="325" y="101"/>
                  <a:pt x="327" y="101"/>
                  <a:pt x="328" y="100"/>
                </a:cubicBezTo>
                <a:cubicBezTo>
                  <a:pt x="329" y="100"/>
                  <a:pt x="329" y="99"/>
                  <a:pt x="330" y="98"/>
                </a:cubicBezTo>
                <a:cubicBezTo>
                  <a:pt x="330" y="97"/>
                  <a:pt x="330" y="97"/>
                  <a:pt x="329" y="96"/>
                </a:cubicBezTo>
                <a:cubicBezTo>
                  <a:pt x="328" y="95"/>
                  <a:pt x="327" y="94"/>
                  <a:pt x="325" y="93"/>
                </a:cubicBezTo>
                <a:lnTo>
                  <a:pt x="326" y="93"/>
                </a:lnTo>
                <a:cubicBezTo>
                  <a:pt x="328" y="94"/>
                  <a:pt x="329" y="95"/>
                  <a:pt x="330" y="96"/>
                </a:cubicBezTo>
                <a:cubicBezTo>
                  <a:pt x="331" y="97"/>
                  <a:pt x="331" y="98"/>
                  <a:pt x="331" y="99"/>
                </a:cubicBezTo>
                <a:cubicBezTo>
                  <a:pt x="331" y="101"/>
                  <a:pt x="329" y="102"/>
                  <a:pt x="325" y="103"/>
                </a:cubicBezTo>
                <a:cubicBezTo>
                  <a:pt x="323" y="103"/>
                  <a:pt x="320" y="103"/>
                  <a:pt x="317" y="103"/>
                </a:cubicBezTo>
                <a:cubicBezTo>
                  <a:pt x="314" y="102"/>
                  <a:pt x="312" y="101"/>
                  <a:pt x="310" y="100"/>
                </a:cubicBezTo>
                <a:cubicBezTo>
                  <a:pt x="308" y="99"/>
                  <a:pt x="306" y="98"/>
                  <a:pt x="305" y="97"/>
                </a:cubicBezTo>
                <a:cubicBezTo>
                  <a:pt x="304" y="96"/>
                  <a:pt x="304" y="95"/>
                  <a:pt x="304" y="94"/>
                </a:cubicBezTo>
                <a:cubicBezTo>
                  <a:pt x="304" y="93"/>
                  <a:pt x="305" y="92"/>
                  <a:pt x="306" y="91"/>
                </a:cubicBezTo>
                <a:cubicBezTo>
                  <a:pt x="306" y="91"/>
                  <a:pt x="307" y="91"/>
                  <a:pt x="307" y="91"/>
                </a:cubicBezTo>
                <a:cubicBezTo>
                  <a:pt x="307" y="91"/>
                  <a:pt x="307" y="90"/>
                  <a:pt x="306" y="90"/>
                </a:cubicBezTo>
                <a:cubicBezTo>
                  <a:pt x="306" y="90"/>
                  <a:pt x="306" y="90"/>
                  <a:pt x="305" y="90"/>
                </a:cubicBezTo>
                <a:lnTo>
                  <a:pt x="305" y="89"/>
                </a:lnTo>
                <a:close/>
              </a:path>
              <a:path w="336" h="189">
                <a:moveTo>
                  <a:pt x="300" y="104"/>
                </a:moveTo>
                <a:lnTo>
                  <a:pt x="309" y="109"/>
                </a:lnTo>
                <a:lnTo>
                  <a:pt x="311" y="106"/>
                </a:lnTo>
                <a:cubicBezTo>
                  <a:pt x="311" y="105"/>
                  <a:pt x="311" y="105"/>
                  <a:pt x="311" y="104"/>
                </a:cubicBezTo>
                <a:cubicBezTo>
                  <a:pt x="310" y="104"/>
                  <a:pt x="309" y="103"/>
                  <a:pt x="308" y="102"/>
                </a:cubicBezTo>
                <a:lnTo>
                  <a:pt x="317" y="106"/>
                </a:lnTo>
                <a:lnTo>
                  <a:pt x="316" y="106"/>
                </a:lnTo>
                <a:cubicBezTo>
                  <a:pt x="315" y="106"/>
                  <a:pt x="314" y="106"/>
                  <a:pt x="314" y="106"/>
                </a:cubicBezTo>
                <a:cubicBezTo>
                  <a:pt x="314" y="106"/>
                  <a:pt x="313" y="106"/>
                  <a:pt x="313" y="106"/>
                </a:cubicBezTo>
                <a:cubicBezTo>
                  <a:pt x="312" y="106"/>
                  <a:pt x="312" y="106"/>
                  <a:pt x="312" y="107"/>
                </a:cubicBezTo>
                <a:lnTo>
                  <a:pt x="311" y="109"/>
                </a:lnTo>
                <a:lnTo>
                  <a:pt x="319" y="113"/>
                </a:lnTo>
                <a:cubicBezTo>
                  <a:pt x="320" y="113"/>
                  <a:pt x="320" y="114"/>
                  <a:pt x="321" y="114"/>
                </a:cubicBezTo>
                <a:cubicBezTo>
                  <a:pt x="321" y="114"/>
                  <a:pt x="321" y="114"/>
                  <a:pt x="321" y="114"/>
                </a:cubicBezTo>
                <a:cubicBezTo>
                  <a:pt x="321" y="114"/>
                  <a:pt x="322" y="114"/>
                  <a:pt x="322" y="113"/>
                </a:cubicBezTo>
                <a:lnTo>
                  <a:pt x="323" y="111"/>
                </a:lnTo>
                <a:cubicBezTo>
                  <a:pt x="323" y="111"/>
                  <a:pt x="323" y="110"/>
                  <a:pt x="323" y="110"/>
                </a:cubicBezTo>
                <a:cubicBezTo>
                  <a:pt x="323" y="109"/>
                  <a:pt x="323" y="109"/>
                  <a:pt x="322" y="108"/>
                </a:cubicBezTo>
                <a:cubicBezTo>
                  <a:pt x="322" y="108"/>
                  <a:pt x="321" y="107"/>
                  <a:pt x="320" y="106"/>
                </a:cubicBezTo>
                <a:lnTo>
                  <a:pt x="320" y="105"/>
                </a:lnTo>
                <a:lnTo>
                  <a:pt x="325" y="109"/>
                </a:lnTo>
                <a:lnTo>
                  <a:pt x="321" y="118"/>
                </a:lnTo>
                <a:lnTo>
                  <a:pt x="320" y="118"/>
                </a:lnTo>
                <a:lnTo>
                  <a:pt x="321" y="118"/>
                </a:lnTo>
                <a:cubicBezTo>
                  <a:pt x="321" y="117"/>
                  <a:pt x="321" y="117"/>
                  <a:pt x="320" y="117"/>
                </a:cubicBezTo>
                <a:cubicBezTo>
                  <a:pt x="320" y="116"/>
                  <a:pt x="320" y="116"/>
                  <a:pt x="320" y="116"/>
                </a:cubicBezTo>
                <a:cubicBezTo>
                  <a:pt x="319" y="115"/>
                  <a:pt x="319" y="115"/>
                  <a:pt x="318" y="115"/>
                </a:cubicBezTo>
                <a:lnTo>
                  <a:pt x="302" y="107"/>
                </a:lnTo>
                <a:cubicBezTo>
                  <a:pt x="301" y="106"/>
                  <a:pt x="300" y="106"/>
                  <a:pt x="299" y="106"/>
                </a:cubicBezTo>
                <a:cubicBezTo>
                  <a:pt x="299" y="106"/>
                  <a:pt x="298" y="106"/>
                  <a:pt x="298" y="107"/>
                </a:cubicBezTo>
                <a:lnTo>
                  <a:pt x="297" y="107"/>
                </a:lnTo>
                <a:lnTo>
                  <a:pt x="301" y="98"/>
                </a:lnTo>
                <a:lnTo>
                  <a:pt x="307" y="100"/>
                </a:lnTo>
                <a:cubicBezTo>
                  <a:pt x="305" y="100"/>
                  <a:pt x="304" y="100"/>
                  <a:pt x="304" y="100"/>
                </a:cubicBezTo>
                <a:cubicBezTo>
                  <a:pt x="303" y="99"/>
                  <a:pt x="303" y="100"/>
                  <a:pt x="302" y="100"/>
                </a:cubicBezTo>
                <a:cubicBezTo>
                  <a:pt x="302" y="100"/>
                  <a:pt x="302" y="100"/>
                  <a:pt x="302" y="101"/>
                </a:cubicBezTo>
                <a:lnTo>
                  <a:pt x="300" y="104"/>
                </a:lnTo>
                <a:close/>
              </a:path>
              <a:path w="336" h="189">
                <a:moveTo>
                  <a:pt x="298" y="108"/>
                </a:moveTo>
                <a:lnTo>
                  <a:pt x="303" y="111"/>
                </a:lnTo>
                <a:cubicBezTo>
                  <a:pt x="302" y="111"/>
                  <a:pt x="301" y="110"/>
                  <a:pt x="301" y="110"/>
                </a:cubicBezTo>
                <a:cubicBezTo>
                  <a:pt x="300" y="110"/>
                  <a:pt x="299" y="110"/>
                  <a:pt x="299" y="110"/>
                </a:cubicBezTo>
                <a:cubicBezTo>
                  <a:pt x="299" y="110"/>
                  <a:pt x="298" y="111"/>
                  <a:pt x="298" y="111"/>
                </a:cubicBezTo>
                <a:lnTo>
                  <a:pt x="297" y="113"/>
                </a:lnTo>
                <a:lnTo>
                  <a:pt x="315" y="122"/>
                </a:lnTo>
                <a:cubicBezTo>
                  <a:pt x="316" y="123"/>
                  <a:pt x="317" y="123"/>
                  <a:pt x="318" y="123"/>
                </a:cubicBezTo>
                <a:cubicBezTo>
                  <a:pt x="318" y="123"/>
                  <a:pt x="319" y="123"/>
                  <a:pt x="319" y="123"/>
                </a:cubicBezTo>
                <a:lnTo>
                  <a:pt x="319" y="122"/>
                </a:lnTo>
                <a:lnTo>
                  <a:pt x="320" y="123"/>
                </a:lnTo>
                <a:lnTo>
                  <a:pt x="317" y="128"/>
                </a:lnTo>
                <a:lnTo>
                  <a:pt x="317" y="127"/>
                </a:lnTo>
                <a:cubicBezTo>
                  <a:pt x="317" y="126"/>
                  <a:pt x="317" y="126"/>
                  <a:pt x="317" y="125"/>
                </a:cubicBezTo>
                <a:cubicBezTo>
                  <a:pt x="316" y="125"/>
                  <a:pt x="315" y="124"/>
                  <a:pt x="314" y="124"/>
                </a:cubicBezTo>
                <a:lnTo>
                  <a:pt x="296" y="114"/>
                </a:lnTo>
                <a:lnTo>
                  <a:pt x="296" y="116"/>
                </a:lnTo>
                <a:cubicBezTo>
                  <a:pt x="295" y="116"/>
                  <a:pt x="295" y="117"/>
                  <a:pt x="295" y="117"/>
                </a:cubicBezTo>
                <a:cubicBezTo>
                  <a:pt x="295" y="117"/>
                  <a:pt x="296" y="118"/>
                  <a:pt x="296" y="118"/>
                </a:cubicBezTo>
                <a:cubicBezTo>
                  <a:pt x="297" y="119"/>
                  <a:pt x="297" y="120"/>
                  <a:pt x="298" y="120"/>
                </a:cubicBezTo>
                <a:lnTo>
                  <a:pt x="293" y="117"/>
                </a:lnTo>
                <a:lnTo>
                  <a:pt x="298" y="108"/>
                </a:lnTo>
                <a:close/>
              </a:path>
              <a:path w="336" h="189">
                <a:moveTo>
                  <a:pt x="307" y="54"/>
                </a:moveTo>
                <a:cubicBezTo>
                  <a:pt x="307" y="53"/>
                  <a:pt x="308" y="51"/>
                  <a:pt x="310" y="50"/>
                </a:cubicBezTo>
                <a:cubicBezTo>
                  <a:pt x="313" y="49"/>
                  <a:pt x="316" y="48"/>
                  <a:pt x="320" y="48"/>
                </a:cubicBezTo>
                <a:cubicBezTo>
                  <a:pt x="324" y="48"/>
                  <a:pt x="327" y="48"/>
                  <a:pt x="330" y="50"/>
                </a:cubicBezTo>
                <a:cubicBezTo>
                  <a:pt x="333" y="51"/>
                  <a:pt x="334" y="52"/>
                  <a:pt x="334" y="54"/>
                </a:cubicBezTo>
                <a:cubicBezTo>
                  <a:pt x="334" y="56"/>
                  <a:pt x="333" y="57"/>
                  <a:pt x="330" y="59"/>
                </a:cubicBezTo>
                <a:cubicBezTo>
                  <a:pt x="328" y="60"/>
                  <a:pt x="325" y="61"/>
                  <a:pt x="320" y="61"/>
                </a:cubicBezTo>
                <a:cubicBezTo>
                  <a:pt x="316" y="61"/>
                  <a:pt x="313" y="60"/>
                  <a:pt x="310" y="59"/>
                </a:cubicBezTo>
                <a:cubicBezTo>
                  <a:pt x="308" y="57"/>
                  <a:pt x="307" y="56"/>
                  <a:pt x="307" y="54"/>
                </a:cubicBezTo>
                <a:close/>
                <a:moveTo>
                  <a:pt x="308" y="55"/>
                </a:moveTo>
                <a:cubicBezTo>
                  <a:pt x="308" y="56"/>
                  <a:pt x="309" y="57"/>
                  <a:pt x="311" y="57"/>
                </a:cubicBezTo>
                <a:cubicBezTo>
                  <a:pt x="313" y="58"/>
                  <a:pt x="316" y="58"/>
                  <a:pt x="320" y="58"/>
                </a:cubicBezTo>
                <a:cubicBezTo>
                  <a:pt x="325" y="58"/>
                  <a:pt x="328" y="58"/>
                  <a:pt x="330" y="57"/>
                </a:cubicBezTo>
                <a:cubicBezTo>
                  <a:pt x="332" y="56"/>
                  <a:pt x="333" y="55"/>
                  <a:pt x="333" y="54"/>
                </a:cubicBezTo>
                <a:cubicBezTo>
                  <a:pt x="333" y="53"/>
                  <a:pt x="332" y="52"/>
                  <a:pt x="330" y="51"/>
                </a:cubicBezTo>
                <a:cubicBezTo>
                  <a:pt x="328" y="50"/>
                  <a:pt x="325" y="50"/>
                  <a:pt x="321" y="50"/>
                </a:cubicBezTo>
                <a:cubicBezTo>
                  <a:pt x="316" y="50"/>
                  <a:pt x="313" y="51"/>
                  <a:pt x="311" y="52"/>
                </a:cubicBezTo>
                <a:cubicBezTo>
                  <a:pt x="309" y="52"/>
                  <a:pt x="308" y="53"/>
                  <a:pt x="308" y="55"/>
                </a:cubicBezTo>
                <a:close/>
              </a:path>
              <a:path w="336" h="189">
                <a:moveTo>
                  <a:pt x="310" y="75"/>
                </a:moveTo>
                <a:lnTo>
                  <a:pt x="310" y="71"/>
                </a:lnTo>
                <a:lnTo>
                  <a:pt x="329" y="63"/>
                </a:lnTo>
                <a:lnTo>
                  <a:pt x="314" y="63"/>
                </a:lnTo>
                <a:cubicBezTo>
                  <a:pt x="313" y="63"/>
                  <a:pt x="312" y="63"/>
                  <a:pt x="311" y="63"/>
                </a:cubicBezTo>
                <a:cubicBezTo>
                  <a:pt x="311" y="63"/>
                  <a:pt x="310" y="64"/>
                  <a:pt x="310" y="64"/>
                </a:cubicBezTo>
                <a:lnTo>
                  <a:pt x="310" y="65"/>
                </a:lnTo>
                <a:lnTo>
                  <a:pt x="310" y="60"/>
                </a:lnTo>
                <a:lnTo>
                  <a:pt x="310" y="61"/>
                </a:lnTo>
                <a:cubicBezTo>
                  <a:pt x="310" y="61"/>
                  <a:pt x="311" y="62"/>
                  <a:pt x="311" y="62"/>
                </a:cubicBezTo>
                <a:cubicBezTo>
                  <a:pt x="312" y="62"/>
                  <a:pt x="313" y="62"/>
                  <a:pt x="314" y="62"/>
                </a:cubicBezTo>
                <a:lnTo>
                  <a:pt x="336" y="62"/>
                </a:lnTo>
                <a:lnTo>
                  <a:pt x="315" y="71"/>
                </a:lnTo>
                <a:lnTo>
                  <a:pt x="332" y="71"/>
                </a:lnTo>
                <a:cubicBezTo>
                  <a:pt x="333" y="71"/>
                  <a:pt x="334" y="71"/>
                  <a:pt x="335" y="70"/>
                </a:cubicBezTo>
                <a:cubicBezTo>
                  <a:pt x="335" y="70"/>
                  <a:pt x="335" y="70"/>
                  <a:pt x="335" y="69"/>
                </a:cubicBezTo>
                <a:lnTo>
                  <a:pt x="336" y="69"/>
                </a:lnTo>
                <a:lnTo>
                  <a:pt x="336" y="73"/>
                </a:lnTo>
                <a:lnTo>
                  <a:pt x="335" y="73"/>
                </a:lnTo>
                <a:cubicBezTo>
                  <a:pt x="335" y="72"/>
                  <a:pt x="335" y="72"/>
                  <a:pt x="334" y="72"/>
                </a:cubicBezTo>
                <a:cubicBezTo>
                  <a:pt x="334" y="72"/>
                  <a:pt x="333" y="72"/>
                  <a:pt x="332" y="72"/>
                </a:cubicBezTo>
                <a:lnTo>
                  <a:pt x="313" y="72"/>
                </a:lnTo>
                <a:cubicBezTo>
                  <a:pt x="312" y="72"/>
                  <a:pt x="312" y="73"/>
                  <a:pt x="311" y="73"/>
                </a:cubicBezTo>
                <a:cubicBezTo>
                  <a:pt x="311" y="73"/>
                  <a:pt x="311" y="73"/>
                  <a:pt x="311" y="74"/>
                </a:cubicBezTo>
                <a:cubicBezTo>
                  <a:pt x="311" y="74"/>
                  <a:pt x="311" y="74"/>
                  <a:pt x="311" y="75"/>
                </a:cubicBezTo>
                <a:lnTo>
                  <a:pt x="310" y="75"/>
                </a:lnTo>
                <a:close/>
              </a:path>
              <a:path w="336" h="189">
                <a:moveTo>
                  <a:pt x="301" y="38"/>
                </a:moveTo>
                <a:cubicBezTo>
                  <a:pt x="300" y="36"/>
                  <a:pt x="301" y="34"/>
                  <a:pt x="303" y="32"/>
                </a:cubicBezTo>
                <a:cubicBezTo>
                  <a:pt x="305" y="30"/>
                  <a:pt x="307" y="28"/>
                  <a:pt x="311" y="27"/>
                </a:cubicBezTo>
                <a:cubicBezTo>
                  <a:pt x="315" y="25"/>
                  <a:pt x="318" y="25"/>
                  <a:pt x="321" y="25"/>
                </a:cubicBezTo>
                <a:cubicBezTo>
                  <a:pt x="324" y="25"/>
                  <a:pt x="326" y="26"/>
                  <a:pt x="326" y="27"/>
                </a:cubicBezTo>
                <a:cubicBezTo>
                  <a:pt x="327" y="29"/>
                  <a:pt x="326" y="31"/>
                  <a:pt x="325" y="33"/>
                </a:cubicBezTo>
                <a:cubicBezTo>
                  <a:pt x="323" y="35"/>
                  <a:pt x="320" y="37"/>
                  <a:pt x="316" y="39"/>
                </a:cubicBezTo>
                <a:cubicBezTo>
                  <a:pt x="312" y="40"/>
                  <a:pt x="309" y="41"/>
                  <a:pt x="306" y="41"/>
                </a:cubicBezTo>
                <a:cubicBezTo>
                  <a:pt x="303" y="40"/>
                  <a:pt x="302" y="39"/>
                  <a:pt x="301" y="38"/>
                </a:cubicBezTo>
                <a:close/>
                <a:moveTo>
                  <a:pt x="302" y="38"/>
                </a:moveTo>
                <a:cubicBezTo>
                  <a:pt x="303" y="39"/>
                  <a:pt x="304" y="39"/>
                  <a:pt x="306" y="39"/>
                </a:cubicBezTo>
                <a:cubicBezTo>
                  <a:pt x="308" y="39"/>
                  <a:pt x="311" y="38"/>
                  <a:pt x="315" y="37"/>
                </a:cubicBezTo>
                <a:cubicBezTo>
                  <a:pt x="319" y="35"/>
                  <a:pt x="322" y="33"/>
                  <a:pt x="324" y="31"/>
                </a:cubicBezTo>
                <a:cubicBezTo>
                  <a:pt x="325" y="30"/>
                  <a:pt x="326" y="29"/>
                  <a:pt x="325" y="28"/>
                </a:cubicBezTo>
                <a:cubicBezTo>
                  <a:pt x="325" y="27"/>
                  <a:pt x="323" y="26"/>
                  <a:pt x="321" y="26"/>
                </a:cubicBezTo>
                <a:cubicBezTo>
                  <a:pt x="319" y="26"/>
                  <a:pt x="316" y="27"/>
                  <a:pt x="312" y="29"/>
                </a:cubicBezTo>
                <a:cubicBezTo>
                  <a:pt x="308" y="30"/>
                  <a:pt x="305" y="32"/>
                  <a:pt x="304" y="34"/>
                </a:cubicBezTo>
                <a:cubicBezTo>
                  <a:pt x="302" y="35"/>
                  <a:pt x="302" y="36"/>
                  <a:pt x="302" y="38"/>
                </a:cubicBezTo>
                <a:close/>
              </a:path>
              <a:path w="336" h="189">
                <a:moveTo>
                  <a:pt x="323" y="35"/>
                </a:moveTo>
                <a:lnTo>
                  <a:pt x="324" y="35"/>
                </a:lnTo>
                <a:lnTo>
                  <a:pt x="331" y="35"/>
                </a:lnTo>
                <a:lnTo>
                  <a:pt x="332" y="45"/>
                </a:lnTo>
                <a:cubicBezTo>
                  <a:pt x="331" y="44"/>
                  <a:pt x="331" y="44"/>
                  <a:pt x="330" y="44"/>
                </a:cubicBezTo>
                <a:cubicBezTo>
                  <a:pt x="330" y="44"/>
                  <a:pt x="329" y="44"/>
                  <a:pt x="327" y="44"/>
                </a:cubicBezTo>
                <a:lnTo>
                  <a:pt x="311" y="47"/>
                </a:lnTo>
                <a:cubicBezTo>
                  <a:pt x="309" y="47"/>
                  <a:pt x="308" y="47"/>
                  <a:pt x="308" y="47"/>
                </a:cubicBezTo>
                <a:cubicBezTo>
                  <a:pt x="307" y="48"/>
                  <a:pt x="307" y="48"/>
                  <a:pt x="307" y="49"/>
                </a:cubicBezTo>
                <a:lnTo>
                  <a:pt x="306" y="49"/>
                </a:lnTo>
                <a:lnTo>
                  <a:pt x="305" y="43"/>
                </a:lnTo>
                <a:lnTo>
                  <a:pt x="306" y="43"/>
                </a:lnTo>
                <a:cubicBezTo>
                  <a:pt x="306" y="44"/>
                  <a:pt x="306" y="44"/>
                  <a:pt x="307" y="45"/>
                </a:cubicBezTo>
                <a:cubicBezTo>
                  <a:pt x="307" y="45"/>
                  <a:pt x="307" y="45"/>
                  <a:pt x="308" y="45"/>
                </a:cubicBezTo>
                <a:cubicBezTo>
                  <a:pt x="308" y="45"/>
                  <a:pt x="309" y="45"/>
                  <a:pt x="311" y="45"/>
                </a:cubicBezTo>
                <a:lnTo>
                  <a:pt x="327" y="42"/>
                </a:lnTo>
                <a:cubicBezTo>
                  <a:pt x="328" y="42"/>
                  <a:pt x="329" y="42"/>
                  <a:pt x="329" y="42"/>
                </a:cubicBezTo>
                <a:cubicBezTo>
                  <a:pt x="330" y="41"/>
                  <a:pt x="330" y="41"/>
                  <a:pt x="330" y="41"/>
                </a:cubicBezTo>
                <a:cubicBezTo>
                  <a:pt x="330" y="41"/>
                  <a:pt x="330" y="40"/>
                  <a:pt x="330" y="40"/>
                </a:cubicBezTo>
                <a:lnTo>
                  <a:pt x="330" y="39"/>
                </a:lnTo>
                <a:cubicBezTo>
                  <a:pt x="330" y="38"/>
                  <a:pt x="329" y="37"/>
                  <a:pt x="329" y="37"/>
                </a:cubicBezTo>
                <a:cubicBezTo>
                  <a:pt x="329" y="36"/>
                  <a:pt x="328" y="36"/>
                  <a:pt x="327" y="36"/>
                </a:cubicBezTo>
                <a:cubicBezTo>
                  <a:pt x="326" y="36"/>
                  <a:pt x="325" y="35"/>
                  <a:pt x="323" y="35"/>
                </a:cubicBezTo>
                <a:close/>
              </a:path>
              <a:path w="336" h="189">
                <a:moveTo>
                  <a:pt x="286" y="18"/>
                </a:moveTo>
                <a:lnTo>
                  <a:pt x="283" y="14"/>
                </a:lnTo>
                <a:lnTo>
                  <a:pt x="284" y="14"/>
                </a:lnTo>
                <a:cubicBezTo>
                  <a:pt x="284" y="14"/>
                  <a:pt x="284" y="14"/>
                  <a:pt x="285" y="14"/>
                </a:cubicBezTo>
                <a:cubicBezTo>
                  <a:pt x="285" y="14"/>
                  <a:pt x="285" y="14"/>
                  <a:pt x="286" y="14"/>
                </a:cubicBezTo>
                <a:cubicBezTo>
                  <a:pt x="287" y="14"/>
                  <a:pt x="288" y="14"/>
                  <a:pt x="289" y="13"/>
                </a:cubicBezTo>
                <a:lnTo>
                  <a:pt x="298" y="9"/>
                </a:lnTo>
                <a:lnTo>
                  <a:pt x="303" y="4"/>
                </a:lnTo>
                <a:cubicBezTo>
                  <a:pt x="304" y="3"/>
                  <a:pt x="305" y="3"/>
                  <a:pt x="305" y="2"/>
                </a:cubicBezTo>
                <a:cubicBezTo>
                  <a:pt x="306" y="2"/>
                  <a:pt x="306" y="1"/>
                  <a:pt x="305" y="1"/>
                </a:cubicBezTo>
                <a:lnTo>
                  <a:pt x="305" y="0"/>
                </a:lnTo>
                <a:lnTo>
                  <a:pt x="309" y="4"/>
                </a:lnTo>
                <a:lnTo>
                  <a:pt x="309" y="5"/>
                </a:lnTo>
                <a:lnTo>
                  <a:pt x="308" y="4"/>
                </a:lnTo>
                <a:cubicBezTo>
                  <a:pt x="308" y="4"/>
                  <a:pt x="307" y="4"/>
                  <a:pt x="307" y="4"/>
                </a:cubicBezTo>
                <a:cubicBezTo>
                  <a:pt x="306" y="4"/>
                  <a:pt x="306" y="5"/>
                  <a:pt x="304" y="6"/>
                </a:cubicBezTo>
                <a:lnTo>
                  <a:pt x="300" y="10"/>
                </a:lnTo>
                <a:lnTo>
                  <a:pt x="294" y="20"/>
                </a:lnTo>
                <a:cubicBezTo>
                  <a:pt x="293" y="21"/>
                  <a:pt x="293" y="22"/>
                  <a:pt x="293" y="22"/>
                </a:cubicBezTo>
                <a:cubicBezTo>
                  <a:pt x="293" y="23"/>
                  <a:pt x="293" y="23"/>
                  <a:pt x="292" y="24"/>
                </a:cubicBezTo>
                <a:cubicBezTo>
                  <a:pt x="292" y="24"/>
                  <a:pt x="293" y="24"/>
                  <a:pt x="293" y="24"/>
                </a:cubicBezTo>
                <a:lnTo>
                  <a:pt x="292" y="25"/>
                </a:lnTo>
                <a:lnTo>
                  <a:pt x="288" y="21"/>
                </a:lnTo>
                <a:lnTo>
                  <a:pt x="289" y="20"/>
                </a:lnTo>
                <a:cubicBezTo>
                  <a:pt x="289" y="21"/>
                  <a:pt x="290" y="21"/>
                  <a:pt x="290" y="21"/>
                </a:cubicBezTo>
                <a:cubicBezTo>
                  <a:pt x="290" y="21"/>
                  <a:pt x="291" y="20"/>
                  <a:pt x="291" y="20"/>
                </a:cubicBezTo>
                <a:cubicBezTo>
                  <a:pt x="292" y="20"/>
                  <a:pt x="292" y="19"/>
                  <a:pt x="293" y="18"/>
                </a:cubicBezTo>
                <a:lnTo>
                  <a:pt x="297" y="10"/>
                </a:lnTo>
                <a:lnTo>
                  <a:pt x="290" y="14"/>
                </a:lnTo>
                <a:cubicBezTo>
                  <a:pt x="288" y="14"/>
                  <a:pt x="288" y="15"/>
                  <a:pt x="287" y="15"/>
                </a:cubicBezTo>
                <a:cubicBezTo>
                  <a:pt x="287" y="15"/>
                  <a:pt x="287" y="16"/>
                  <a:pt x="286" y="16"/>
                </a:cubicBezTo>
                <a:cubicBezTo>
                  <a:pt x="286" y="16"/>
                  <a:pt x="286" y="16"/>
                  <a:pt x="286" y="17"/>
                </a:cubicBezTo>
                <a:cubicBezTo>
                  <a:pt x="286" y="17"/>
                  <a:pt x="286" y="17"/>
                  <a:pt x="287" y="17"/>
                </a:cubicBezTo>
                <a:lnTo>
                  <a:pt x="286" y="18"/>
                </a:lnTo>
                <a:close/>
              </a:path>
              <a:path w="336" h="189">
                <a:moveTo>
                  <a:pt x="35" y="20"/>
                </a:moveTo>
                <a:lnTo>
                  <a:pt x="32" y="25"/>
                </a:lnTo>
                <a:lnTo>
                  <a:pt x="39" y="29"/>
                </a:lnTo>
                <a:cubicBezTo>
                  <a:pt x="40" y="29"/>
                  <a:pt x="41" y="30"/>
                  <a:pt x="41" y="30"/>
                </a:cubicBezTo>
                <a:cubicBezTo>
                  <a:pt x="42" y="30"/>
                  <a:pt x="42" y="30"/>
                  <a:pt x="42" y="30"/>
                </a:cubicBezTo>
                <a:cubicBezTo>
                  <a:pt x="43" y="30"/>
                  <a:pt x="43" y="30"/>
                  <a:pt x="43" y="29"/>
                </a:cubicBezTo>
                <a:lnTo>
                  <a:pt x="44" y="29"/>
                </a:lnTo>
                <a:lnTo>
                  <a:pt x="41" y="34"/>
                </a:lnTo>
                <a:lnTo>
                  <a:pt x="41" y="33"/>
                </a:lnTo>
                <a:cubicBezTo>
                  <a:pt x="41" y="33"/>
                  <a:pt x="41" y="33"/>
                  <a:pt x="41" y="33"/>
                </a:cubicBezTo>
                <a:cubicBezTo>
                  <a:pt x="41" y="32"/>
                  <a:pt x="41" y="32"/>
                  <a:pt x="40" y="32"/>
                </a:cubicBezTo>
                <a:cubicBezTo>
                  <a:pt x="40" y="31"/>
                  <a:pt x="39" y="31"/>
                  <a:pt x="38" y="30"/>
                </a:cubicBezTo>
                <a:lnTo>
                  <a:pt x="23" y="22"/>
                </a:lnTo>
                <a:cubicBezTo>
                  <a:pt x="22" y="21"/>
                  <a:pt x="21" y="21"/>
                  <a:pt x="21" y="21"/>
                </a:cubicBezTo>
                <a:cubicBezTo>
                  <a:pt x="21" y="21"/>
                  <a:pt x="20" y="21"/>
                  <a:pt x="20" y="21"/>
                </a:cubicBezTo>
                <a:cubicBezTo>
                  <a:pt x="19" y="21"/>
                  <a:pt x="19" y="21"/>
                  <a:pt x="19" y="21"/>
                </a:cubicBezTo>
                <a:lnTo>
                  <a:pt x="19" y="22"/>
                </a:lnTo>
                <a:lnTo>
                  <a:pt x="18" y="21"/>
                </a:lnTo>
                <a:lnTo>
                  <a:pt x="21" y="17"/>
                </a:lnTo>
                <a:lnTo>
                  <a:pt x="22" y="17"/>
                </a:lnTo>
                <a:lnTo>
                  <a:pt x="21" y="17"/>
                </a:lnTo>
                <a:cubicBezTo>
                  <a:pt x="21" y="18"/>
                  <a:pt x="21" y="18"/>
                  <a:pt x="22" y="19"/>
                </a:cubicBezTo>
                <a:cubicBezTo>
                  <a:pt x="22" y="19"/>
                  <a:pt x="23" y="20"/>
                  <a:pt x="24" y="20"/>
                </a:cubicBezTo>
                <a:lnTo>
                  <a:pt x="31" y="24"/>
                </a:lnTo>
                <a:lnTo>
                  <a:pt x="34" y="19"/>
                </a:lnTo>
                <a:lnTo>
                  <a:pt x="27" y="15"/>
                </a:lnTo>
                <a:cubicBezTo>
                  <a:pt x="26" y="15"/>
                  <a:pt x="25" y="14"/>
                  <a:pt x="25" y="14"/>
                </a:cubicBezTo>
                <a:cubicBezTo>
                  <a:pt x="24" y="14"/>
                  <a:pt x="24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lnTo>
                  <a:pt x="23" y="15"/>
                </a:lnTo>
                <a:lnTo>
                  <a:pt x="22" y="15"/>
                </a:lnTo>
                <a:lnTo>
                  <a:pt x="25" y="10"/>
                </a:lnTo>
                <a:cubicBezTo>
                  <a:pt x="25" y="11"/>
                  <a:pt x="25" y="11"/>
                  <a:pt x="25" y="12"/>
                </a:cubicBezTo>
                <a:cubicBezTo>
                  <a:pt x="26" y="12"/>
                  <a:pt x="27" y="13"/>
                  <a:pt x="28" y="14"/>
                </a:cubicBezTo>
                <a:lnTo>
                  <a:pt x="43" y="22"/>
                </a:lnTo>
                <a:cubicBezTo>
                  <a:pt x="44" y="22"/>
                  <a:pt x="45" y="23"/>
                  <a:pt x="45" y="23"/>
                </a:cubicBezTo>
                <a:cubicBezTo>
                  <a:pt x="45" y="23"/>
                  <a:pt x="46" y="23"/>
                  <a:pt x="46" y="23"/>
                </a:cubicBezTo>
                <a:cubicBezTo>
                  <a:pt x="46" y="23"/>
                  <a:pt x="47" y="23"/>
                  <a:pt x="47" y="23"/>
                </a:cubicBezTo>
                <a:lnTo>
                  <a:pt x="47" y="22"/>
                </a:lnTo>
                <a:lnTo>
                  <a:pt x="48" y="22"/>
                </a:lnTo>
                <a:lnTo>
                  <a:pt x="45" y="27"/>
                </a:lnTo>
                <a:lnTo>
                  <a:pt x="44" y="27"/>
                </a:lnTo>
                <a:lnTo>
                  <a:pt x="45" y="27"/>
                </a:lnTo>
                <a:cubicBezTo>
                  <a:pt x="45" y="26"/>
                  <a:pt x="45" y="26"/>
                  <a:pt x="45" y="26"/>
                </a:cubicBezTo>
                <a:cubicBezTo>
                  <a:pt x="45" y="25"/>
                  <a:pt x="44" y="25"/>
                  <a:pt x="44" y="25"/>
                </a:cubicBezTo>
                <a:cubicBezTo>
                  <a:pt x="44" y="25"/>
                  <a:pt x="43" y="24"/>
                  <a:pt x="42" y="23"/>
                </a:cubicBezTo>
                <a:lnTo>
                  <a:pt x="35" y="20"/>
                </a:lnTo>
                <a:close/>
              </a:path>
              <a:path w="336" h="189">
                <a:moveTo>
                  <a:pt x="36" y="43"/>
                </a:moveTo>
                <a:lnTo>
                  <a:pt x="36" y="43"/>
                </a:lnTo>
                <a:lnTo>
                  <a:pt x="34" y="47"/>
                </a:lnTo>
                <a:lnTo>
                  <a:pt x="33" y="47"/>
                </a:lnTo>
                <a:lnTo>
                  <a:pt x="34" y="47"/>
                </a:lnTo>
                <a:cubicBezTo>
                  <a:pt x="34" y="46"/>
                  <a:pt x="34" y="46"/>
                  <a:pt x="33" y="45"/>
                </a:cubicBezTo>
                <a:cubicBezTo>
                  <a:pt x="33" y="45"/>
                  <a:pt x="32" y="44"/>
                  <a:pt x="31" y="43"/>
                </a:cubicBezTo>
                <a:lnTo>
                  <a:pt x="21" y="38"/>
                </a:lnTo>
                <a:cubicBezTo>
                  <a:pt x="19" y="37"/>
                  <a:pt x="17" y="36"/>
                  <a:pt x="16" y="35"/>
                </a:cubicBezTo>
                <a:cubicBezTo>
                  <a:pt x="15" y="34"/>
                  <a:pt x="14" y="33"/>
                  <a:pt x="14" y="32"/>
                </a:cubicBezTo>
                <a:cubicBezTo>
                  <a:pt x="13" y="30"/>
                  <a:pt x="13" y="29"/>
                  <a:pt x="14" y="28"/>
                </a:cubicBezTo>
                <a:cubicBezTo>
                  <a:pt x="14" y="27"/>
                  <a:pt x="15" y="26"/>
                  <a:pt x="17" y="26"/>
                </a:cubicBezTo>
                <a:cubicBezTo>
                  <a:pt x="18" y="26"/>
                  <a:pt x="19" y="26"/>
                  <a:pt x="21" y="27"/>
                </a:cubicBezTo>
                <a:cubicBezTo>
                  <a:pt x="22" y="27"/>
                  <a:pt x="24" y="28"/>
                  <a:pt x="27" y="30"/>
                </a:cubicBezTo>
                <a:lnTo>
                  <a:pt x="36" y="35"/>
                </a:lnTo>
                <a:cubicBezTo>
                  <a:pt x="37" y="35"/>
                  <a:pt x="38" y="36"/>
                  <a:pt x="39" y="36"/>
                </a:cubicBezTo>
                <a:cubicBezTo>
                  <a:pt x="39" y="36"/>
                  <a:pt x="40" y="36"/>
                  <a:pt x="40" y="35"/>
                </a:cubicBezTo>
                <a:lnTo>
                  <a:pt x="41" y="35"/>
                </a:lnTo>
                <a:lnTo>
                  <a:pt x="38" y="40"/>
                </a:lnTo>
                <a:lnTo>
                  <a:pt x="37" y="40"/>
                </a:lnTo>
                <a:lnTo>
                  <a:pt x="38" y="39"/>
                </a:lnTo>
                <a:cubicBezTo>
                  <a:pt x="38" y="39"/>
                  <a:pt x="38" y="38"/>
                  <a:pt x="37" y="38"/>
                </a:cubicBezTo>
                <a:cubicBezTo>
                  <a:pt x="37" y="37"/>
                  <a:pt x="36" y="37"/>
                  <a:pt x="35" y="36"/>
                </a:cubicBezTo>
                <a:lnTo>
                  <a:pt x="25" y="31"/>
                </a:lnTo>
                <a:cubicBezTo>
                  <a:pt x="24" y="30"/>
                  <a:pt x="23" y="30"/>
                  <a:pt x="22" y="29"/>
                </a:cubicBezTo>
                <a:cubicBezTo>
                  <a:pt x="20" y="28"/>
                  <a:pt x="19" y="28"/>
                  <a:pt x="19" y="28"/>
                </a:cubicBezTo>
                <a:cubicBezTo>
                  <a:pt x="18" y="28"/>
                  <a:pt x="17" y="28"/>
                  <a:pt x="17" y="28"/>
                </a:cubicBezTo>
                <a:cubicBezTo>
                  <a:pt x="16" y="28"/>
                  <a:pt x="15" y="29"/>
                  <a:pt x="15" y="29"/>
                </a:cubicBezTo>
                <a:cubicBezTo>
                  <a:pt x="15" y="30"/>
                  <a:pt x="15" y="31"/>
                  <a:pt x="15" y="32"/>
                </a:cubicBezTo>
                <a:cubicBezTo>
                  <a:pt x="15" y="33"/>
                  <a:pt x="16" y="33"/>
                  <a:pt x="17" y="34"/>
                </a:cubicBezTo>
                <a:cubicBezTo>
                  <a:pt x="18" y="35"/>
                  <a:pt x="19" y="36"/>
                  <a:pt x="22" y="37"/>
                </a:cubicBezTo>
                <a:lnTo>
                  <a:pt x="31" y="43"/>
                </a:lnTo>
                <a:cubicBezTo>
                  <a:pt x="33" y="43"/>
                  <a:pt x="34" y="44"/>
                  <a:pt x="34" y="44"/>
                </a:cubicBezTo>
                <a:cubicBezTo>
                  <a:pt x="35" y="44"/>
                  <a:pt x="35" y="44"/>
                  <a:pt x="35" y="43"/>
                </a:cubicBezTo>
                <a:lnTo>
                  <a:pt x="36" y="43"/>
                </a:lnTo>
                <a:close/>
              </a:path>
              <a:path w="336" h="189">
                <a:moveTo>
                  <a:pt x="15" y="45"/>
                </a:moveTo>
                <a:lnTo>
                  <a:pt x="16" y="40"/>
                </a:lnTo>
                <a:lnTo>
                  <a:pt x="13" y="38"/>
                </a:lnTo>
                <a:cubicBezTo>
                  <a:pt x="12" y="37"/>
                  <a:pt x="11" y="37"/>
                  <a:pt x="11" y="37"/>
                </a:cubicBezTo>
                <a:cubicBezTo>
                  <a:pt x="11" y="37"/>
                  <a:pt x="10" y="37"/>
                  <a:pt x="10" y="37"/>
                </a:cubicBezTo>
                <a:cubicBezTo>
                  <a:pt x="9" y="37"/>
                  <a:pt x="9" y="37"/>
                  <a:pt x="9" y="38"/>
                </a:cubicBezTo>
                <a:lnTo>
                  <a:pt x="8" y="37"/>
                </a:lnTo>
                <a:lnTo>
                  <a:pt x="10" y="33"/>
                </a:lnTo>
                <a:lnTo>
                  <a:pt x="10" y="34"/>
                </a:lnTo>
                <a:cubicBezTo>
                  <a:pt x="10" y="34"/>
                  <a:pt x="10" y="35"/>
                  <a:pt x="11" y="35"/>
                </a:cubicBezTo>
                <a:cubicBezTo>
                  <a:pt x="11" y="36"/>
                  <a:pt x="12" y="36"/>
                  <a:pt x="14" y="37"/>
                </a:cubicBezTo>
                <a:lnTo>
                  <a:pt x="32" y="50"/>
                </a:lnTo>
                <a:lnTo>
                  <a:pt x="10" y="46"/>
                </a:lnTo>
                <a:cubicBezTo>
                  <a:pt x="8" y="46"/>
                  <a:pt x="7" y="46"/>
                  <a:pt x="7" y="46"/>
                </a:cubicBezTo>
                <a:cubicBezTo>
                  <a:pt x="6" y="46"/>
                  <a:pt x="6" y="46"/>
                  <a:pt x="5" y="47"/>
                </a:cubicBezTo>
                <a:lnTo>
                  <a:pt x="5" y="46"/>
                </a:lnTo>
                <a:lnTo>
                  <a:pt x="6" y="42"/>
                </a:lnTo>
                <a:lnTo>
                  <a:pt x="7" y="42"/>
                </a:lnTo>
                <a:cubicBezTo>
                  <a:pt x="7" y="42"/>
                  <a:pt x="7" y="43"/>
                  <a:pt x="7" y="43"/>
                </a:cubicBezTo>
                <a:cubicBezTo>
                  <a:pt x="7" y="43"/>
                  <a:pt x="8" y="44"/>
                  <a:pt x="8" y="44"/>
                </a:cubicBezTo>
                <a:cubicBezTo>
                  <a:pt x="9" y="44"/>
                  <a:pt x="10" y="44"/>
                  <a:pt x="11" y="44"/>
                </a:cubicBezTo>
                <a:lnTo>
                  <a:pt x="15" y="45"/>
                </a:lnTo>
                <a:close/>
                <a:moveTo>
                  <a:pt x="16" y="45"/>
                </a:moveTo>
                <a:lnTo>
                  <a:pt x="27" y="47"/>
                </a:lnTo>
                <a:lnTo>
                  <a:pt x="18" y="41"/>
                </a:lnTo>
                <a:lnTo>
                  <a:pt x="16" y="45"/>
                </a:lnTo>
                <a:close/>
              </a:path>
              <a:path w="336" h="189">
                <a:moveTo>
                  <a:pt x="29" y="62"/>
                </a:moveTo>
                <a:lnTo>
                  <a:pt x="5" y="52"/>
                </a:lnTo>
                <a:lnTo>
                  <a:pt x="5" y="57"/>
                </a:lnTo>
                <a:cubicBezTo>
                  <a:pt x="5" y="58"/>
                  <a:pt x="5" y="59"/>
                  <a:pt x="6" y="59"/>
                </a:cubicBezTo>
                <a:cubicBezTo>
                  <a:pt x="6" y="60"/>
                  <a:pt x="8" y="60"/>
                  <a:pt x="10" y="61"/>
                </a:cubicBezTo>
                <a:lnTo>
                  <a:pt x="3" y="60"/>
                </a:lnTo>
                <a:lnTo>
                  <a:pt x="4" y="49"/>
                </a:lnTo>
                <a:lnTo>
                  <a:pt x="28" y="59"/>
                </a:lnTo>
                <a:lnTo>
                  <a:pt x="28" y="55"/>
                </a:lnTo>
                <a:cubicBezTo>
                  <a:pt x="28" y="54"/>
                  <a:pt x="28" y="53"/>
                  <a:pt x="28" y="53"/>
                </a:cubicBezTo>
                <a:cubicBezTo>
                  <a:pt x="27" y="53"/>
                  <a:pt x="27" y="53"/>
                  <a:pt x="26" y="52"/>
                </a:cubicBezTo>
                <a:cubicBezTo>
                  <a:pt x="26" y="52"/>
                  <a:pt x="25" y="52"/>
                  <a:pt x="23" y="52"/>
                </a:cubicBezTo>
                <a:lnTo>
                  <a:pt x="23" y="51"/>
                </a:lnTo>
                <a:lnTo>
                  <a:pt x="30" y="52"/>
                </a:lnTo>
                <a:lnTo>
                  <a:pt x="29" y="62"/>
                </a:lnTo>
                <a:close/>
              </a:path>
              <a:path w="336" h="189">
                <a:moveTo>
                  <a:pt x="29" y="82"/>
                </a:moveTo>
                <a:cubicBezTo>
                  <a:pt x="29" y="84"/>
                  <a:pt x="28" y="85"/>
                  <a:pt x="25" y="87"/>
                </a:cubicBezTo>
                <a:cubicBezTo>
                  <a:pt x="22" y="88"/>
                  <a:pt x="19" y="89"/>
                  <a:pt x="15" y="89"/>
                </a:cubicBezTo>
                <a:cubicBezTo>
                  <a:pt x="11" y="89"/>
                  <a:pt x="8" y="89"/>
                  <a:pt x="5" y="87"/>
                </a:cubicBezTo>
                <a:cubicBezTo>
                  <a:pt x="3" y="86"/>
                  <a:pt x="1" y="85"/>
                  <a:pt x="1" y="83"/>
                </a:cubicBezTo>
                <a:cubicBezTo>
                  <a:pt x="1" y="81"/>
                  <a:pt x="2" y="80"/>
                  <a:pt x="5" y="78"/>
                </a:cubicBezTo>
                <a:cubicBezTo>
                  <a:pt x="7" y="77"/>
                  <a:pt x="11" y="76"/>
                  <a:pt x="15" y="76"/>
                </a:cubicBezTo>
                <a:cubicBezTo>
                  <a:pt x="19" y="76"/>
                  <a:pt x="22" y="77"/>
                  <a:pt x="25" y="78"/>
                </a:cubicBezTo>
                <a:cubicBezTo>
                  <a:pt x="27" y="79"/>
                  <a:pt x="29" y="80"/>
                  <a:pt x="29" y="82"/>
                </a:cubicBezTo>
                <a:close/>
                <a:moveTo>
                  <a:pt x="27" y="82"/>
                </a:moveTo>
                <a:cubicBezTo>
                  <a:pt x="27" y="81"/>
                  <a:pt x="26" y="80"/>
                  <a:pt x="25" y="79"/>
                </a:cubicBezTo>
                <a:cubicBezTo>
                  <a:pt x="22" y="78"/>
                  <a:pt x="19" y="78"/>
                  <a:pt x="15" y="78"/>
                </a:cubicBezTo>
                <a:cubicBezTo>
                  <a:pt x="11" y="79"/>
                  <a:pt x="7" y="79"/>
                  <a:pt x="5" y="80"/>
                </a:cubicBezTo>
                <a:cubicBezTo>
                  <a:pt x="3" y="81"/>
                  <a:pt x="2" y="82"/>
                  <a:pt x="3" y="83"/>
                </a:cubicBezTo>
                <a:cubicBezTo>
                  <a:pt x="3" y="84"/>
                  <a:pt x="4" y="85"/>
                  <a:pt x="6" y="86"/>
                </a:cubicBezTo>
                <a:cubicBezTo>
                  <a:pt x="8" y="87"/>
                  <a:pt x="11" y="87"/>
                  <a:pt x="15" y="87"/>
                </a:cubicBezTo>
                <a:cubicBezTo>
                  <a:pt x="19" y="87"/>
                  <a:pt x="23" y="86"/>
                  <a:pt x="25" y="85"/>
                </a:cubicBezTo>
                <a:cubicBezTo>
                  <a:pt x="26" y="84"/>
                  <a:pt x="27" y="83"/>
                  <a:pt x="27" y="82"/>
                </a:cubicBezTo>
                <a:close/>
              </a:path>
              <a:path w="336" h="189">
                <a:moveTo>
                  <a:pt x="16" y="66"/>
                </a:moveTo>
                <a:lnTo>
                  <a:pt x="15" y="72"/>
                </a:lnTo>
                <a:lnTo>
                  <a:pt x="22" y="73"/>
                </a:lnTo>
                <a:cubicBezTo>
                  <a:pt x="24" y="73"/>
                  <a:pt x="24" y="73"/>
                  <a:pt x="25" y="73"/>
                </a:cubicBezTo>
                <a:cubicBezTo>
                  <a:pt x="25" y="73"/>
                  <a:pt x="26" y="73"/>
                  <a:pt x="26" y="73"/>
                </a:cubicBezTo>
                <a:cubicBezTo>
                  <a:pt x="26" y="73"/>
                  <a:pt x="26" y="72"/>
                  <a:pt x="26" y="72"/>
                </a:cubicBezTo>
                <a:lnTo>
                  <a:pt x="27" y="72"/>
                </a:lnTo>
                <a:lnTo>
                  <a:pt x="26" y="77"/>
                </a:lnTo>
                <a:cubicBezTo>
                  <a:pt x="26" y="76"/>
                  <a:pt x="26" y="76"/>
                  <a:pt x="25" y="76"/>
                </a:cubicBezTo>
                <a:cubicBezTo>
                  <a:pt x="25" y="76"/>
                  <a:pt x="25" y="75"/>
                  <a:pt x="25" y="75"/>
                </a:cubicBezTo>
                <a:cubicBezTo>
                  <a:pt x="24" y="75"/>
                  <a:pt x="23" y="75"/>
                  <a:pt x="22" y="75"/>
                </a:cubicBezTo>
                <a:lnTo>
                  <a:pt x="5" y="73"/>
                </a:lnTo>
                <a:cubicBezTo>
                  <a:pt x="4" y="72"/>
                  <a:pt x="3" y="72"/>
                  <a:pt x="3" y="72"/>
                </a:cubicBezTo>
                <a:cubicBezTo>
                  <a:pt x="2" y="72"/>
                  <a:pt x="2" y="72"/>
                  <a:pt x="2" y="73"/>
                </a:cubicBezTo>
                <a:cubicBezTo>
                  <a:pt x="1" y="73"/>
                  <a:pt x="1" y="73"/>
                  <a:pt x="1" y="73"/>
                </a:cubicBezTo>
                <a:lnTo>
                  <a:pt x="1" y="74"/>
                </a:lnTo>
                <a:lnTo>
                  <a:pt x="0" y="74"/>
                </a:lnTo>
                <a:lnTo>
                  <a:pt x="1" y="68"/>
                </a:lnTo>
                <a:lnTo>
                  <a:pt x="2" y="68"/>
                </a:lnTo>
                <a:lnTo>
                  <a:pt x="2" y="69"/>
                </a:lnTo>
                <a:cubicBezTo>
                  <a:pt x="2" y="69"/>
                  <a:pt x="2" y="70"/>
                  <a:pt x="2" y="70"/>
                </a:cubicBezTo>
                <a:cubicBezTo>
                  <a:pt x="3" y="70"/>
                  <a:pt x="4" y="71"/>
                  <a:pt x="5" y="71"/>
                </a:cubicBezTo>
                <a:lnTo>
                  <a:pt x="13" y="72"/>
                </a:lnTo>
                <a:lnTo>
                  <a:pt x="14" y="66"/>
                </a:lnTo>
                <a:lnTo>
                  <a:pt x="6" y="65"/>
                </a:lnTo>
                <a:cubicBezTo>
                  <a:pt x="5" y="65"/>
                  <a:pt x="4" y="65"/>
                  <a:pt x="4" y="65"/>
                </a:cubicBezTo>
                <a:cubicBezTo>
                  <a:pt x="3" y="65"/>
                  <a:pt x="3" y="65"/>
                  <a:pt x="3" y="65"/>
                </a:cubicBezTo>
                <a:cubicBezTo>
                  <a:pt x="2" y="65"/>
                  <a:pt x="2" y="65"/>
                  <a:pt x="2" y="66"/>
                </a:cubicBezTo>
                <a:lnTo>
                  <a:pt x="1" y="66"/>
                </a:lnTo>
                <a:lnTo>
                  <a:pt x="2" y="60"/>
                </a:lnTo>
                <a:lnTo>
                  <a:pt x="3" y="61"/>
                </a:lnTo>
                <a:cubicBezTo>
                  <a:pt x="3" y="62"/>
                  <a:pt x="3" y="62"/>
                  <a:pt x="3" y="62"/>
                </a:cubicBezTo>
                <a:cubicBezTo>
                  <a:pt x="4" y="63"/>
                  <a:pt x="5" y="63"/>
                  <a:pt x="6" y="63"/>
                </a:cubicBezTo>
                <a:lnTo>
                  <a:pt x="23" y="65"/>
                </a:lnTo>
                <a:cubicBezTo>
                  <a:pt x="25" y="65"/>
                  <a:pt x="25" y="65"/>
                  <a:pt x="26" y="65"/>
                </a:cubicBezTo>
                <a:cubicBezTo>
                  <a:pt x="26" y="65"/>
                  <a:pt x="27" y="65"/>
                  <a:pt x="27" y="65"/>
                </a:cubicBezTo>
                <a:cubicBezTo>
                  <a:pt x="27" y="65"/>
                  <a:pt x="27" y="65"/>
                  <a:pt x="27" y="64"/>
                </a:cubicBezTo>
                <a:lnTo>
                  <a:pt x="28" y="64"/>
                </a:lnTo>
                <a:lnTo>
                  <a:pt x="27" y="69"/>
                </a:lnTo>
                <a:cubicBezTo>
                  <a:pt x="27" y="69"/>
                  <a:pt x="27" y="68"/>
                  <a:pt x="26" y="68"/>
                </a:cubicBezTo>
                <a:cubicBezTo>
                  <a:pt x="26" y="68"/>
                  <a:pt x="26" y="67"/>
                  <a:pt x="26" y="67"/>
                </a:cubicBezTo>
                <a:cubicBezTo>
                  <a:pt x="25" y="67"/>
                  <a:pt x="24" y="67"/>
                  <a:pt x="23" y="67"/>
                </a:cubicBezTo>
                <a:lnTo>
                  <a:pt x="16" y="66"/>
                </a:lnTo>
                <a:close/>
              </a:path>
              <a:path w="336" h="189">
                <a:moveTo>
                  <a:pt x="29" y="84"/>
                </a:moveTo>
                <a:lnTo>
                  <a:pt x="30" y="88"/>
                </a:lnTo>
                <a:lnTo>
                  <a:pt x="14" y="101"/>
                </a:lnTo>
                <a:lnTo>
                  <a:pt x="28" y="97"/>
                </a:lnTo>
                <a:cubicBezTo>
                  <a:pt x="30" y="96"/>
                  <a:pt x="31" y="96"/>
                  <a:pt x="31" y="95"/>
                </a:cubicBezTo>
                <a:cubicBezTo>
                  <a:pt x="32" y="95"/>
                  <a:pt x="32" y="95"/>
                  <a:pt x="32" y="94"/>
                </a:cubicBezTo>
                <a:lnTo>
                  <a:pt x="31" y="94"/>
                </a:lnTo>
                <a:lnTo>
                  <a:pt x="32" y="93"/>
                </a:lnTo>
                <a:lnTo>
                  <a:pt x="33" y="98"/>
                </a:lnTo>
                <a:cubicBezTo>
                  <a:pt x="32" y="97"/>
                  <a:pt x="32" y="97"/>
                  <a:pt x="31" y="97"/>
                </a:cubicBezTo>
                <a:cubicBezTo>
                  <a:pt x="31" y="97"/>
                  <a:pt x="30" y="97"/>
                  <a:pt x="29" y="97"/>
                </a:cubicBezTo>
                <a:lnTo>
                  <a:pt x="7" y="104"/>
                </a:lnTo>
                <a:lnTo>
                  <a:pt x="25" y="89"/>
                </a:lnTo>
                <a:lnTo>
                  <a:pt x="9" y="94"/>
                </a:lnTo>
                <a:cubicBezTo>
                  <a:pt x="8" y="95"/>
                  <a:pt x="7" y="95"/>
                  <a:pt x="7" y="95"/>
                </a:cubicBezTo>
                <a:cubicBezTo>
                  <a:pt x="6" y="96"/>
                  <a:pt x="6" y="96"/>
                  <a:pt x="6" y="97"/>
                </a:cubicBezTo>
                <a:lnTo>
                  <a:pt x="4" y="93"/>
                </a:lnTo>
                <a:lnTo>
                  <a:pt x="5" y="93"/>
                </a:lnTo>
                <a:cubicBezTo>
                  <a:pt x="5" y="94"/>
                  <a:pt x="6" y="94"/>
                  <a:pt x="6" y="94"/>
                </a:cubicBezTo>
                <a:cubicBezTo>
                  <a:pt x="7" y="94"/>
                  <a:pt x="8" y="94"/>
                  <a:pt x="9" y="93"/>
                </a:cubicBezTo>
                <a:lnTo>
                  <a:pt x="27" y="88"/>
                </a:lnTo>
                <a:cubicBezTo>
                  <a:pt x="27" y="87"/>
                  <a:pt x="28" y="87"/>
                  <a:pt x="28" y="86"/>
                </a:cubicBezTo>
                <a:cubicBezTo>
                  <a:pt x="28" y="86"/>
                  <a:pt x="28" y="86"/>
                  <a:pt x="29" y="85"/>
                </a:cubicBezTo>
                <a:cubicBezTo>
                  <a:pt x="29" y="85"/>
                  <a:pt x="29" y="85"/>
                  <a:pt x="28" y="84"/>
                </a:cubicBezTo>
                <a:lnTo>
                  <a:pt x="29" y="84"/>
                </a:lnTo>
                <a:close/>
              </a:path>
              <a:path w="336" h="189">
                <a:moveTo>
                  <a:pt x="38" y="107"/>
                </a:moveTo>
                <a:lnTo>
                  <a:pt x="30" y="110"/>
                </a:lnTo>
                <a:cubicBezTo>
                  <a:pt x="32" y="109"/>
                  <a:pt x="33" y="108"/>
                  <a:pt x="34" y="107"/>
                </a:cubicBezTo>
                <a:cubicBezTo>
                  <a:pt x="35" y="106"/>
                  <a:pt x="36" y="105"/>
                  <a:pt x="35" y="104"/>
                </a:cubicBezTo>
                <a:cubicBezTo>
                  <a:pt x="35" y="102"/>
                  <a:pt x="33" y="101"/>
                  <a:pt x="30" y="101"/>
                </a:cubicBezTo>
                <a:cubicBezTo>
                  <a:pt x="28" y="102"/>
                  <a:pt x="25" y="102"/>
                  <a:pt x="22" y="103"/>
                </a:cubicBezTo>
                <a:cubicBezTo>
                  <a:pt x="20" y="104"/>
                  <a:pt x="18" y="105"/>
                  <a:pt x="16" y="106"/>
                </a:cubicBezTo>
                <a:cubicBezTo>
                  <a:pt x="14" y="107"/>
                  <a:pt x="13" y="108"/>
                  <a:pt x="12" y="109"/>
                </a:cubicBezTo>
                <a:cubicBezTo>
                  <a:pt x="12" y="110"/>
                  <a:pt x="11" y="111"/>
                  <a:pt x="12" y="112"/>
                </a:cubicBezTo>
                <a:cubicBezTo>
                  <a:pt x="12" y="112"/>
                  <a:pt x="12" y="113"/>
                  <a:pt x="12" y="113"/>
                </a:cubicBezTo>
                <a:cubicBezTo>
                  <a:pt x="13" y="113"/>
                  <a:pt x="13" y="114"/>
                  <a:pt x="14" y="114"/>
                </a:cubicBezTo>
                <a:lnTo>
                  <a:pt x="21" y="112"/>
                </a:lnTo>
                <a:cubicBezTo>
                  <a:pt x="22" y="111"/>
                  <a:pt x="23" y="111"/>
                  <a:pt x="24" y="111"/>
                </a:cubicBezTo>
                <a:cubicBezTo>
                  <a:pt x="24" y="110"/>
                  <a:pt x="24" y="110"/>
                  <a:pt x="24" y="110"/>
                </a:cubicBezTo>
                <a:cubicBezTo>
                  <a:pt x="24" y="110"/>
                  <a:pt x="24" y="109"/>
                  <a:pt x="24" y="109"/>
                </a:cubicBezTo>
                <a:lnTo>
                  <a:pt x="25" y="108"/>
                </a:lnTo>
                <a:lnTo>
                  <a:pt x="27" y="113"/>
                </a:lnTo>
                <a:lnTo>
                  <a:pt x="26" y="113"/>
                </a:lnTo>
                <a:cubicBezTo>
                  <a:pt x="26" y="113"/>
                  <a:pt x="25" y="113"/>
                  <a:pt x="24" y="113"/>
                </a:cubicBezTo>
                <a:cubicBezTo>
                  <a:pt x="24" y="113"/>
                  <a:pt x="23" y="113"/>
                  <a:pt x="22" y="113"/>
                </a:cubicBezTo>
                <a:lnTo>
                  <a:pt x="14" y="116"/>
                </a:lnTo>
                <a:cubicBezTo>
                  <a:pt x="13" y="115"/>
                  <a:pt x="12" y="115"/>
                  <a:pt x="12" y="114"/>
                </a:cubicBezTo>
                <a:cubicBezTo>
                  <a:pt x="11" y="114"/>
                  <a:pt x="11" y="113"/>
                  <a:pt x="10" y="112"/>
                </a:cubicBezTo>
                <a:cubicBezTo>
                  <a:pt x="10" y="110"/>
                  <a:pt x="11" y="108"/>
                  <a:pt x="13" y="105"/>
                </a:cubicBezTo>
                <a:cubicBezTo>
                  <a:pt x="15" y="104"/>
                  <a:pt x="18" y="102"/>
                  <a:pt x="21" y="101"/>
                </a:cubicBezTo>
                <a:cubicBezTo>
                  <a:pt x="23" y="100"/>
                  <a:pt x="25" y="100"/>
                  <a:pt x="27" y="100"/>
                </a:cubicBezTo>
                <a:cubicBezTo>
                  <a:pt x="30" y="100"/>
                  <a:pt x="32" y="100"/>
                  <a:pt x="34" y="101"/>
                </a:cubicBezTo>
                <a:cubicBezTo>
                  <a:pt x="35" y="101"/>
                  <a:pt x="36" y="102"/>
                  <a:pt x="36" y="103"/>
                </a:cubicBezTo>
                <a:cubicBezTo>
                  <a:pt x="37" y="104"/>
                  <a:pt x="37" y="104"/>
                  <a:pt x="37" y="104"/>
                </a:cubicBezTo>
                <a:cubicBezTo>
                  <a:pt x="37" y="105"/>
                  <a:pt x="36" y="106"/>
                  <a:pt x="36" y="106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7" y="107"/>
                  <a:pt x="37" y="107"/>
                  <a:pt x="38" y="107"/>
                </a:cubicBezTo>
                <a:close/>
              </a:path>
              <a:path w="336" h="189">
                <a:moveTo>
                  <a:pt x="47" y="119"/>
                </a:moveTo>
                <a:lnTo>
                  <a:pt x="48" y="118"/>
                </a:lnTo>
                <a:lnTo>
                  <a:pt x="51" y="122"/>
                </a:lnTo>
                <a:lnTo>
                  <a:pt x="50" y="122"/>
                </a:lnTo>
                <a:cubicBezTo>
                  <a:pt x="49" y="121"/>
                  <a:pt x="49" y="121"/>
                  <a:pt x="48" y="122"/>
                </a:cubicBezTo>
                <a:cubicBezTo>
                  <a:pt x="48" y="122"/>
                  <a:pt x="47" y="122"/>
                  <a:pt x="46" y="123"/>
                </a:cubicBezTo>
                <a:lnTo>
                  <a:pt x="38" y="130"/>
                </a:lnTo>
                <a:cubicBezTo>
                  <a:pt x="36" y="132"/>
                  <a:pt x="34" y="133"/>
                  <a:pt x="33" y="134"/>
                </a:cubicBezTo>
                <a:cubicBezTo>
                  <a:pt x="31" y="135"/>
                  <a:pt x="30" y="135"/>
                  <a:pt x="29" y="135"/>
                </a:cubicBezTo>
                <a:cubicBezTo>
                  <a:pt x="27" y="135"/>
                  <a:pt x="26" y="135"/>
                  <a:pt x="26" y="134"/>
                </a:cubicBezTo>
                <a:cubicBezTo>
                  <a:pt x="25" y="133"/>
                  <a:pt x="24" y="131"/>
                  <a:pt x="25" y="130"/>
                </a:cubicBezTo>
                <a:cubicBezTo>
                  <a:pt x="25" y="129"/>
                  <a:pt x="26" y="128"/>
                  <a:pt x="27" y="126"/>
                </a:cubicBezTo>
                <a:cubicBezTo>
                  <a:pt x="27" y="126"/>
                  <a:pt x="29" y="124"/>
                  <a:pt x="32" y="122"/>
                </a:cubicBezTo>
                <a:lnTo>
                  <a:pt x="39" y="115"/>
                </a:lnTo>
                <a:cubicBezTo>
                  <a:pt x="41" y="114"/>
                  <a:pt x="41" y="114"/>
                  <a:pt x="42" y="113"/>
                </a:cubicBezTo>
                <a:cubicBezTo>
                  <a:pt x="42" y="113"/>
                  <a:pt x="42" y="112"/>
                  <a:pt x="42" y="112"/>
                </a:cubicBezTo>
                <a:lnTo>
                  <a:pt x="41" y="111"/>
                </a:lnTo>
                <a:lnTo>
                  <a:pt x="42" y="111"/>
                </a:lnTo>
                <a:lnTo>
                  <a:pt x="45" y="115"/>
                </a:lnTo>
                <a:lnTo>
                  <a:pt x="45" y="116"/>
                </a:lnTo>
                <a:lnTo>
                  <a:pt x="45" y="115"/>
                </a:lnTo>
                <a:cubicBezTo>
                  <a:pt x="44" y="115"/>
                  <a:pt x="44" y="115"/>
                  <a:pt x="43" y="115"/>
                </a:cubicBezTo>
                <a:cubicBezTo>
                  <a:pt x="43" y="115"/>
                  <a:pt x="42" y="116"/>
                  <a:pt x="41" y="117"/>
                </a:cubicBezTo>
                <a:lnTo>
                  <a:pt x="32" y="124"/>
                </a:lnTo>
                <a:cubicBezTo>
                  <a:pt x="31" y="125"/>
                  <a:pt x="30" y="126"/>
                  <a:pt x="29" y="127"/>
                </a:cubicBezTo>
                <a:cubicBezTo>
                  <a:pt x="28" y="127"/>
                  <a:pt x="28" y="128"/>
                  <a:pt x="27" y="129"/>
                </a:cubicBezTo>
                <a:cubicBezTo>
                  <a:pt x="27" y="130"/>
                  <a:pt x="26" y="130"/>
                  <a:pt x="26" y="131"/>
                </a:cubicBezTo>
                <a:cubicBezTo>
                  <a:pt x="26" y="132"/>
                  <a:pt x="26" y="132"/>
                  <a:pt x="27" y="133"/>
                </a:cubicBezTo>
                <a:cubicBezTo>
                  <a:pt x="27" y="133"/>
                  <a:pt x="28" y="134"/>
                  <a:pt x="29" y="134"/>
                </a:cubicBezTo>
                <a:cubicBezTo>
                  <a:pt x="30" y="134"/>
                  <a:pt x="31" y="133"/>
                  <a:pt x="32" y="133"/>
                </a:cubicBezTo>
                <a:cubicBezTo>
                  <a:pt x="33" y="132"/>
                  <a:pt x="35" y="131"/>
                  <a:pt x="37" y="129"/>
                </a:cubicBezTo>
                <a:lnTo>
                  <a:pt x="45" y="123"/>
                </a:lnTo>
                <a:cubicBezTo>
                  <a:pt x="47" y="122"/>
                  <a:pt x="47" y="121"/>
                  <a:pt x="48" y="120"/>
                </a:cubicBezTo>
                <a:cubicBezTo>
                  <a:pt x="48" y="120"/>
                  <a:pt x="48" y="119"/>
                  <a:pt x="47" y="119"/>
                </a:cubicBezTo>
                <a:close/>
              </a:path>
              <a:path w="336" h="189">
                <a:moveTo>
                  <a:pt x="51" y="121"/>
                </a:moveTo>
                <a:lnTo>
                  <a:pt x="53" y="123"/>
                </a:lnTo>
                <a:lnTo>
                  <a:pt x="46" y="143"/>
                </a:lnTo>
                <a:lnTo>
                  <a:pt x="56" y="132"/>
                </a:lnTo>
                <a:cubicBezTo>
                  <a:pt x="57" y="131"/>
                  <a:pt x="58" y="130"/>
                  <a:pt x="58" y="130"/>
                </a:cubicBezTo>
                <a:cubicBezTo>
                  <a:pt x="58" y="129"/>
                  <a:pt x="58" y="128"/>
                  <a:pt x="58" y="128"/>
                </a:cubicBezTo>
                <a:lnTo>
                  <a:pt x="57" y="128"/>
                </a:lnTo>
                <a:lnTo>
                  <a:pt x="58" y="127"/>
                </a:lnTo>
                <a:lnTo>
                  <a:pt x="61" y="130"/>
                </a:lnTo>
                <a:lnTo>
                  <a:pt x="61" y="131"/>
                </a:lnTo>
                <a:lnTo>
                  <a:pt x="60" y="131"/>
                </a:lnTo>
                <a:cubicBezTo>
                  <a:pt x="60" y="130"/>
                  <a:pt x="60" y="130"/>
                  <a:pt x="59" y="131"/>
                </a:cubicBezTo>
                <a:cubicBezTo>
                  <a:pt x="59" y="131"/>
                  <a:pt x="58" y="131"/>
                  <a:pt x="57" y="133"/>
                </a:cubicBezTo>
                <a:lnTo>
                  <a:pt x="42" y="149"/>
                </a:lnTo>
                <a:lnTo>
                  <a:pt x="50" y="127"/>
                </a:lnTo>
                <a:lnTo>
                  <a:pt x="39" y="140"/>
                </a:lnTo>
                <a:cubicBezTo>
                  <a:pt x="38" y="141"/>
                  <a:pt x="37" y="142"/>
                  <a:pt x="37" y="142"/>
                </a:cubicBezTo>
                <a:cubicBezTo>
                  <a:pt x="37" y="143"/>
                  <a:pt x="37" y="143"/>
                  <a:pt x="37" y="143"/>
                </a:cubicBezTo>
                <a:lnTo>
                  <a:pt x="38" y="144"/>
                </a:lnTo>
                <a:lnTo>
                  <a:pt x="37" y="144"/>
                </a:lnTo>
                <a:lnTo>
                  <a:pt x="34" y="141"/>
                </a:lnTo>
                <a:lnTo>
                  <a:pt x="35" y="141"/>
                </a:lnTo>
                <a:cubicBezTo>
                  <a:pt x="35" y="141"/>
                  <a:pt x="36" y="141"/>
                  <a:pt x="36" y="141"/>
                </a:cubicBezTo>
                <a:cubicBezTo>
                  <a:pt x="37" y="141"/>
                  <a:pt x="37" y="140"/>
                  <a:pt x="38" y="139"/>
                </a:cubicBezTo>
                <a:lnTo>
                  <a:pt x="50" y="125"/>
                </a:lnTo>
                <a:cubicBezTo>
                  <a:pt x="51" y="124"/>
                  <a:pt x="51" y="124"/>
                  <a:pt x="51" y="123"/>
                </a:cubicBezTo>
                <a:cubicBezTo>
                  <a:pt x="51" y="123"/>
                  <a:pt x="51" y="123"/>
                  <a:pt x="51" y="122"/>
                </a:cubicBezTo>
                <a:cubicBezTo>
                  <a:pt x="51" y="122"/>
                  <a:pt x="50" y="122"/>
                  <a:pt x="50" y="121"/>
                </a:cubicBezTo>
                <a:lnTo>
                  <a:pt x="51" y="121"/>
                </a:lnTo>
                <a:close/>
              </a:path>
              <a:path w="336" h="189">
                <a:moveTo>
                  <a:pt x="51" y="155"/>
                </a:moveTo>
                <a:lnTo>
                  <a:pt x="50" y="156"/>
                </a:lnTo>
                <a:lnTo>
                  <a:pt x="46" y="152"/>
                </a:lnTo>
                <a:lnTo>
                  <a:pt x="47" y="151"/>
                </a:lnTo>
                <a:lnTo>
                  <a:pt x="47" y="152"/>
                </a:lnTo>
                <a:cubicBezTo>
                  <a:pt x="47" y="152"/>
                  <a:pt x="48" y="152"/>
                  <a:pt x="49" y="152"/>
                </a:cubicBezTo>
                <a:cubicBezTo>
                  <a:pt x="49" y="152"/>
                  <a:pt x="50" y="151"/>
                  <a:pt x="51" y="150"/>
                </a:cubicBezTo>
                <a:lnTo>
                  <a:pt x="62" y="137"/>
                </a:lnTo>
                <a:cubicBezTo>
                  <a:pt x="63" y="136"/>
                  <a:pt x="63" y="135"/>
                  <a:pt x="63" y="135"/>
                </a:cubicBezTo>
                <a:cubicBezTo>
                  <a:pt x="64" y="134"/>
                  <a:pt x="64" y="134"/>
                  <a:pt x="64" y="134"/>
                </a:cubicBezTo>
                <a:cubicBezTo>
                  <a:pt x="64" y="133"/>
                  <a:pt x="64" y="133"/>
                  <a:pt x="63" y="133"/>
                </a:cubicBezTo>
                <a:lnTo>
                  <a:pt x="63" y="132"/>
                </a:lnTo>
                <a:lnTo>
                  <a:pt x="68" y="136"/>
                </a:lnTo>
                <a:lnTo>
                  <a:pt x="67" y="136"/>
                </a:lnTo>
                <a:cubicBezTo>
                  <a:pt x="66" y="136"/>
                  <a:pt x="66" y="136"/>
                  <a:pt x="65" y="136"/>
                </a:cubicBezTo>
                <a:cubicBezTo>
                  <a:pt x="65" y="136"/>
                  <a:pt x="64" y="137"/>
                  <a:pt x="63" y="138"/>
                </a:cubicBezTo>
                <a:lnTo>
                  <a:pt x="52" y="151"/>
                </a:lnTo>
                <a:cubicBezTo>
                  <a:pt x="51" y="152"/>
                  <a:pt x="51" y="153"/>
                  <a:pt x="50" y="153"/>
                </a:cubicBezTo>
                <a:cubicBezTo>
                  <a:pt x="50" y="153"/>
                  <a:pt x="50" y="153"/>
                  <a:pt x="50" y="154"/>
                </a:cubicBezTo>
                <a:cubicBezTo>
                  <a:pt x="50" y="154"/>
                  <a:pt x="50" y="155"/>
                  <a:pt x="51" y="155"/>
                </a:cubicBezTo>
                <a:close/>
              </a:path>
              <a:path w="336" h="189">
                <a:moveTo>
                  <a:pt x="81" y="143"/>
                </a:moveTo>
                <a:lnTo>
                  <a:pt x="80" y="143"/>
                </a:lnTo>
                <a:cubicBezTo>
                  <a:pt x="80" y="143"/>
                  <a:pt x="79" y="143"/>
                  <a:pt x="79" y="144"/>
                </a:cubicBezTo>
                <a:cubicBezTo>
                  <a:pt x="78" y="144"/>
                  <a:pt x="78" y="145"/>
                  <a:pt x="77" y="146"/>
                </a:cubicBezTo>
                <a:lnTo>
                  <a:pt x="61" y="163"/>
                </a:lnTo>
                <a:lnTo>
                  <a:pt x="61" y="162"/>
                </a:lnTo>
                <a:lnTo>
                  <a:pt x="68" y="140"/>
                </a:lnTo>
                <a:cubicBezTo>
                  <a:pt x="69" y="139"/>
                  <a:pt x="69" y="139"/>
                  <a:pt x="69" y="138"/>
                </a:cubicBezTo>
                <a:cubicBezTo>
                  <a:pt x="69" y="138"/>
                  <a:pt x="69" y="137"/>
                  <a:pt x="69" y="137"/>
                </a:cubicBezTo>
                <a:cubicBezTo>
                  <a:pt x="69" y="137"/>
                  <a:pt x="69" y="137"/>
                  <a:pt x="68" y="136"/>
                </a:cubicBezTo>
                <a:lnTo>
                  <a:pt x="69" y="136"/>
                </a:lnTo>
                <a:lnTo>
                  <a:pt x="73" y="138"/>
                </a:lnTo>
                <a:lnTo>
                  <a:pt x="73" y="139"/>
                </a:lnTo>
                <a:cubicBezTo>
                  <a:pt x="72" y="139"/>
                  <a:pt x="72" y="139"/>
                  <a:pt x="72" y="139"/>
                </a:cubicBezTo>
                <a:cubicBezTo>
                  <a:pt x="71" y="139"/>
                  <a:pt x="71" y="139"/>
                  <a:pt x="71" y="140"/>
                </a:cubicBezTo>
                <a:cubicBezTo>
                  <a:pt x="71" y="140"/>
                  <a:pt x="70" y="141"/>
                  <a:pt x="70" y="143"/>
                </a:cubicBezTo>
                <a:lnTo>
                  <a:pt x="65" y="158"/>
                </a:lnTo>
                <a:lnTo>
                  <a:pt x="75" y="146"/>
                </a:lnTo>
                <a:cubicBezTo>
                  <a:pt x="76" y="145"/>
                  <a:pt x="77" y="144"/>
                  <a:pt x="77" y="144"/>
                </a:cubicBezTo>
                <a:cubicBezTo>
                  <a:pt x="77" y="143"/>
                  <a:pt x="77" y="143"/>
                  <a:pt x="77" y="143"/>
                </a:cubicBezTo>
                <a:cubicBezTo>
                  <a:pt x="77" y="142"/>
                  <a:pt x="77" y="142"/>
                  <a:pt x="77" y="141"/>
                </a:cubicBezTo>
                <a:cubicBezTo>
                  <a:pt x="77" y="141"/>
                  <a:pt x="77" y="141"/>
                  <a:pt x="77" y="141"/>
                </a:cubicBezTo>
                <a:lnTo>
                  <a:pt x="81" y="143"/>
                </a:lnTo>
                <a:close/>
              </a:path>
              <a:path w="336" h="189">
                <a:moveTo>
                  <a:pt x="153" y="160"/>
                </a:moveTo>
                <a:cubicBezTo>
                  <a:pt x="155" y="160"/>
                  <a:pt x="156" y="161"/>
                  <a:pt x="157" y="164"/>
                </a:cubicBezTo>
                <a:cubicBezTo>
                  <a:pt x="159" y="166"/>
                  <a:pt x="159" y="170"/>
                  <a:pt x="159" y="174"/>
                </a:cubicBezTo>
                <a:cubicBezTo>
                  <a:pt x="159" y="178"/>
                  <a:pt x="159" y="181"/>
                  <a:pt x="157" y="184"/>
                </a:cubicBezTo>
                <a:cubicBezTo>
                  <a:pt x="156" y="186"/>
                  <a:pt x="155" y="187"/>
                  <a:pt x="153" y="187"/>
                </a:cubicBezTo>
                <a:cubicBezTo>
                  <a:pt x="151" y="187"/>
                  <a:pt x="150" y="186"/>
                  <a:pt x="148" y="184"/>
                </a:cubicBezTo>
                <a:cubicBezTo>
                  <a:pt x="147" y="181"/>
                  <a:pt x="147" y="178"/>
                  <a:pt x="147" y="174"/>
                </a:cubicBezTo>
                <a:cubicBezTo>
                  <a:pt x="147" y="169"/>
                  <a:pt x="147" y="166"/>
                  <a:pt x="149" y="163"/>
                </a:cubicBezTo>
                <a:cubicBezTo>
                  <a:pt x="150" y="161"/>
                  <a:pt x="151" y="160"/>
                  <a:pt x="153" y="160"/>
                </a:cubicBezTo>
                <a:close/>
                <a:moveTo>
                  <a:pt x="153" y="161"/>
                </a:moveTo>
                <a:cubicBezTo>
                  <a:pt x="152" y="161"/>
                  <a:pt x="151" y="162"/>
                  <a:pt x="150" y="164"/>
                </a:cubicBezTo>
                <a:cubicBezTo>
                  <a:pt x="149" y="166"/>
                  <a:pt x="149" y="169"/>
                  <a:pt x="149" y="174"/>
                </a:cubicBezTo>
                <a:cubicBezTo>
                  <a:pt x="149" y="178"/>
                  <a:pt x="149" y="181"/>
                  <a:pt x="150" y="183"/>
                </a:cubicBezTo>
                <a:cubicBezTo>
                  <a:pt x="151" y="185"/>
                  <a:pt x="152" y="186"/>
                  <a:pt x="153" y="186"/>
                </a:cubicBezTo>
                <a:cubicBezTo>
                  <a:pt x="154" y="186"/>
                  <a:pt x="155" y="185"/>
                  <a:pt x="156" y="183"/>
                </a:cubicBezTo>
                <a:cubicBezTo>
                  <a:pt x="157" y="181"/>
                  <a:pt x="157" y="178"/>
                  <a:pt x="157" y="174"/>
                </a:cubicBezTo>
                <a:cubicBezTo>
                  <a:pt x="157" y="170"/>
                  <a:pt x="157" y="166"/>
                  <a:pt x="156" y="164"/>
                </a:cubicBezTo>
                <a:cubicBezTo>
                  <a:pt x="155" y="162"/>
                  <a:pt x="154" y="161"/>
                  <a:pt x="153" y="161"/>
                </a:cubicBezTo>
                <a:close/>
              </a:path>
              <a:path w="336" h="189">
                <a:moveTo>
                  <a:pt x="165" y="162"/>
                </a:moveTo>
                <a:lnTo>
                  <a:pt x="165" y="172"/>
                </a:lnTo>
                <a:lnTo>
                  <a:pt x="167" y="172"/>
                </a:lnTo>
                <a:cubicBezTo>
                  <a:pt x="168" y="172"/>
                  <a:pt x="168" y="172"/>
                  <a:pt x="168" y="172"/>
                </a:cubicBezTo>
                <a:cubicBezTo>
                  <a:pt x="168" y="171"/>
                  <a:pt x="169" y="170"/>
                  <a:pt x="169" y="169"/>
                </a:cubicBezTo>
                <a:lnTo>
                  <a:pt x="169" y="178"/>
                </a:lnTo>
                <a:cubicBezTo>
                  <a:pt x="169" y="177"/>
                  <a:pt x="169" y="176"/>
                  <a:pt x="169" y="175"/>
                </a:cubicBezTo>
                <a:cubicBezTo>
                  <a:pt x="168" y="175"/>
                  <a:pt x="168" y="175"/>
                  <a:pt x="168" y="174"/>
                </a:cubicBezTo>
                <a:cubicBezTo>
                  <a:pt x="168" y="174"/>
                  <a:pt x="167" y="174"/>
                  <a:pt x="167" y="174"/>
                </a:cubicBezTo>
                <a:lnTo>
                  <a:pt x="165" y="174"/>
                </a:lnTo>
                <a:lnTo>
                  <a:pt x="165" y="182"/>
                </a:lnTo>
                <a:cubicBezTo>
                  <a:pt x="165" y="184"/>
                  <a:pt x="165" y="184"/>
                  <a:pt x="165" y="185"/>
                </a:cubicBezTo>
                <a:cubicBezTo>
                  <a:pt x="165" y="185"/>
                  <a:pt x="165" y="185"/>
                  <a:pt x="165" y="186"/>
                </a:cubicBezTo>
                <a:cubicBezTo>
                  <a:pt x="165" y="186"/>
                  <a:pt x="166" y="186"/>
                  <a:pt x="166" y="186"/>
                </a:cubicBezTo>
                <a:lnTo>
                  <a:pt x="167" y="186"/>
                </a:lnTo>
                <a:lnTo>
                  <a:pt x="167" y="187"/>
                </a:lnTo>
                <a:lnTo>
                  <a:pt x="161" y="187"/>
                </a:lnTo>
                <a:lnTo>
                  <a:pt x="161" y="186"/>
                </a:lnTo>
                <a:cubicBezTo>
                  <a:pt x="162" y="186"/>
                  <a:pt x="162" y="186"/>
                  <a:pt x="163" y="185"/>
                </a:cubicBezTo>
                <a:cubicBezTo>
                  <a:pt x="163" y="185"/>
                  <a:pt x="163" y="184"/>
                  <a:pt x="163" y="182"/>
                </a:cubicBezTo>
                <a:lnTo>
                  <a:pt x="163" y="165"/>
                </a:lnTo>
                <a:cubicBezTo>
                  <a:pt x="163" y="164"/>
                  <a:pt x="163" y="163"/>
                  <a:pt x="163" y="163"/>
                </a:cubicBezTo>
                <a:cubicBezTo>
                  <a:pt x="163" y="162"/>
                  <a:pt x="162" y="162"/>
                  <a:pt x="162" y="162"/>
                </a:cubicBezTo>
                <a:cubicBezTo>
                  <a:pt x="162" y="161"/>
                  <a:pt x="162" y="161"/>
                  <a:pt x="161" y="161"/>
                </a:cubicBezTo>
                <a:lnTo>
                  <a:pt x="171" y="161"/>
                </a:lnTo>
                <a:lnTo>
                  <a:pt x="171" y="166"/>
                </a:lnTo>
                <a:lnTo>
                  <a:pt x="170" y="166"/>
                </a:lnTo>
                <a:cubicBezTo>
                  <a:pt x="170" y="165"/>
                  <a:pt x="170" y="164"/>
                  <a:pt x="170" y="164"/>
                </a:cubicBezTo>
                <a:cubicBezTo>
                  <a:pt x="170" y="163"/>
                  <a:pt x="169" y="163"/>
                  <a:pt x="169" y="162"/>
                </a:cubicBezTo>
                <a:cubicBezTo>
                  <a:pt x="169" y="162"/>
                  <a:pt x="168" y="162"/>
                  <a:pt x="168" y="162"/>
                </a:cubicBezTo>
                <a:lnTo>
                  <a:pt x="165" y="162"/>
                </a:lnTo>
                <a:close/>
              </a:path>
              <a:path w="336" h="189">
                <a:moveTo>
                  <a:pt x="92" y="176"/>
                </a:moveTo>
                <a:lnTo>
                  <a:pt x="89" y="175"/>
                </a:lnTo>
                <a:lnTo>
                  <a:pt x="91" y="162"/>
                </a:lnTo>
                <a:cubicBezTo>
                  <a:pt x="90" y="162"/>
                  <a:pt x="90" y="161"/>
                  <a:pt x="90" y="161"/>
                </a:cubicBezTo>
                <a:cubicBezTo>
                  <a:pt x="90" y="161"/>
                  <a:pt x="90" y="161"/>
                  <a:pt x="90" y="161"/>
                </a:cubicBezTo>
                <a:cubicBezTo>
                  <a:pt x="90" y="161"/>
                  <a:pt x="90" y="161"/>
                  <a:pt x="89" y="161"/>
                </a:cubicBezTo>
                <a:lnTo>
                  <a:pt x="86" y="168"/>
                </a:lnTo>
                <a:cubicBezTo>
                  <a:pt x="85" y="169"/>
                  <a:pt x="85" y="170"/>
                  <a:pt x="84" y="171"/>
                </a:cubicBezTo>
                <a:cubicBezTo>
                  <a:pt x="84" y="171"/>
                  <a:pt x="85" y="172"/>
                  <a:pt x="85" y="172"/>
                </a:cubicBezTo>
                <a:lnTo>
                  <a:pt x="85" y="173"/>
                </a:lnTo>
                <a:lnTo>
                  <a:pt x="80" y="170"/>
                </a:lnTo>
                <a:lnTo>
                  <a:pt x="81" y="169"/>
                </a:lnTo>
                <a:lnTo>
                  <a:pt x="81" y="170"/>
                </a:lnTo>
                <a:cubicBezTo>
                  <a:pt x="81" y="170"/>
                  <a:pt x="82" y="170"/>
                  <a:pt x="83" y="169"/>
                </a:cubicBezTo>
                <a:cubicBezTo>
                  <a:pt x="83" y="169"/>
                  <a:pt x="83" y="168"/>
                  <a:pt x="84" y="167"/>
                </a:cubicBezTo>
                <a:lnTo>
                  <a:pt x="92" y="152"/>
                </a:lnTo>
                <a:cubicBezTo>
                  <a:pt x="93" y="151"/>
                  <a:pt x="94" y="150"/>
                  <a:pt x="94" y="149"/>
                </a:cubicBezTo>
                <a:cubicBezTo>
                  <a:pt x="94" y="149"/>
                  <a:pt x="94" y="148"/>
                  <a:pt x="93" y="148"/>
                </a:cubicBezTo>
                <a:lnTo>
                  <a:pt x="93" y="147"/>
                </a:lnTo>
                <a:lnTo>
                  <a:pt x="97" y="149"/>
                </a:lnTo>
                <a:cubicBezTo>
                  <a:pt x="98" y="150"/>
                  <a:pt x="99" y="151"/>
                  <a:pt x="100" y="151"/>
                </a:cubicBezTo>
                <a:cubicBezTo>
                  <a:pt x="100" y="152"/>
                  <a:pt x="100" y="153"/>
                  <a:pt x="100" y="154"/>
                </a:cubicBezTo>
                <a:cubicBezTo>
                  <a:pt x="100" y="155"/>
                  <a:pt x="99" y="157"/>
                  <a:pt x="99" y="158"/>
                </a:cubicBezTo>
                <a:cubicBezTo>
                  <a:pt x="98" y="159"/>
                  <a:pt x="97" y="160"/>
                  <a:pt x="96" y="161"/>
                </a:cubicBezTo>
                <a:cubicBezTo>
                  <a:pt x="95" y="162"/>
                  <a:pt x="94" y="162"/>
                  <a:pt x="93" y="162"/>
                </a:cubicBezTo>
                <a:lnTo>
                  <a:pt x="91" y="170"/>
                </a:lnTo>
                <a:cubicBezTo>
                  <a:pt x="91" y="172"/>
                  <a:pt x="91" y="173"/>
                  <a:pt x="91" y="174"/>
                </a:cubicBezTo>
                <a:cubicBezTo>
                  <a:pt x="91" y="175"/>
                  <a:pt x="91" y="175"/>
                  <a:pt x="92" y="176"/>
                </a:cubicBezTo>
                <a:close/>
                <a:moveTo>
                  <a:pt x="90" y="160"/>
                </a:moveTo>
                <a:cubicBezTo>
                  <a:pt x="90" y="160"/>
                  <a:pt x="90" y="160"/>
                  <a:pt x="90" y="160"/>
                </a:cubicBezTo>
                <a:cubicBezTo>
                  <a:pt x="90" y="160"/>
                  <a:pt x="90" y="160"/>
                  <a:pt x="91" y="160"/>
                </a:cubicBezTo>
                <a:cubicBezTo>
                  <a:pt x="92" y="161"/>
                  <a:pt x="93" y="161"/>
                  <a:pt x="94" y="160"/>
                </a:cubicBezTo>
                <a:cubicBezTo>
                  <a:pt x="95" y="160"/>
                  <a:pt x="96" y="158"/>
                  <a:pt x="97" y="157"/>
                </a:cubicBezTo>
                <a:cubicBezTo>
                  <a:pt x="97" y="156"/>
                  <a:pt x="98" y="154"/>
                  <a:pt x="98" y="153"/>
                </a:cubicBezTo>
                <a:cubicBezTo>
                  <a:pt x="98" y="152"/>
                  <a:pt x="98" y="151"/>
                  <a:pt x="97" y="151"/>
                </a:cubicBezTo>
                <a:cubicBezTo>
                  <a:pt x="97" y="151"/>
                  <a:pt x="96" y="150"/>
                  <a:pt x="95" y="150"/>
                </a:cubicBezTo>
                <a:lnTo>
                  <a:pt x="90" y="160"/>
                </a:lnTo>
                <a:close/>
              </a:path>
              <a:path w="336" h="189">
                <a:moveTo>
                  <a:pt x="110" y="153"/>
                </a:moveTo>
                <a:lnTo>
                  <a:pt x="107" y="161"/>
                </a:lnTo>
                <a:cubicBezTo>
                  <a:pt x="107" y="160"/>
                  <a:pt x="108" y="158"/>
                  <a:pt x="108" y="157"/>
                </a:cubicBezTo>
                <a:cubicBezTo>
                  <a:pt x="108" y="156"/>
                  <a:pt x="108" y="155"/>
                  <a:pt x="107" y="154"/>
                </a:cubicBezTo>
                <a:cubicBezTo>
                  <a:pt x="107" y="154"/>
                  <a:pt x="107" y="153"/>
                  <a:pt x="106" y="153"/>
                </a:cubicBezTo>
                <a:cubicBezTo>
                  <a:pt x="105" y="153"/>
                  <a:pt x="105" y="153"/>
                  <a:pt x="104" y="154"/>
                </a:cubicBezTo>
                <a:cubicBezTo>
                  <a:pt x="103" y="154"/>
                  <a:pt x="103" y="155"/>
                  <a:pt x="103" y="156"/>
                </a:cubicBezTo>
                <a:cubicBezTo>
                  <a:pt x="102" y="157"/>
                  <a:pt x="102" y="157"/>
                  <a:pt x="102" y="158"/>
                </a:cubicBezTo>
                <a:cubicBezTo>
                  <a:pt x="102" y="159"/>
                  <a:pt x="103" y="161"/>
                  <a:pt x="104" y="163"/>
                </a:cubicBezTo>
                <a:cubicBezTo>
                  <a:pt x="104" y="164"/>
                  <a:pt x="105" y="166"/>
                  <a:pt x="105" y="166"/>
                </a:cubicBezTo>
                <a:cubicBezTo>
                  <a:pt x="105" y="167"/>
                  <a:pt x="105" y="168"/>
                  <a:pt x="105" y="169"/>
                </a:cubicBezTo>
                <a:cubicBezTo>
                  <a:pt x="105" y="170"/>
                  <a:pt x="105" y="171"/>
                  <a:pt x="104" y="172"/>
                </a:cubicBezTo>
                <a:cubicBezTo>
                  <a:pt x="104" y="174"/>
                  <a:pt x="103" y="175"/>
                  <a:pt x="101" y="177"/>
                </a:cubicBezTo>
                <a:cubicBezTo>
                  <a:pt x="100" y="178"/>
                  <a:pt x="99" y="178"/>
                  <a:pt x="98" y="178"/>
                </a:cubicBezTo>
                <a:cubicBezTo>
                  <a:pt x="97" y="177"/>
                  <a:pt x="97" y="177"/>
                  <a:pt x="97" y="177"/>
                </a:cubicBezTo>
                <a:cubicBezTo>
                  <a:pt x="97" y="177"/>
                  <a:pt x="96" y="177"/>
                  <a:pt x="96" y="176"/>
                </a:cubicBezTo>
                <a:cubicBezTo>
                  <a:pt x="96" y="175"/>
                  <a:pt x="95" y="175"/>
                  <a:pt x="95" y="175"/>
                </a:cubicBezTo>
                <a:cubicBezTo>
                  <a:pt x="95" y="175"/>
                  <a:pt x="95" y="175"/>
                  <a:pt x="95" y="175"/>
                </a:cubicBezTo>
                <a:cubicBezTo>
                  <a:pt x="94" y="175"/>
                  <a:pt x="94" y="176"/>
                  <a:pt x="94" y="176"/>
                </a:cubicBezTo>
                <a:lnTo>
                  <a:pt x="97" y="168"/>
                </a:lnTo>
                <a:cubicBezTo>
                  <a:pt x="97" y="170"/>
                  <a:pt x="96" y="171"/>
                  <a:pt x="96" y="172"/>
                </a:cubicBezTo>
                <a:cubicBezTo>
                  <a:pt x="96" y="173"/>
                  <a:pt x="96" y="174"/>
                  <a:pt x="97" y="175"/>
                </a:cubicBezTo>
                <a:cubicBezTo>
                  <a:pt x="97" y="175"/>
                  <a:pt x="98" y="176"/>
                  <a:pt x="98" y="176"/>
                </a:cubicBezTo>
                <a:cubicBezTo>
                  <a:pt x="99" y="176"/>
                  <a:pt x="100" y="176"/>
                  <a:pt x="100" y="176"/>
                </a:cubicBezTo>
                <a:cubicBezTo>
                  <a:pt x="101" y="175"/>
                  <a:pt x="102" y="174"/>
                  <a:pt x="102" y="173"/>
                </a:cubicBezTo>
                <a:cubicBezTo>
                  <a:pt x="102" y="172"/>
                  <a:pt x="102" y="172"/>
                  <a:pt x="103" y="171"/>
                </a:cubicBezTo>
                <a:cubicBezTo>
                  <a:pt x="103" y="170"/>
                  <a:pt x="103" y="170"/>
                  <a:pt x="102" y="169"/>
                </a:cubicBezTo>
                <a:cubicBezTo>
                  <a:pt x="102" y="169"/>
                  <a:pt x="102" y="168"/>
                  <a:pt x="101" y="166"/>
                </a:cubicBezTo>
                <a:cubicBezTo>
                  <a:pt x="101" y="164"/>
                  <a:pt x="100" y="163"/>
                  <a:pt x="100" y="162"/>
                </a:cubicBezTo>
                <a:cubicBezTo>
                  <a:pt x="100" y="161"/>
                  <a:pt x="100" y="161"/>
                  <a:pt x="100" y="160"/>
                </a:cubicBezTo>
                <a:cubicBezTo>
                  <a:pt x="100" y="159"/>
                  <a:pt x="100" y="158"/>
                  <a:pt x="101" y="157"/>
                </a:cubicBezTo>
                <a:cubicBezTo>
                  <a:pt x="101" y="155"/>
                  <a:pt x="102" y="153"/>
                  <a:pt x="103" y="152"/>
                </a:cubicBezTo>
                <a:cubicBezTo>
                  <a:pt x="105" y="151"/>
                  <a:pt x="106" y="151"/>
                  <a:pt x="107" y="151"/>
                </a:cubicBezTo>
                <a:cubicBezTo>
                  <a:pt x="107" y="152"/>
                  <a:pt x="108" y="152"/>
                  <a:pt x="108" y="153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10" y="154"/>
                  <a:pt x="110" y="153"/>
                  <a:pt x="110" y="153"/>
                </a:cubicBezTo>
                <a:close/>
              </a:path>
              <a:path w="336" h="189">
                <a:moveTo>
                  <a:pt x="138" y="160"/>
                </a:moveTo>
                <a:lnTo>
                  <a:pt x="143" y="160"/>
                </a:lnTo>
                <a:lnTo>
                  <a:pt x="143" y="161"/>
                </a:lnTo>
                <a:lnTo>
                  <a:pt x="142" y="161"/>
                </a:lnTo>
                <a:cubicBezTo>
                  <a:pt x="142" y="161"/>
                  <a:pt x="142" y="161"/>
                  <a:pt x="142" y="161"/>
                </a:cubicBezTo>
                <a:cubicBezTo>
                  <a:pt x="141" y="162"/>
                  <a:pt x="141" y="162"/>
                  <a:pt x="141" y="163"/>
                </a:cubicBezTo>
                <a:cubicBezTo>
                  <a:pt x="140" y="163"/>
                  <a:pt x="140" y="164"/>
                  <a:pt x="139" y="165"/>
                </a:cubicBezTo>
                <a:lnTo>
                  <a:pt x="135" y="175"/>
                </a:lnTo>
                <a:lnTo>
                  <a:pt x="134" y="181"/>
                </a:lnTo>
                <a:cubicBezTo>
                  <a:pt x="134" y="183"/>
                  <a:pt x="134" y="184"/>
                  <a:pt x="134" y="184"/>
                </a:cubicBezTo>
                <a:cubicBezTo>
                  <a:pt x="135" y="185"/>
                  <a:pt x="135" y="185"/>
                  <a:pt x="135" y="185"/>
                </a:cubicBezTo>
                <a:lnTo>
                  <a:pt x="136" y="185"/>
                </a:lnTo>
                <a:lnTo>
                  <a:pt x="136" y="186"/>
                </a:lnTo>
                <a:lnTo>
                  <a:pt x="130" y="185"/>
                </a:lnTo>
                <a:lnTo>
                  <a:pt x="131" y="185"/>
                </a:lnTo>
                <a:cubicBezTo>
                  <a:pt x="131" y="185"/>
                  <a:pt x="132" y="184"/>
                  <a:pt x="132" y="184"/>
                </a:cubicBezTo>
                <a:cubicBezTo>
                  <a:pt x="132" y="183"/>
                  <a:pt x="132" y="183"/>
                  <a:pt x="133" y="181"/>
                </a:cubicBezTo>
                <a:lnTo>
                  <a:pt x="133" y="175"/>
                </a:lnTo>
                <a:lnTo>
                  <a:pt x="131" y="164"/>
                </a:lnTo>
                <a:cubicBezTo>
                  <a:pt x="131" y="162"/>
                  <a:pt x="130" y="161"/>
                  <a:pt x="130" y="161"/>
                </a:cubicBezTo>
                <a:cubicBezTo>
                  <a:pt x="130" y="161"/>
                  <a:pt x="130" y="160"/>
                  <a:pt x="130" y="160"/>
                </a:cubicBezTo>
                <a:cubicBezTo>
                  <a:pt x="129" y="160"/>
                  <a:pt x="129" y="160"/>
                  <a:pt x="129" y="159"/>
                </a:cubicBezTo>
                <a:lnTo>
                  <a:pt x="135" y="159"/>
                </a:lnTo>
                <a:lnTo>
                  <a:pt x="135" y="160"/>
                </a:lnTo>
                <a:lnTo>
                  <a:pt x="134" y="160"/>
                </a:lnTo>
                <a:cubicBezTo>
                  <a:pt x="134" y="160"/>
                  <a:pt x="134" y="160"/>
                  <a:pt x="133" y="160"/>
                </a:cubicBezTo>
                <a:cubicBezTo>
                  <a:pt x="133" y="161"/>
                  <a:pt x="133" y="161"/>
                  <a:pt x="133" y="162"/>
                </a:cubicBezTo>
                <a:cubicBezTo>
                  <a:pt x="133" y="162"/>
                  <a:pt x="133" y="163"/>
                  <a:pt x="133" y="164"/>
                </a:cubicBezTo>
                <a:lnTo>
                  <a:pt x="135" y="173"/>
                </a:lnTo>
                <a:lnTo>
                  <a:pt x="138" y="165"/>
                </a:lnTo>
                <a:cubicBezTo>
                  <a:pt x="139" y="164"/>
                  <a:pt x="139" y="163"/>
                  <a:pt x="139" y="163"/>
                </a:cubicBezTo>
                <a:cubicBezTo>
                  <a:pt x="139" y="162"/>
                  <a:pt x="139" y="162"/>
                  <a:pt x="139" y="162"/>
                </a:cubicBezTo>
                <a:cubicBezTo>
                  <a:pt x="139" y="161"/>
                  <a:pt x="139" y="161"/>
                  <a:pt x="139" y="161"/>
                </a:cubicBezTo>
                <a:cubicBezTo>
                  <a:pt x="139" y="161"/>
                  <a:pt x="139" y="161"/>
                  <a:pt x="138" y="161"/>
                </a:cubicBezTo>
                <a:lnTo>
                  <a:pt x="138" y="160"/>
                </a:lnTo>
                <a:close/>
              </a:path>
              <a:path w="336" h="189">
                <a:moveTo>
                  <a:pt x="84" y="146"/>
                </a:moveTo>
                <a:lnTo>
                  <a:pt x="79" y="155"/>
                </a:lnTo>
                <a:lnTo>
                  <a:pt x="82" y="156"/>
                </a:lnTo>
                <a:cubicBezTo>
                  <a:pt x="83" y="157"/>
                  <a:pt x="83" y="157"/>
                  <a:pt x="84" y="156"/>
                </a:cubicBezTo>
                <a:cubicBezTo>
                  <a:pt x="84" y="156"/>
                  <a:pt x="85" y="155"/>
                  <a:pt x="86" y="154"/>
                </a:cubicBezTo>
                <a:lnTo>
                  <a:pt x="82" y="162"/>
                </a:lnTo>
                <a:lnTo>
                  <a:pt x="81" y="162"/>
                </a:lnTo>
                <a:cubicBezTo>
                  <a:pt x="82" y="161"/>
                  <a:pt x="82" y="160"/>
                  <a:pt x="82" y="160"/>
                </a:cubicBezTo>
                <a:cubicBezTo>
                  <a:pt x="82" y="159"/>
                  <a:pt x="82" y="159"/>
                  <a:pt x="82" y="158"/>
                </a:cubicBezTo>
                <a:cubicBezTo>
                  <a:pt x="82" y="158"/>
                  <a:pt x="82" y="158"/>
                  <a:pt x="81" y="157"/>
                </a:cubicBezTo>
                <a:lnTo>
                  <a:pt x="79" y="156"/>
                </a:lnTo>
                <a:lnTo>
                  <a:pt x="75" y="164"/>
                </a:lnTo>
                <a:cubicBezTo>
                  <a:pt x="74" y="165"/>
                  <a:pt x="74" y="165"/>
                  <a:pt x="74" y="166"/>
                </a:cubicBezTo>
                <a:cubicBezTo>
                  <a:pt x="74" y="166"/>
                  <a:pt x="74" y="166"/>
                  <a:pt x="74" y="166"/>
                </a:cubicBezTo>
                <a:cubicBezTo>
                  <a:pt x="74" y="166"/>
                  <a:pt x="74" y="167"/>
                  <a:pt x="74" y="167"/>
                </a:cubicBezTo>
                <a:lnTo>
                  <a:pt x="76" y="168"/>
                </a:lnTo>
                <a:cubicBezTo>
                  <a:pt x="77" y="168"/>
                  <a:pt x="77" y="168"/>
                  <a:pt x="78" y="168"/>
                </a:cubicBezTo>
                <a:cubicBezTo>
                  <a:pt x="78" y="168"/>
                  <a:pt x="79" y="168"/>
                  <a:pt x="79" y="168"/>
                </a:cubicBezTo>
                <a:cubicBezTo>
                  <a:pt x="80" y="167"/>
                  <a:pt x="81" y="166"/>
                  <a:pt x="82" y="165"/>
                </a:cubicBezTo>
                <a:lnTo>
                  <a:pt x="78" y="171"/>
                </a:lnTo>
                <a:lnTo>
                  <a:pt x="69" y="166"/>
                </a:lnTo>
                <a:lnTo>
                  <a:pt x="70" y="165"/>
                </a:lnTo>
                <a:cubicBezTo>
                  <a:pt x="70" y="166"/>
                  <a:pt x="71" y="166"/>
                  <a:pt x="71" y="165"/>
                </a:cubicBezTo>
                <a:cubicBezTo>
                  <a:pt x="71" y="165"/>
                  <a:pt x="72" y="165"/>
                  <a:pt x="72" y="165"/>
                </a:cubicBezTo>
                <a:cubicBezTo>
                  <a:pt x="72" y="164"/>
                  <a:pt x="73" y="164"/>
                  <a:pt x="73" y="163"/>
                </a:cubicBezTo>
                <a:lnTo>
                  <a:pt x="81" y="148"/>
                </a:lnTo>
                <a:cubicBezTo>
                  <a:pt x="82" y="146"/>
                  <a:pt x="82" y="145"/>
                  <a:pt x="82" y="145"/>
                </a:cubicBezTo>
                <a:cubicBezTo>
                  <a:pt x="82" y="144"/>
                  <a:pt x="82" y="144"/>
                  <a:pt x="82" y="144"/>
                </a:cubicBezTo>
                <a:lnTo>
                  <a:pt x="81" y="143"/>
                </a:lnTo>
                <a:lnTo>
                  <a:pt x="82" y="143"/>
                </a:lnTo>
                <a:lnTo>
                  <a:pt x="91" y="147"/>
                </a:lnTo>
                <a:lnTo>
                  <a:pt x="88" y="153"/>
                </a:lnTo>
                <a:lnTo>
                  <a:pt x="88" y="152"/>
                </a:lnTo>
                <a:cubicBezTo>
                  <a:pt x="88" y="151"/>
                  <a:pt x="89" y="150"/>
                  <a:pt x="89" y="150"/>
                </a:cubicBezTo>
                <a:cubicBezTo>
                  <a:pt x="89" y="149"/>
                  <a:pt x="89" y="149"/>
                  <a:pt x="89" y="148"/>
                </a:cubicBezTo>
                <a:cubicBezTo>
                  <a:pt x="88" y="148"/>
                  <a:pt x="88" y="148"/>
                  <a:pt x="87" y="147"/>
                </a:cubicBezTo>
                <a:lnTo>
                  <a:pt x="84" y="146"/>
                </a:lnTo>
                <a:close/>
              </a:path>
              <a:path w="336" h="189">
                <a:moveTo>
                  <a:pt x="108" y="180"/>
                </a:moveTo>
                <a:lnTo>
                  <a:pt x="108" y="180"/>
                </a:lnTo>
                <a:lnTo>
                  <a:pt x="103" y="178"/>
                </a:lnTo>
                <a:lnTo>
                  <a:pt x="103" y="177"/>
                </a:lnTo>
                <a:lnTo>
                  <a:pt x="104" y="178"/>
                </a:lnTo>
                <a:cubicBezTo>
                  <a:pt x="104" y="178"/>
                  <a:pt x="105" y="178"/>
                  <a:pt x="105" y="177"/>
                </a:cubicBezTo>
                <a:cubicBezTo>
                  <a:pt x="105" y="177"/>
                  <a:pt x="106" y="176"/>
                  <a:pt x="106" y="174"/>
                </a:cubicBezTo>
                <a:lnTo>
                  <a:pt x="113" y="159"/>
                </a:lnTo>
                <a:cubicBezTo>
                  <a:pt x="113" y="157"/>
                  <a:pt x="113" y="157"/>
                  <a:pt x="113" y="156"/>
                </a:cubicBezTo>
                <a:cubicBezTo>
                  <a:pt x="113" y="156"/>
                  <a:pt x="113" y="156"/>
                  <a:pt x="113" y="155"/>
                </a:cubicBezTo>
                <a:cubicBezTo>
                  <a:pt x="113" y="155"/>
                  <a:pt x="113" y="155"/>
                  <a:pt x="113" y="154"/>
                </a:cubicBezTo>
                <a:lnTo>
                  <a:pt x="112" y="154"/>
                </a:lnTo>
                <a:lnTo>
                  <a:pt x="113" y="154"/>
                </a:lnTo>
                <a:lnTo>
                  <a:pt x="118" y="156"/>
                </a:lnTo>
                <a:lnTo>
                  <a:pt x="117" y="156"/>
                </a:lnTo>
                <a:cubicBezTo>
                  <a:pt x="117" y="156"/>
                  <a:pt x="116" y="156"/>
                  <a:pt x="116" y="157"/>
                </a:cubicBezTo>
                <a:cubicBezTo>
                  <a:pt x="115" y="157"/>
                  <a:pt x="115" y="158"/>
                  <a:pt x="114" y="159"/>
                </a:cubicBezTo>
                <a:lnTo>
                  <a:pt x="108" y="175"/>
                </a:lnTo>
                <a:cubicBezTo>
                  <a:pt x="108" y="176"/>
                  <a:pt x="107" y="177"/>
                  <a:pt x="107" y="178"/>
                </a:cubicBezTo>
                <a:cubicBezTo>
                  <a:pt x="107" y="178"/>
                  <a:pt x="107" y="178"/>
                  <a:pt x="107" y="179"/>
                </a:cubicBezTo>
                <a:cubicBezTo>
                  <a:pt x="107" y="179"/>
                  <a:pt x="108" y="179"/>
                  <a:pt x="108" y="179"/>
                </a:cubicBezTo>
                <a:lnTo>
                  <a:pt x="108" y="180"/>
                </a:lnTo>
                <a:close/>
              </a:path>
              <a:path w="336" h="189">
                <a:moveTo>
                  <a:pt x="129" y="158"/>
                </a:moveTo>
                <a:lnTo>
                  <a:pt x="128" y="164"/>
                </a:lnTo>
                <a:cubicBezTo>
                  <a:pt x="128" y="163"/>
                  <a:pt x="128" y="162"/>
                  <a:pt x="128" y="162"/>
                </a:cubicBezTo>
                <a:cubicBezTo>
                  <a:pt x="128" y="161"/>
                  <a:pt x="128" y="161"/>
                  <a:pt x="128" y="160"/>
                </a:cubicBezTo>
                <a:cubicBezTo>
                  <a:pt x="127" y="160"/>
                  <a:pt x="127" y="159"/>
                  <a:pt x="126" y="159"/>
                </a:cubicBezTo>
                <a:lnTo>
                  <a:pt x="125" y="159"/>
                </a:lnTo>
                <a:lnTo>
                  <a:pt x="120" y="178"/>
                </a:lnTo>
                <a:cubicBezTo>
                  <a:pt x="119" y="180"/>
                  <a:pt x="119" y="181"/>
                  <a:pt x="119" y="181"/>
                </a:cubicBezTo>
                <a:cubicBezTo>
                  <a:pt x="119" y="182"/>
                  <a:pt x="119" y="182"/>
                  <a:pt x="120" y="182"/>
                </a:cubicBezTo>
                <a:lnTo>
                  <a:pt x="120" y="183"/>
                </a:lnTo>
                <a:lnTo>
                  <a:pt x="115" y="182"/>
                </a:lnTo>
                <a:lnTo>
                  <a:pt x="115" y="181"/>
                </a:lnTo>
                <a:cubicBezTo>
                  <a:pt x="116" y="181"/>
                  <a:pt x="116" y="181"/>
                  <a:pt x="117" y="180"/>
                </a:cubicBezTo>
                <a:cubicBezTo>
                  <a:pt x="117" y="180"/>
                  <a:pt x="117" y="179"/>
                  <a:pt x="118" y="178"/>
                </a:cubicBezTo>
                <a:lnTo>
                  <a:pt x="123" y="158"/>
                </a:lnTo>
                <a:lnTo>
                  <a:pt x="121" y="158"/>
                </a:lnTo>
                <a:cubicBezTo>
                  <a:pt x="121" y="158"/>
                  <a:pt x="120" y="158"/>
                  <a:pt x="120" y="158"/>
                </a:cubicBezTo>
                <a:cubicBezTo>
                  <a:pt x="120" y="158"/>
                  <a:pt x="119" y="158"/>
                  <a:pt x="119" y="159"/>
                </a:cubicBezTo>
                <a:cubicBezTo>
                  <a:pt x="119" y="160"/>
                  <a:pt x="118" y="160"/>
                  <a:pt x="118" y="162"/>
                </a:cubicBezTo>
                <a:lnTo>
                  <a:pt x="117" y="161"/>
                </a:lnTo>
                <a:lnTo>
                  <a:pt x="119" y="156"/>
                </a:lnTo>
                <a:lnTo>
                  <a:pt x="129" y="158"/>
                </a:lnTo>
                <a:close/>
              </a:path>
              <a:path w="336" h="189">
                <a:moveTo>
                  <a:pt x="209" y="181"/>
                </a:moveTo>
                <a:lnTo>
                  <a:pt x="210" y="181"/>
                </a:lnTo>
                <a:lnTo>
                  <a:pt x="204" y="183"/>
                </a:lnTo>
                <a:lnTo>
                  <a:pt x="204" y="182"/>
                </a:lnTo>
                <a:lnTo>
                  <a:pt x="205" y="182"/>
                </a:lnTo>
                <a:cubicBezTo>
                  <a:pt x="205" y="182"/>
                  <a:pt x="205" y="181"/>
                  <a:pt x="206" y="181"/>
                </a:cubicBezTo>
                <a:cubicBezTo>
                  <a:pt x="206" y="180"/>
                  <a:pt x="205" y="179"/>
                  <a:pt x="205" y="178"/>
                </a:cubicBezTo>
                <a:lnTo>
                  <a:pt x="202" y="161"/>
                </a:lnTo>
                <a:cubicBezTo>
                  <a:pt x="201" y="160"/>
                  <a:pt x="201" y="159"/>
                  <a:pt x="201" y="159"/>
                </a:cubicBezTo>
                <a:cubicBezTo>
                  <a:pt x="201" y="158"/>
                  <a:pt x="201" y="158"/>
                  <a:pt x="200" y="158"/>
                </a:cubicBezTo>
                <a:cubicBezTo>
                  <a:pt x="200" y="158"/>
                  <a:pt x="200" y="158"/>
                  <a:pt x="199" y="158"/>
                </a:cubicBezTo>
                <a:lnTo>
                  <a:pt x="199" y="157"/>
                </a:lnTo>
                <a:lnTo>
                  <a:pt x="204" y="156"/>
                </a:lnTo>
                <a:lnTo>
                  <a:pt x="204" y="157"/>
                </a:lnTo>
                <a:cubicBezTo>
                  <a:pt x="203" y="157"/>
                  <a:pt x="203" y="157"/>
                  <a:pt x="203" y="158"/>
                </a:cubicBezTo>
                <a:cubicBezTo>
                  <a:pt x="203" y="158"/>
                  <a:pt x="203" y="159"/>
                  <a:pt x="203" y="161"/>
                </a:cubicBezTo>
                <a:lnTo>
                  <a:pt x="207" y="177"/>
                </a:lnTo>
                <a:cubicBezTo>
                  <a:pt x="207" y="179"/>
                  <a:pt x="207" y="179"/>
                  <a:pt x="208" y="180"/>
                </a:cubicBezTo>
                <a:cubicBezTo>
                  <a:pt x="208" y="180"/>
                  <a:pt x="208" y="180"/>
                  <a:pt x="208" y="181"/>
                </a:cubicBezTo>
                <a:cubicBezTo>
                  <a:pt x="208" y="181"/>
                  <a:pt x="209" y="181"/>
                  <a:pt x="209" y="181"/>
                </a:cubicBezTo>
                <a:close/>
              </a:path>
              <a:path w="336" h="189">
                <a:moveTo>
                  <a:pt x="197" y="157"/>
                </a:moveTo>
                <a:lnTo>
                  <a:pt x="199" y="166"/>
                </a:lnTo>
                <a:cubicBezTo>
                  <a:pt x="198" y="163"/>
                  <a:pt x="197" y="162"/>
                  <a:pt x="196" y="161"/>
                </a:cubicBezTo>
                <a:cubicBezTo>
                  <a:pt x="195" y="160"/>
                  <a:pt x="194" y="159"/>
                  <a:pt x="193" y="160"/>
                </a:cubicBezTo>
                <a:cubicBezTo>
                  <a:pt x="193" y="160"/>
                  <a:pt x="192" y="160"/>
                  <a:pt x="192" y="161"/>
                </a:cubicBezTo>
                <a:cubicBezTo>
                  <a:pt x="191" y="162"/>
                  <a:pt x="191" y="164"/>
                  <a:pt x="191" y="166"/>
                </a:cubicBezTo>
                <a:cubicBezTo>
                  <a:pt x="191" y="168"/>
                  <a:pt x="191" y="170"/>
                  <a:pt x="192" y="173"/>
                </a:cubicBezTo>
                <a:cubicBezTo>
                  <a:pt x="192" y="175"/>
                  <a:pt x="193" y="177"/>
                  <a:pt x="194" y="179"/>
                </a:cubicBezTo>
                <a:cubicBezTo>
                  <a:pt x="194" y="181"/>
                  <a:pt x="195" y="182"/>
                  <a:pt x="196" y="183"/>
                </a:cubicBezTo>
                <a:cubicBezTo>
                  <a:pt x="197" y="183"/>
                  <a:pt x="198" y="184"/>
                  <a:pt x="199" y="183"/>
                </a:cubicBezTo>
                <a:cubicBezTo>
                  <a:pt x="200" y="183"/>
                  <a:pt x="200" y="183"/>
                  <a:pt x="201" y="182"/>
                </a:cubicBezTo>
                <a:cubicBezTo>
                  <a:pt x="201" y="181"/>
                  <a:pt x="202" y="179"/>
                  <a:pt x="202" y="177"/>
                </a:cubicBezTo>
                <a:cubicBezTo>
                  <a:pt x="202" y="180"/>
                  <a:pt x="202" y="182"/>
                  <a:pt x="201" y="183"/>
                </a:cubicBezTo>
                <a:cubicBezTo>
                  <a:pt x="201" y="184"/>
                  <a:pt x="200" y="185"/>
                  <a:pt x="199" y="185"/>
                </a:cubicBezTo>
                <a:cubicBezTo>
                  <a:pt x="197" y="186"/>
                  <a:pt x="195" y="184"/>
                  <a:pt x="193" y="182"/>
                </a:cubicBezTo>
                <a:cubicBezTo>
                  <a:pt x="191" y="179"/>
                  <a:pt x="190" y="177"/>
                  <a:pt x="190" y="174"/>
                </a:cubicBezTo>
                <a:cubicBezTo>
                  <a:pt x="189" y="171"/>
                  <a:pt x="189" y="169"/>
                  <a:pt x="189" y="166"/>
                </a:cubicBezTo>
                <a:cubicBezTo>
                  <a:pt x="189" y="164"/>
                  <a:pt x="190" y="162"/>
                  <a:pt x="190" y="161"/>
                </a:cubicBezTo>
                <a:cubicBezTo>
                  <a:pt x="191" y="159"/>
                  <a:pt x="192" y="159"/>
                  <a:pt x="193" y="158"/>
                </a:cubicBezTo>
                <a:cubicBezTo>
                  <a:pt x="194" y="158"/>
                  <a:pt x="195" y="158"/>
                  <a:pt x="196" y="159"/>
                </a:cubicBezTo>
                <a:cubicBezTo>
                  <a:pt x="196" y="159"/>
                  <a:pt x="196" y="159"/>
                  <a:pt x="197" y="159"/>
                </a:cubicBezTo>
                <a:cubicBezTo>
                  <a:pt x="197" y="159"/>
                  <a:pt x="197" y="159"/>
                  <a:pt x="197" y="159"/>
                </a:cubicBezTo>
                <a:cubicBezTo>
                  <a:pt x="197" y="158"/>
                  <a:pt x="197" y="158"/>
                  <a:pt x="197" y="157"/>
                </a:cubicBezTo>
                <a:close/>
              </a:path>
              <a:path w="336" h="189">
                <a:moveTo>
                  <a:pt x="183" y="160"/>
                </a:moveTo>
                <a:lnTo>
                  <a:pt x="185" y="169"/>
                </a:lnTo>
                <a:cubicBezTo>
                  <a:pt x="184" y="167"/>
                  <a:pt x="184" y="166"/>
                  <a:pt x="183" y="165"/>
                </a:cubicBezTo>
                <a:cubicBezTo>
                  <a:pt x="183" y="164"/>
                  <a:pt x="182" y="163"/>
                  <a:pt x="182" y="163"/>
                </a:cubicBezTo>
                <a:cubicBezTo>
                  <a:pt x="181" y="162"/>
                  <a:pt x="180" y="162"/>
                  <a:pt x="180" y="162"/>
                </a:cubicBezTo>
                <a:cubicBezTo>
                  <a:pt x="179" y="163"/>
                  <a:pt x="179" y="163"/>
                  <a:pt x="178" y="164"/>
                </a:cubicBezTo>
                <a:cubicBezTo>
                  <a:pt x="178" y="165"/>
                  <a:pt x="178" y="166"/>
                  <a:pt x="178" y="167"/>
                </a:cubicBezTo>
                <a:cubicBezTo>
                  <a:pt x="179" y="168"/>
                  <a:pt x="179" y="168"/>
                  <a:pt x="179" y="169"/>
                </a:cubicBezTo>
                <a:cubicBezTo>
                  <a:pt x="180" y="170"/>
                  <a:pt x="181" y="171"/>
                  <a:pt x="183" y="172"/>
                </a:cubicBezTo>
                <a:cubicBezTo>
                  <a:pt x="184" y="173"/>
                  <a:pt x="185" y="174"/>
                  <a:pt x="186" y="175"/>
                </a:cubicBezTo>
                <a:cubicBezTo>
                  <a:pt x="186" y="175"/>
                  <a:pt x="187" y="176"/>
                  <a:pt x="187" y="177"/>
                </a:cubicBezTo>
                <a:cubicBezTo>
                  <a:pt x="188" y="178"/>
                  <a:pt x="188" y="179"/>
                  <a:pt x="188" y="180"/>
                </a:cubicBezTo>
                <a:cubicBezTo>
                  <a:pt x="189" y="182"/>
                  <a:pt x="189" y="183"/>
                  <a:pt x="188" y="185"/>
                </a:cubicBezTo>
                <a:cubicBezTo>
                  <a:pt x="188" y="186"/>
                  <a:pt x="187" y="187"/>
                  <a:pt x="186" y="188"/>
                </a:cubicBezTo>
                <a:cubicBezTo>
                  <a:pt x="185" y="188"/>
                  <a:pt x="185" y="188"/>
                  <a:pt x="185" y="188"/>
                </a:cubicBezTo>
                <a:cubicBezTo>
                  <a:pt x="185" y="188"/>
                  <a:pt x="184" y="188"/>
                  <a:pt x="184" y="187"/>
                </a:cubicBezTo>
                <a:cubicBezTo>
                  <a:pt x="183" y="187"/>
                  <a:pt x="182" y="187"/>
                  <a:pt x="182" y="187"/>
                </a:cubicBezTo>
                <a:cubicBezTo>
                  <a:pt x="182" y="187"/>
                  <a:pt x="182" y="187"/>
                  <a:pt x="182" y="187"/>
                </a:cubicBezTo>
                <a:cubicBezTo>
                  <a:pt x="182" y="188"/>
                  <a:pt x="182" y="188"/>
                  <a:pt x="182" y="189"/>
                </a:cubicBezTo>
                <a:lnTo>
                  <a:pt x="180" y="180"/>
                </a:lnTo>
                <a:cubicBezTo>
                  <a:pt x="181" y="182"/>
                  <a:pt x="181" y="183"/>
                  <a:pt x="182" y="184"/>
                </a:cubicBezTo>
                <a:cubicBezTo>
                  <a:pt x="182" y="185"/>
                  <a:pt x="183" y="185"/>
                  <a:pt x="183" y="186"/>
                </a:cubicBezTo>
                <a:cubicBezTo>
                  <a:pt x="184" y="186"/>
                  <a:pt x="185" y="186"/>
                  <a:pt x="185" y="186"/>
                </a:cubicBezTo>
                <a:cubicBezTo>
                  <a:pt x="186" y="186"/>
                  <a:pt x="187" y="185"/>
                  <a:pt x="187" y="185"/>
                </a:cubicBezTo>
                <a:cubicBezTo>
                  <a:pt x="187" y="184"/>
                  <a:pt x="187" y="183"/>
                  <a:pt x="187" y="181"/>
                </a:cubicBezTo>
                <a:cubicBezTo>
                  <a:pt x="187" y="181"/>
                  <a:pt x="187" y="180"/>
                  <a:pt x="186" y="180"/>
                </a:cubicBezTo>
                <a:cubicBezTo>
                  <a:pt x="186" y="179"/>
                  <a:pt x="186" y="178"/>
                  <a:pt x="185" y="178"/>
                </a:cubicBezTo>
                <a:cubicBezTo>
                  <a:pt x="185" y="178"/>
                  <a:pt x="184" y="177"/>
                  <a:pt x="183" y="176"/>
                </a:cubicBezTo>
                <a:cubicBezTo>
                  <a:pt x="181" y="175"/>
                  <a:pt x="180" y="174"/>
                  <a:pt x="180" y="174"/>
                </a:cubicBezTo>
                <a:cubicBezTo>
                  <a:pt x="179" y="173"/>
                  <a:pt x="179" y="172"/>
                  <a:pt x="178" y="171"/>
                </a:cubicBezTo>
                <a:cubicBezTo>
                  <a:pt x="178" y="171"/>
                  <a:pt x="177" y="170"/>
                  <a:pt x="177" y="169"/>
                </a:cubicBezTo>
                <a:cubicBezTo>
                  <a:pt x="177" y="167"/>
                  <a:pt x="177" y="165"/>
                  <a:pt x="177" y="164"/>
                </a:cubicBezTo>
                <a:cubicBezTo>
                  <a:pt x="178" y="162"/>
                  <a:pt x="178" y="161"/>
                  <a:pt x="179" y="161"/>
                </a:cubicBezTo>
                <a:cubicBezTo>
                  <a:pt x="180" y="161"/>
                  <a:pt x="181" y="161"/>
                  <a:pt x="182" y="161"/>
                </a:cubicBezTo>
                <a:cubicBezTo>
                  <a:pt x="182" y="162"/>
                  <a:pt x="182" y="162"/>
                  <a:pt x="182" y="162"/>
                </a:cubicBezTo>
                <a:cubicBezTo>
                  <a:pt x="183" y="162"/>
                  <a:pt x="183" y="162"/>
                  <a:pt x="183" y="161"/>
                </a:cubicBezTo>
                <a:cubicBezTo>
                  <a:pt x="183" y="161"/>
                  <a:pt x="183" y="161"/>
                  <a:pt x="183" y="160"/>
                </a:cubicBezTo>
                <a:close/>
              </a:path>
              <a:path w="336" h="189">
                <a:moveTo>
                  <a:pt x="209" y="157"/>
                </a:moveTo>
                <a:lnTo>
                  <a:pt x="212" y="167"/>
                </a:lnTo>
                <a:lnTo>
                  <a:pt x="214" y="166"/>
                </a:lnTo>
                <a:cubicBezTo>
                  <a:pt x="215" y="166"/>
                  <a:pt x="215" y="166"/>
                  <a:pt x="216" y="165"/>
                </a:cubicBezTo>
                <a:cubicBezTo>
                  <a:pt x="216" y="165"/>
                  <a:pt x="216" y="164"/>
                  <a:pt x="215" y="162"/>
                </a:cubicBezTo>
                <a:lnTo>
                  <a:pt x="216" y="162"/>
                </a:lnTo>
                <a:lnTo>
                  <a:pt x="218" y="171"/>
                </a:lnTo>
                <a:lnTo>
                  <a:pt x="217" y="171"/>
                </a:lnTo>
                <a:cubicBezTo>
                  <a:pt x="217" y="170"/>
                  <a:pt x="217" y="169"/>
                  <a:pt x="217" y="169"/>
                </a:cubicBezTo>
                <a:cubicBezTo>
                  <a:pt x="216" y="168"/>
                  <a:pt x="216" y="168"/>
                  <a:pt x="216" y="168"/>
                </a:cubicBezTo>
                <a:cubicBezTo>
                  <a:pt x="216" y="168"/>
                  <a:pt x="215" y="167"/>
                  <a:pt x="215" y="168"/>
                </a:cubicBezTo>
                <a:lnTo>
                  <a:pt x="212" y="168"/>
                </a:lnTo>
                <a:lnTo>
                  <a:pt x="214" y="177"/>
                </a:lnTo>
                <a:cubicBezTo>
                  <a:pt x="214" y="178"/>
                  <a:pt x="214" y="179"/>
                  <a:pt x="214" y="179"/>
                </a:cubicBezTo>
                <a:cubicBezTo>
                  <a:pt x="215" y="179"/>
                  <a:pt x="215" y="179"/>
                  <a:pt x="215" y="179"/>
                </a:cubicBezTo>
                <a:cubicBezTo>
                  <a:pt x="215" y="179"/>
                  <a:pt x="215" y="179"/>
                  <a:pt x="216" y="179"/>
                </a:cubicBezTo>
                <a:lnTo>
                  <a:pt x="218" y="179"/>
                </a:lnTo>
                <a:cubicBezTo>
                  <a:pt x="218" y="179"/>
                  <a:pt x="219" y="178"/>
                  <a:pt x="219" y="178"/>
                </a:cubicBezTo>
                <a:cubicBezTo>
                  <a:pt x="219" y="178"/>
                  <a:pt x="219" y="177"/>
                  <a:pt x="220" y="177"/>
                </a:cubicBezTo>
                <a:cubicBezTo>
                  <a:pt x="220" y="176"/>
                  <a:pt x="220" y="175"/>
                  <a:pt x="220" y="173"/>
                </a:cubicBezTo>
                <a:lnTo>
                  <a:pt x="221" y="180"/>
                </a:lnTo>
                <a:lnTo>
                  <a:pt x="212" y="182"/>
                </a:lnTo>
                <a:lnTo>
                  <a:pt x="211" y="181"/>
                </a:lnTo>
                <a:lnTo>
                  <a:pt x="212" y="181"/>
                </a:lnTo>
                <a:cubicBezTo>
                  <a:pt x="212" y="181"/>
                  <a:pt x="212" y="181"/>
                  <a:pt x="213" y="180"/>
                </a:cubicBezTo>
                <a:cubicBezTo>
                  <a:pt x="213" y="180"/>
                  <a:pt x="213" y="180"/>
                  <a:pt x="213" y="179"/>
                </a:cubicBezTo>
                <a:cubicBezTo>
                  <a:pt x="213" y="179"/>
                  <a:pt x="213" y="178"/>
                  <a:pt x="212" y="177"/>
                </a:cubicBezTo>
                <a:lnTo>
                  <a:pt x="208" y="160"/>
                </a:lnTo>
                <a:cubicBezTo>
                  <a:pt x="208" y="159"/>
                  <a:pt x="208" y="158"/>
                  <a:pt x="208" y="157"/>
                </a:cubicBezTo>
                <a:cubicBezTo>
                  <a:pt x="207" y="157"/>
                  <a:pt x="207" y="157"/>
                  <a:pt x="206" y="157"/>
                </a:cubicBezTo>
                <a:lnTo>
                  <a:pt x="206" y="156"/>
                </a:lnTo>
                <a:lnTo>
                  <a:pt x="215" y="154"/>
                </a:lnTo>
                <a:lnTo>
                  <a:pt x="216" y="159"/>
                </a:lnTo>
                <a:lnTo>
                  <a:pt x="216" y="160"/>
                </a:lnTo>
                <a:cubicBezTo>
                  <a:pt x="215" y="158"/>
                  <a:pt x="215" y="157"/>
                  <a:pt x="215" y="157"/>
                </a:cubicBezTo>
                <a:cubicBezTo>
                  <a:pt x="215" y="156"/>
                  <a:pt x="214" y="156"/>
                  <a:pt x="214" y="156"/>
                </a:cubicBezTo>
                <a:cubicBezTo>
                  <a:pt x="214" y="156"/>
                  <a:pt x="213" y="156"/>
                  <a:pt x="213" y="156"/>
                </a:cubicBezTo>
                <a:lnTo>
                  <a:pt x="209" y="157"/>
                </a:lnTo>
                <a:close/>
              </a:path>
              <a:path w="336" h="189">
                <a:moveTo>
                  <a:pt x="217" y="153"/>
                </a:moveTo>
                <a:lnTo>
                  <a:pt x="220" y="153"/>
                </a:lnTo>
                <a:lnTo>
                  <a:pt x="231" y="170"/>
                </a:lnTo>
                <a:lnTo>
                  <a:pt x="228" y="155"/>
                </a:lnTo>
                <a:cubicBezTo>
                  <a:pt x="228" y="154"/>
                  <a:pt x="227" y="153"/>
                  <a:pt x="227" y="152"/>
                </a:cubicBezTo>
                <a:cubicBezTo>
                  <a:pt x="227" y="152"/>
                  <a:pt x="226" y="152"/>
                  <a:pt x="226" y="152"/>
                </a:cubicBezTo>
                <a:lnTo>
                  <a:pt x="225" y="152"/>
                </a:lnTo>
                <a:lnTo>
                  <a:pt x="225" y="151"/>
                </a:lnTo>
                <a:lnTo>
                  <a:pt x="229" y="150"/>
                </a:lnTo>
                <a:lnTo>
                  <a:pt x="230" y="151"/>
                </a:lnTo>
                <a:lnTo>
                  <a:pt x="229" y="151"/>
                </a:lnTo>
                <a:cubicBezTo>
                  <a:pt x="229" y="151"/>
                  <a:pt x="228" y="151"/>
                  <a:pt x="228" y="152"/>
                </a:cubicBezTo>
                <a:cubicBezTo>
                  <a:pt x="228" y="153"/>
                  <a:pt x="228" y="154"/>
                  <a:pt x="229" y="155"/>
                </a:cubicBezTo>
                <a:lnTo>
                  <a:pt x="234" y="177"/>
                </a:lnTo>
                <a:lnTo>
                  <a:pt x="233" y="177"/>
                </a:lnTo>
                <a:lnTo>
                  <a:pt x="221" y="158"/>
                </a:lnTo>
                <a:lnTo>
                  <a:pt x="224" y="174"/>
                </a:lnTo>
                <a:cubicBezTo>
                  <a:pt x="225" y="175"/>
                  <a:pt x="225" y="176"/>
                  <a:pt x="225" y="177"/>
                </a:cubicBezTo>
                <a:cubicBezTo>
                  <a:pt x="226" y="177"/>
                  <a:pt x="226" y="177"/>
                  <a:pt x="226" y="177"/>
                </a:cubicBezTo>
                <a:lnTo>
                  <a:pt x="227" y="177"/>
                </a:lnTo>
                <a:lnTo>
                  <a:pt x="227" y="178"/>
                </a:lnTo>
                <a:lnTo>
                  <a:pt x="223" y="179"/>
                </a:lnTo>
                <a:lnTo>
                  <a:pt x="223" y="178"/>
                </a:lnTo>
                <a:cubicBezTo>
                  <a:pt x="224" y="178"/>
                  <a:pt x="224" y="178"/>
                  <a:pt x="224" y="177"/>
                </a:cubicBezTo>
                <a:cubicBezTo>
                  <a:pt x="224" y="176"/>
                  <a:pt x="224" y="175"/>
                  <a:pt x="224" y="174"/>
                </a:cubicBezTo>
                <a:lnTo>
                  <a:pt x="220" y="156"/>
                </a:lnTo>
                <a:cubicBezTo>
                  <a:pt x="219" y="155"/>
                  <a:pt x="219" y="155"/>
                  <a:pt x="218" y="155"/>
                </a:cubicBezTo>
                <a:cubicBezTo>
                  <a:pt x="218" y="154"/>
                  <a:pt x="218" y="154"/>
                  <a:pt x="217" y="154"/>
                </a:cubicBezTo>
                <a:cubicBezTo>
                  <a:pt x="217" y="154"/>
                  <a:pt x="217" y="154"/>
                  <a:pt x="217" y="154"/>
                </a:cubicBezTo>
                <a:lnTo>
                  <a:pt x="217" y="153"/>
                </a:lnTo>
                <a:close/>
              </a:path>
              <a:path w="336" h="189">
                <a:moveTo>
                  <a:pt x="238" y="146"/>
                </a:moveTo>
                <a:lnTo>
                  <a:pt x="242" y="155"/>
                </a:lnTo>
                <a:cubicBezTo>
                  <a:pt x="240" y="152"/>
                  <a:pt x="239" y="151"/>
                  <a:pt x="238" y="150"/>
                </a:cubicBezTo>
                <a:cubicBezTo>
                  <a:pt x="237" y="149"/>
                  <a:pt x="236" y="149"/>
                  <a:pt x="235" y="149"/>
                </a:cubicBezTo>
                <a:cubicBezTo>
                  <a:pt x="234" y="149"/>
                  <a:pt x="233" y="150"/>
                  <a:pt x="233" y="151"/>
                </a:cubicBezTo>
                <a:cubicBezTo>
                  <a:pt x="233" y="152"/>
                  <a:pt x="233" y="154"/>
                  <a:pt x="233" y="156"/>
                </a:cubicBezTo>
                <a:cubicBezTo>
                  <a:pt x="233" y="158"/>
                  <a:pt x="234" y="160"/>
                  <a:pt x="235" y="163"/>
                </a:cubicBezTo>
                <a:cubicBezTo>
                  <a:pt x="236" y="165"/>
                  <a:pt x="237" y="167"/>
                  <a:pt x="237" y="168"/>
                </a:cubicBezTo>
                <a:cubicBezTo>
                  <a:pt x="238" y="170"/>
                  <a:pt x="239" y="171"/>
                  <a:pt x="240" y="172"/>
                </a:cubicBezTo>
                <a:cubicBezTo>
                  <a:pt x="241" y="172"/>
                  <a:pt x="242" y="172"/>
                  <a:pt x="243" y="172"/>
                </a:cubicBezTo>
                <a:cubicBezTo>
                  <a:pt x="244" y="172"/>
                  <a:pt x="245" y="171"/>
                  <a:pt x="245" y="170"/>
                </a:cubicBezTo>
                <a:cubicBezTo>
                  <a:pt x="245" y="169"/>
                  <a:pt x="246" y="168"/>
                  <a:pt x="246" y="165"/>
                </a:cubicBezTo>
                <a:lnTo>
                  <a:pt x="246" y="166"/>
                </a:lnTo>
                <a:cubicBezTo>
                  <a:pt x="246" y="168"/>
                  <a:pt x="246" y="170"/>
                  <a:pt x="246" y="171"/>
                </a:cubicBezTo>
                <a:cubicBezTo>
                  <a:pt x="245" y="173"/>
                  <a:pt x="244" y="174"/>
                  <a:pt x="243" y="174"/>
                </a:cubicBezTo>
                <a:cubicBezTo>
                  <a:pt x="241" y="175"/>
                  <a:pt x="239" y="174"/>
                  <a:pt x="237" y="171"/>
                </a:cubicBezTo>
                <a:cubicBezTo>
                  <a:pt x="235" y="169"/>
                  <a:pt x="234" y="167"/>
                  <a:pt x="233" y="164"/>
                </a:cubicBezTo>
                <a:cubicBezTo>
                  <a:pt x="232" y="161"/>
                  <a:pt x="231" y="159"/>
                  <a:pt x="231" y="156"/>
                </a:cubicBezTo>
                <a:cubicBezTo>
                  <a:pt x="231" y="154"/>
                  <a:pt x="231" y="152"/>
                  <a:pt x="232" y="151"/>
                </a:cubicBezTo>
                <a:cubicBezTo>
                  <a:pt x="232" y="149"/>
                  <a:pt x="233" y="148"/>
                  <a:pt x="234" y="148"/>
                </a:cubicBezTo>
                <a:cubicBezTo>
                  <a:pt x="235" y="148"/>
                  <a:pt x="236" y="148"/>
                  <a:pt x="237" y="148"/>
                </a:cubicBezTo>
                <a:cubicBezTo>
                  <a:pt x="238" y="148"/>
                  <a:pt x="238" y="149"/>
                  <a:pt x="238" y="149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8"/>
                  <a:pt x="238" y="147"/>
                  <a:pt x="238" y="147"/>
                </a:cubicBezTo>
                <a:lnTo>
                  <a:pt x="238" y="146"/>
                </a:lnTo>
                <a:close/>
              </a:path>
              <a:path w="336" h="189">
                <a:moveTo>
                  <a:pt x="245" y="146"/>
                </a:moveTo>
                <a:lnTo>
                  <a:pt x="248" y="156"/>
                </a:lnTo>
                <a:lnTo>
                  <a:pt x="251" y="155"/>
                </a:lnTo>
                <a:cubicBezTo>
                  <a:pt x="252" y="155"/>
                  <a:pt x="252" y="155"/>
                  <a:pt x="252" y="154"/>
                </a:cubicBezTo>
                <a:cubicBezTo>
                  <a:pt x="252" y="153"/>
                  <a:pt x="252" y="152"/>
                  <a:pt x="252" y="151"/>
                </a:cubicBezTo>
                <a:lnTo>
                  <a:pt x="255" y="159"/>
                </a:lnTo>
                <a:cubicBezTo>
                  <a:pt x="254" y="158"/>
                  <a:pt x="254" y="158"/>
                  <a:pt x="254" y="157"/>
                </a:cubicBezTo>
                <a:cubicBezTo>
                  <a:pt x="253" y="157"/>
                  <a:pt x="253" y="157"/>
                  <a:pt x="253" y="156"/>
                </a:cubicBezTo>
                <a:cubicBezTo>
                  <a:pt x="252" y="156"/>
                  <a:pt x="252" y="156"/>
                  <a:pt x="251" y="156"/>
                </a:cubicBezTo>
                <a:lnTo>
                  <a:pt x="249" y="157"/>
                </a:lnTo>
                <a:lnTo>
                  <a:pt x="252" y="166"/>
                </a:lnTo>
                <a:cubicBezTo>
                  <a:pt x="252" y="167"/>
                  <a:pt x="252" y="167"/>
                  <a:pt x="252" y="168"/>
                </a:cubicBezTo>
                <a:cubicBezTo>
                  <a:pt x="253" y="168"/>
                  <a:pt x="253" y="168"/>
                  <a:pt x="253" y="168"/>
                </a:cubicBezTo>
                <a:cubicBezTo>
                  <a:pt x="253" y="168"/>
                  <a:pt x="253" y="168"/>
                  <a:pt x="254" y="168"/>
                </a:cubicBezTo>
                <a:lnTo>
                  <a:pt x="256" y="167"/>
                </a:lnTo>
                <a:cubicBezTo>
                  <a:pt x="256" y="167"/>
                  <a:pt x="257" y="167"/>
                  <a:pt x="257" y="166"/>
                </a:cubicBezTo>
                <a:cubicBezTo>
                  <a:pt x="257" y="166"/>
                  <a:pt x="258" y="166"/>
                  <a:pt x="258" y="165"/>
                </a:cubicBezTo>
                <a:cubicBezTo>
                  <a:pt x="258" y="164"/>
                  <a:pt x="258" y="163"/>
                  <a:pt x="258" y="161"/>
                </a:cubicBezTo>
                <a:lnTo>
                  <a:pt x="259" y="168"/>
                </a:lnTo>
                <a:lnTo>
                  <a:pt x="250" y="171"/>
                </a:lnTo>
                <a:lnTo>
                  <a:pt x="249" y="170"/>
                </a:lnTo>
                <a:lnTo>
                  <a:pt x="250" y="170"/>
                </a:lnTo>
                <a:cubicBezTo>
                  <a:pt x="250" y="170"/>
                  <a:pt x="250" y="170"/>
                  <a:pt x="251" y="169"/>
                </a:cubicBezTo>
                <a:cubicBezTo>
                  <a:pt x="251" y="169"/>
                  <a:pt x="251" y="169"/>
                  <a:pt x="251" y="168"/>
                </a:cubicBezTo>
                <a:cubicBezTo>
                  <a:pt x="251" y="168"/>
                  <a:pt x="250" y="167"/>
                  <a:pt x="250" y="166"/>
                </a:cubicBezTo>
                <a:lnTo>
                  <a:pt x="244" y="150"/>
                </a:lnTo>
                <a:cubicBezTo>
                  <a:pt x="244" y="148"/>
                  <a:pt x="243" y="147"/>
                  <a:pt x="243" y="147"/>
                </a:cubicBezTo>
                <a:cubicBezTo>
                  <a:pt x="242" y="147"/>
                  <a:pt x="242" y="147"/>
                  <a:pt x="241" y="147"/>
                </a:cubicBezTo>
                <a:lnTo>
                  <a:pt x="241" y="146"/>
                </a:lnTo>
                <a:lnTo>
                  <a:pt x="250" y="143"/>
                </a:lnTo>
                <a:lnTo>
                  <a:pt x="252" y="148"/>
                </a:lnTo>
                <a:cubicBezTo>
                  <a:pt x="251" y="147"/>
                  <a:pt x="251" y="146"/>
                  <a:pt x="251" y="146"/>
                </a:cubicBezTo>
                <a:cubicBezTo>
                  <a:pt x="250" y="145"/>
                  <a:pt x="250" y="145"/>
                  <a:pt x="249" y="145"/>
                </a:cubicBezTo>
                <a:cubicBezTo>
                  <a:pt x="249" y="145"/>
                  <a:pt x="249" y="145"/>
                  <a:pt x="248" y="145"/>
                </a:cubicBezTo>
                <a:lnTo>
                  <a:pt x="245" y="146"/>
                </a:lnTo>
                <a:close/>
              </a:path>
            </a:pathLst>
          </a:custGeom>
          <a:solidFill>
            <a:srgbClr val="24211D"/>
          </a:solidFill>
          <a:ln>
            <a:noFill/>
          </a:ln>
        </p:spPr>
      </p:sp>
      <p:sp>
        <p:nvSpPr>
          <p:cNvPr id="21" name="Freeform 16"/>
          <p:cNvSpPr>
            <a:spLocks noGrp="1"/>
          </p:cNvSpPr>
          <p:nvPr/>
        </p:nvSpPr>
        <p:spPr>
          <a:xfrm>
            <a:off x="9944100" y="267970"/>
            <a:ext cx="220980" cy="125730"/>
          </a:xfrm>
          <a:custGeom>
            <a:avLst/>
            <a:gdLst/>
            <a:ahLst/>
            <a:cxnLst/>
            <a:rect l="l" t="t" r="r" b="b"/>
            <a:pathLst>
              <a:path w="143" h="81">
                <a:moveTo>
                  <a:pt x="102" y="38"/>
                </a:moveTo>
                <a:lnTo>
                  <a:pt x="129" y="38"/>
                </a:lnTo>
                <a:cubicBezTo>
                  <a:pt x="135" y="33"/>
                  <a:pt x="68" y="12"/>
                  <a:pt x="53" y="18"/>
                </a:cubicBezTo>
                <a:cubicBezTo>
                  <a:pt x="44" y="22"/>
                  <a:pt x="65" y="31"/>
                  <a:pt x="77" y="41"/>
                </a:cubicBezTo>
                <a:cubicBezTo>
                  <a:pt x="84" y="46"/>
                  <a:pt x="94" y="54"/>
                  <a:pt x="96" y="58"/>
                </a:cubicBezTo>
                <a:cubicBezTo>
                  <a:pt x="101" y="65"/>
                  <a:pt x="97" y="72"/>
                  <a:pt x="88" y="81"/>
                </a:cubicBezTo>
                <a:lnTo>
                  <a:pt x="0" y="81"/>
                </a:lnTo>
                <a:cubicBezTo>
                  <a:pt x="3" y="78"/>
                  <a:pt x="7" y="76"/>
                  <a:pt x="10" y="76"/>
                </a:cubicBezTo>
                <a:lnTo>
                  <a:pt x="57" y="76"/>
                </a:lnTo>
                <a:cubicBezTo>
                  <a:pt x="65" y="75"/>
                  <a:pt x="82" y="73"/>
                  <a:pt x="82" y="53"/>
                </a:cubicBezTo>
                <a:cubicBezTo>
                  <a:pt x="79" y="40"/>
                  <a:pt x="48" y="37"/>
                  <a:pt x="39" y="27"/>
                </a:cubicBezTo>
                <a:cubicBezTo>
                  <a:pt x="35" y="23"/>
                  <a:pt x="41" y="17"/>
                  <a:pt x="53" y="17"/>
                </a:cubicBezTo>
                <a:cubicBezTo>
                  <a:pt x="75" y="0"/>
                  <a:pt x="143" y="8"/>
                  <a:pt x="141" y="24"/>
                </a:cubicBezTo>
                <a:cubicBezTo>
                  <a:pt x="140" y="33"/>
                  <a:pt x="134" y="39"/>
                  <a:pt x="127" y="45"/>
                </a:cubicBezTo>
                <a:lnTo>
                  <a:pt x="118" y="45"/>
                </a:lnTo>
                <a:lnTo>
                  <a:pt x="108" y="81"/>
                </a:lnTo>
                <a:lnTo>
                  <a:pt x="96" y="81"/>
                </a:lnTo>
                <a:lnTo>
                  <a:pt x="106" y="45"/>
                </a:lnTo>
                <a:lnTo>
                  <a:pt x="95" y="45"/>
                </a:lnTo>
                <a:lnTo>
                  <a:pt x="102" y="38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2" name="Freeform 17"/>
          <p:cNvSpPr>
            <a:spLocks noGrp="1"/>
          </p:cNvSpPr>
          <p:nvPr/>
        </p:nvSpPr>
        <p:spPr>
          <a:xfrm>
            <a:off x="9963150" y="339090"/>
            <a:ext cx="50800" cy="41910"/>
          </a:xfrm>
          <a:custGeom>
            <a:avLst/>
            <a:gdLst/>
            <a:ahLst/>
            <a:cxnLst/>
            <a:rect l="l" t="t" r="r" b="b"/>
            <a:pathLst>
              <a:path w="33" h="27">
                <a:moveTo>
                  <a:pt x="7" y="0"/>
                </a:moveTo>
                <a:lnTo>
                  <a:pt x="18" y="0"/>
                </a:lnTo>
                <a:lnTo>
                  <a:pt x="13" y="17"/>
                </a:lnTo>
                <a:lnTo>
                  <a:pt x="18" y="17"/>
                </a:lnTo>
                <a:lnTo>
                  <a:pt x="22" y="0"/>
                </a:lnTo>
                <a:lnTo>
                  <a:pt x="33" y="0"/>
                </a:lnTo>
                <a:lnTo>
                  <a:pt x="25" y="27"/>
                </a:lnTo>
                <a:lnTo>
                  <a:pt x="15" y="27"/>
                </a:lnTo>
                <a:lnTo>
                  <a:pt x="17" y="20"/>
                </a:lnTo>
                <a:lnTo>
                  <a:pt x="13" y="20"/>
                </a:lnTo>
                <a:lnTo>
                  <a:pt x="11" y="27"/>
                </a:lnTo>
                <a:lnTo>
                  <a:pt x="0" y="27"/>
                </a:lnTo>
                <a:lnTo>
                  <a:pt x="7" y="0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3" name="Freeform 18"/>
          <p:cNvSpPr>
            <a:spLocks noGrp="1"/>
          </p:cNvSpPr>
          <p:nvPr/>
        </p:nvSpPr>
        <p:spPr>
          <a:xfrm>
            <a:off x="10007600" y="339090"/>
            <a:ext cx="50800" cy="41910"/>
          </a:xfrm>
          <a:custGeom>
            <a:avLst/>
            <a:gdLst/>
            <a:ahLst/>
            <a:cxnLst/>
            <a:rect l="l" t="t" r="r" b="b"/>
            <a:pathLst>
              <a:path w="33" h="27">
                <a:moveTo>
                  <a:pt x="8" y="0"/>
                </a:moveTo>
                <a:lnTo>
                  <a:pt x="0" y="27"/>
                </a:lnTo>
                <a:lnTo>
                  <a:pt x="25" y="27"/>
                </a:lnTo>
                <a:lnTo>
                  <a:pt x="33" y="0"/>
                </a:lnTo>
                <a:lnTo>
                  <a:pt x="22" y="0"/>
                </a:lnTo>
                <a:lnTo>
                  <a:pt x="15" y="24"/>
                </a:lnTo>
                <a:lnTo>
                  <a:pt x="11" y="24"/>
                </a:lnTo>
                <a:lnTo>
                  <a:pt x="18" y="0"/>
                </a:lnTo>
                <a:lnTo>
                  <a:pt x="8" y="0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4" name="Freeform 5"/>
          <p:cNvSpPr>
            <a:spLocks noGrp="1"/>
          </p:cNvSpPr>
          <p:nvPr/>
        </p:nvSpPr>
        <p:spPr>
          <a:xfrm>
            <a:off x="10436860" y="152400"/>
            <a:ext cx="1607820" cy="325120"/>
          </a:xfrm>
          <a:custGeom>
            <a:avLst/>
            <a:gdLst/>
            <a:ahLst/>
            <a:cxnLst/>
            <a:rect l="l" t="t" r="r" b="b"/>
            <a:pathLst>
              <a:path w="489" h="98">
                <a:moveTo>
                  <a:pt x="98" y="37"/>
                </a:moveTo>
                <a:cubicBezTo>
                  <a:pt x="98" y="37"/>
                  <a:pt x="101" y="31"/>
                  <a:pt x="102" y="39"/>
                </a:cubicBezTo>
                <a:lnTo>
                  <a:pt x="104" y="45"/>
                </a:lnTo>
                <a:cubicBezTo>
                  <a:pt x="104" y="45"/>
                  <a:pt x="106" y="49"/>
                  <a:pt x="109" y="43"/>
                </a:cubicBezTo>
                <a:lnTo>
                  <a:pt x="112" y="40"/>
                </a:lnTo>
                <a:cubicBezTo>
                  <a:pt x="112" y="40"/>
                  <a:pt x="114" y="40"/>
                  <a:pt x="114" y="37"/>
                </a:cubicBezTo>
                <a:lnTo>
                  <a:pt x="113" y="28"/>
                </a:lnTo>
                <a:cubicBezTo>
                  <a:pt x="113" y="28"/>
                  <a:pt x="113" y="22"/>
                  <a:pt x="111" y="22"/>
                </a:cubicBezTo>
                <a:cubicBezTo>
                  <a:pt x="111" y="22"/>
                  <a:pt x="108" y="16"/>
                  <a:pt x="112" y="15"/>
                </a:cubicBezTo>
                <a:cubicBezTo>
                  <a:pt x="112" y="15"/>
                  <a:pt x="113" y="11"/>
                  <a:pt x="119" y="14"/>
                </a:cubicBezTo>
                <a:cubicBezTo>
                  <a:pt x="119" y="14"/>
                  <a:pt x="125" y="16"/>
                  <a:pt x="123" y="21"/>
                </a:cubicBezTo>
                <a:lnTo>
                  <a:pt x="122" y="29"/>
                </a:lnTo>
                <a:cubicBezTo>
                  <a:pt x="122" y="29"/>
                  <a:pt x="121" y="33"/>
                  <a:pt x="127" y="28"/>
                </a:cubicBezTo>
                <a:lnTo>
                  <a:pt x="135" y="23"/>
                </a:lnTo>
                <a:cubicBezTo>
                  <a:pt x="135" y="23"/>
                  <a:pt x="143" y="20"/>
                  <a:pt x="145" y="24"/>
                </a:cubicBezTo>
                <a:cubicBezTo>
                  <a:pt x="145" y="24"/>
                  <a:pt x="147" y="27"/>
                  <a:pt x="143" y="30"/>
                </a:cubicBezTo>
                <a:cubicBezTo>
                  <a:pt x="143" y="30"/>
                  <a:pt x="131" y="33"/>
                  <a:pt x="133" y="42"/>
                </a:cubicBezTo>
                <a:cubicBezTo>
                  <a:pt x="133" y="42"/>
                  <a:pt x="139" y="43"/>
                  <a:pt x="134" y="48"/>
                </a:cubicBezTo>
                <a:cubicBezTo>
                  <a:pt x="134" y="48"/>
                  <a:pt x="128" y="49"/>
                  <a:pt x="125" y="52"/>
                </a:cubicBezTo>
                <a:lnTo>
                  <a:pt x="121" y="53"/>
                </a:lnTo>
                <a:lnTo>
                  <a:pt x="121" y="86"/>
                </a:lnTo>
                <a:cubicBezTo>
                  <a:pt x="121" y="86"/>
                  <a:pt x="121" y="96"/>
                  <a:pt x="115" y="92"/>
                </a:cubicBezTo>
                <a:cubicBezTo>
                  <a:pt x="115" y="92"/>
                  <a:pt x="109" y="84"/>
                  <a:pt x="113" y="74"/>
                </a:cubicBezTo>
                <a:lnTo>
                  <a:pt x="114" y="49"/>
                </a:lnTo>
                <a:cubicBezTo>
                  <a:pt x="114" y="49"/>
                  <a:pt x="115" y="41"/>
                  <a:pt x="109" y="50"/>
                </a:cubicBezTo>
                <a:lnTo>
                  <a:pt x="104" y="57"/>
                </a:lnTo>
                <a:cubicBezTo>
                  <a:pt x="104" y="57"/>
                  <a:pt x="102" y="60"/>
                  <a:pt x="98" y="58"/>
                </a:cubicBezTo>
                <a:cubicBezTo>
                  <a:pt x="98" y="58"/>
                  <a:pt x="90" y="54"/>
                  <a:pt x="94" y="47"/>
                </a:cubicBezTo>
                <a:cubicBezTo>
                  <a:pt x="96" y="45"/>
                  <a:pt x="97" y="40"/>
                  <a:pt x="98" y="37"/>
                </a:cubicBezTo>
                <a:close/>
                <a:moveTo>
                  <a:pt x="121" y="39"/>
                </a:moveTo>
                <a:lnTo>
                  <a:pt x="121" y="45"/>
                </a:lnTo>
                <a:cubicBezTo>
                  <a:pt x="121" y="45"/>
                  <a:pt x="120" y="48"/>
                  <a:pt x="125" y="45"/>
                </a:cubicBezTo>
                <a:cubicBezTo>
                  <a:pt x="125" y="45"/>
                  <a:pt x="128" y="42"/>
                  <a:pt x="128" y="40"/>
                </a:cubicBezTo>
                <a:cubicBezTo>
                  <a:pt x="128" y="40"/>
                  <a:pt x="128" y="35"/>
                  <a:pt x="130" y="35"/>
                </a:cubicBezTo>
                <a:cubicBezTo>
                  <a:pt x="130" y="35"/>
                  <a:pt x="131" y="31"/>
                  <a:pt x="126" y="33"/>
                </a:cubicBezTo>
                <a:lnTo>
                  <a:pt x="123" y="37"/>
                </a:lnTo>
                <a:lnTo>
                  <a:pt x="122" y="37"/>
                </a:lnTo>
                <a:cubicBezTo>
                  <a:pt x="122" y="37"/>
                  <a:pt x="121" y="38"/>
                  <a:pt x="121" y="39"/>
                </a:cubicBezTo>
                <a:close/>
              </a:path>
              <a:path w="489" h="98">
                <a:moveTo>
                  <a:pt x="29" y="76"/>
                </a:moveTo>
                <a:cubicBezTo>
                  <a:pt x="34" y="73"/>
                  <a:pt x="37" y="72"/>
                  <a:pt x="38" y="73"/>
                </a:cubicBezTo>
                <a:cubicBezTo>
                  <a:pt x="39" y="73"/>
                  <a:pt x="39" y="80"/>
                  <a:pt x="39" y="92"/>
                </a:cubicBezTo>
                <a:cubicBezTo>
                  <a:pt x="39" y="98"/>
                  <a:pt x="43" y="98"/>
                  <a:pt x="45" y="95"/>
                </a:cubicBezTo>
                <a:cubicBezTo>
                  <a:pt x="47" y="92"/>
                  <a:pt x="48" y="86"/>
                  <a:pt x="48" y="78"/>
                </a:cubicBezTo>
                <a:lnTo>
                  <a:pt x="48" y="71"/>
                </a:lnTo>
                <a:lnTo>
                  <a:pt x="50" y="68"/>
                </a:lnTo>
                <a:lnTo>
                  <a:pt x="59" y="64"/>
                </a:lnTo>
                <a:cubicBezTo>
                  <a:pt x="62" y="63"/>
                  <a:pt x="62" y="61"/>
                  <a:pt x="59" y="60"/>
                </a:cubicBezTo>
                <a:lnTo>
                  <a:pt x="54" y="56"/>
                </a:lnTo>
                <a:cubicBezTo>
                  <a:pt x="53" y="54"/>
                  <a:pt x="53" y="53"/>
                  <a:pt x="56" y="52"/>
                </a:cubicBezTo>
                <a:lnTo>
                  <a:pt x="71" y="44"/>
                </a:lnTo>
                <a:cubicBezTo>
                  <a:pt x="73" y="44"/>
                  <a:pt x="74" y="42"/>
                  <a:pt x="71" y="39"/>
                </a:cubicBezTo>
                <a:cubicBezTo>
                  <a:pt x="69" y="37"/>
                  <a:pt x="67" y="37"/>
                  <a:pt x="64" y="39"/>
                </a:cubicBezTo>
                <a:lnTo>
                  <a:pt x="59" y="41"/>
                </a:lnTo>
                <a:cubicBezTo>
                  <a:pt x="56" y="44"/>
                  <a:pt x="55" y="42"/>
                  <a:pt x="59" y="37"/>
                </a:cubicBezTo>
                <a:lnTo>
                  <a:pt x="64" y="34"/>
                </a:lnTo>
                <a:cubicBezTo>
                  <a:pt x="68" y="32"/>
                  <a:pt x="66" y="30"/>
                  <a:pt x="63" y="29"/>
                </a:cubicBezTo>
                <a:lnTo>
                  <a:pt x="59" y="26"/>
                </a:lnTo>
                <a:cubicBezTo>
                  <a:pt x="57" y="25"/>
                  <a:pt x="56" y="25"/>
                  <a:pt x="55" y="28"/>
                </a:cubicBezTo>
                <a:cubicBezTo>
                  <a:pt x="55" y="32"/>
                  <a:pt x="54" y="34"/>
                  <a:pt x="52" y="35"/>
                </a:cubicBezTo>
                <a:cubicBezTo>
                  <a:pt x="50" y="36"/>
                  <a:pt x="48" y="36"/>
                  <a:pt x="47" y="35"/>
                </a:cubicBezTo>
                <a:cubicBezTo>
                  <a:pt x="45" y="33"/>
                  <a:pt x="45" y="32"/>
                  <a:pt x="47" y="30"/>
                </a:cubicBezTo>
                <a:cubicBezTo>
                  <a:pt x="49" y="27"/>
                  <a:pt x="52" y="25"/>
                  <a:pt x="56" y="25"/>
                </a:cubicBezTo>
                <a:cubicBezTo>
                  <a:pt x="60" y="23"/>
                  <a:pt x="64" y="21"/>
                  <a:pt x="65" y="18"/>
                </a:cubicBezTo>
                <a:cubicBezTo>
                  <a:pt x="66" y="17"/>
                  <a:pt x="65" y="14"/>
                  <a:pt x="62" y="11"/>
                </a:cubicBezTo>
                <a:cubicBezTo>
                  <a:pt x="59" y="6"/>
                  <a:pt x="55" y="5"/>
                  <a:pt x="52" y="10"/>
                </a:cubicBezTo>
                <a:lnTo>
                  <a:pt x="47" y="22"/>
                </a:lnTo>
                <a:lnTo>
                  <a:pt x="43" y="22"/>
                </a:lnTo>
                <a:lnTo>
                  <a:pt x="44" y="14"/>
                </a:lnTo>
                <a:cubicBezTo>
                  <a:pt x="45" y="12"/>
                  <a:pt x="43" y="10"/>
                  <a:pt x="40" y="7"/>
                </a:cubicBezTo>
                <a:cubicBezTo>
                  <a:pt x="36" y="5"/>
                  <a:pt x="34" y="4"/>
                  <a:pt x="33" y="7"/>
                </a:cubicBezTo>
                <a:cubicBezTo>
                  <a:pt x="32" y="7"/>
                  <a:pt x="33" y="9"/>
                  <a:pt x="36" y="13"/>
                </a:cubicBezTo>
                <a:cubicBezTo>
                  <a:pt x="38" y="15"/>
                  <a:pt x="39" y="18"/>
                  <a:pt x="41" y="23"/>
                </a:cubicBezTo>
                <a:cubicBezTo>
                  <a:pt x="36" y="23"/>
                  <a:pt x="31" y="24"/>
                  <a:pt x="26" y="23"/>
                </a:cubicBezTo>
                <a:cubicBezTo>
                  <a:pt x="20" y="23"/>
                  <a:pt x="17" y="24"/>
                  <a:pt x="20" y="27"/>
                </a:cubicBezTo>
                <a:cubicBezTo>
                  <a:pt x="21" y="29"/>
                  <a:pt x="23" y="30"/>
                  <a:pt x="24" y="32"/>
                </a:cubicBezTo>
                <a:lnTo>
                  <a:pt x="38" y="28"/>
                </a:lnTo>
                <a:cubicBezTo>
                  <a:pt x="45" y="27"/>
                  <a:pt x="45" y="27"/>
                  <a:pt x="43" y="30"/>
                </a:cubicBezTo>
                <a:cubicBezTo>
                  <a:pt x="43" y="31"/>
                  <a:pt x="41" y="31"/>
                  <a:pt x="39" y="30"/>
                </a:cubicBezTo>
                <a:cubicBezTo>
                  <a:pt x="36" y="31"/>
                  <a:pt x="36" y="33"/>
                  <a:pt x="37" y="35"/>
                </a:cubicBezTo>
                <a:cubicBezTo>
                  <a:pt x="38" y="39"/>
                  <a:pt x="38" y="40"/>
                  <a:pt x="35" y="38"/>
                </a:cubicBezTo>
                <a:cubicBezTo>
                  <a:pt x="34" y="38"/>
                  <a:pt x="33" y="38"/>
                  <a:pt x="33" y="39"/>
                </a:cubicBezTo>
                <a:cubicBezTo>
                  <a:pt x="32" y="40"/>
                  <a:pt x="30" y="40"/>
                  <a:pt x="28" y="37"/>
                </a:cubicBezTo>
                <a:cubicBezTo>
                  <a:pt x="24" y="33"/>
                  <a:pt x="21" y="32"/>
                  <a:pt x="20" y="35"/>
                </a:cubicBezTo>
                <a:lnTo>
                  <a:pt x="21" y="38"/>
                </a:lnTo>
                <a:cubicBezTo>
                  <a:pt x="23" y="42"/>
                  <a:pt x="23" y="44"/>
                  <a:pt x="20" y="44"/>
                </a:cubicBezTo>
                <a:cubicBezTo>
                  <a:pt x="19" y="45"/>
                  <a:pt x="20" y="46"/>
                  <a:pt x="21" y="47"/>
                </a:cubicBezTo>
                <a:lnTo>
                  <a:pt x="24" y="50"/>
                </a:lnTo>
                <a:cubicBezTo>
                  <a:pt x="26" y="53"/>
                  <a:pt x="28" y="53"/>
                  <a:pt x="32" y="49"/>
                </a:cubicBezTo>
                <a:cubicBezTo>
                  <a:pt x="36" y="44"/>
                  <a:pt x="38" y="43"/>
                  <a:pt x="38" y="47"/>
                </a:cubicBezTo>
                <a:cubicBezTo>
                  <a:pt x="38" y="50"/>
                  <a:pt x="37" y="51"/>
                  <a:pt x="34" y="51"/>
                </a:cubicBezTo>
                <a:lnTo>
                  <a:pt x="1" y="61"/>
                </a:lnTo>
                <a:cubicBezTo>
                  <a:pt x="0" y="61"/>
                  <a:pt x="0" y="61"/>
                  <a:pt x="0" y="61"/>
                </a:cubicBezTo>
                <a:lnTo>
                  <a:pt x="7" y="66"/>
                </a:lnTo>
                <a:cubicBezTo>
                  <a:pt x="8" y="66"/>
                  <a:pt x="10" y="66"/>
                  <a:pt x="11" y="66"/>
                </a:cubicBezTo>
                <a:lnTo>
                  <a:pt x="20" y="63"/>
                </a:lnTo>
                <a:lnTo>
                  <a:pt x="33" y="56"/>
                </a:lnTo>
                <a:cubicBezTo>
                  <a:pt x="37" y="55"/>
                  <a:pt x="39" y="55"/>
                  <a:pt x="38" y="58"/>
                </a:cubicBezTo>
                <a:cubicBezTo>
                  <a:pt x="38" y="59"/>
                  <a:pt x="37" y="60"/>
                  <a:pt x="35" y="61"/>
                </a:cubicBezTo>
                <a:cubicBezTo>
                  <a:pt x="29" y="64"/>
                  <a:pt x="23" y="69"/>
                  <a:pt x="17" y="74"/>
                </a:cubicBezTo>
                <a:cubicBezTo>
                  <a:pt x="14" y="77"/>
                  <a:pt x="13" y="78"/>
                  <a:pt x="17" y="78"/>
                </a:cubicBezTo>
                <a:cubicBezTo>
                  <a:pt x="19" y="79"/>
                  <a:pt x="21" y="79"/>
                  <a:pt x="25" y="77"/>
                </a:cubicBezTo>
                <a:lnTo>
                  <a:pt x="29" y="76"/>
                </a:lnTo>
                <a:close/>
                <a:moveTo>
                  <a:pt x="38" y="65"/>
                </a:moveTo>
                <a:cubicBezTo>
                  <a:pt x="38" y="67"/>
                  <a:pt x="37" y="68"/>
                  <a:pt x="34" y="69"/>
                </a:cubicBezTo>
                <a:lnTo>
                  <a:pt x="30" y="70"/>
                </a:lnTo>
                <a:cubicBezTo>
                  <a:pt x="26" y="71"/>
                  <a:pt x="25" y="71"/>
                  <a:pt x="28" y="69"/>
                </a:cubicBezTo>
                <a:lnTo>
                  <a:pt x="35" y="64"/>
                </a:lnTo>
                <a:cubicBezTo>
                  <a:pt x="37" y="63"/>
                  <a:pt x="38" y="63"/>
                  <a:pt x="38" y="65"/>
                </a:cubicBezTo>
                <a:close/>
                <a:moveTo>
                  <a:pt x="48" y="57"/>
                </a:moveTo>
                <a:lnTo>
                  <a:pt x="48" y="61"/>
                </a:lnTo>
                <a:cubicBezTo>
                  <a:pt x="48" y="63"/>
                  <a:pt x="50" y="63"/>
                  <a:pt x="51" y="62"/>
                </a:cubicBezTo>
                <a:cubicBezTo>
                  <a:pt x="51" y="62"/>
                  <a:pt x="51" y="61"/>
                  <a:pt x="51" y="59"/>
                </a:cubicBezTo>
                <a:cubicBezTo>
                  <a:pt x="50" y="58"/>
                  <a:pt x="49" y="57"/>
                  <a:pt x="48" y="57"/>
                </a:cubicBezTo>
                <a:close/>
                <a:moveTo>
                  <a:pt x="50" y="50"/>
                </a:moveTo>
                <a:cubicBezTo>
                  <a:pt x="48" y="50"/>
                  <a:pt x="48" y="51"/>
                  <a:pt x="48" y="52"/>
                </a:cubicBezTo>
                <a:cubicBezTo>
                  <a:pt x="49" y="53"/>
                  <a:pt x="51" y="53"/>
                  <a:pt x="53" y="51"/>
                </a:cubicBezTo>
                <a:lnTo>
                  <a:pt x="58" y="48"/>
                </a:lnTo>
                <a:cubicBezTo>
                  <a:pt x="59" y="47"/>
                  <a:pt x="59" y="47"/>
                  <a:pt x="56" y="47"/>
                </a:cubicBezTo>
                <a:lnTo>
                  <a:pt x="51" y="49"/>
                </a:lnTo>
                <a:lnTo>
                  <a:pt x="50" y="50"/>
                </a:lnTo>
                <a:close/>
                <a:moveTo>
                  <a:pt x="48" y="39"/>
                </a:moveTo>
                <a:lnTo>
                  <a:pt x="47" y="44"/>
                </a:lnTo>
                <a:cubicBezTo>
                  <a:pt x="48" y="47"/>
                  <a:pt x="49" y="47"/>
                  <a:pt x="51" y="45"/>
                </a:cubicBezTo>
                <a:cubicBezTo>
                  <a:pt x="51" y="44"/>
                  <a:pt x="52" y="43"/>
                  <a:pt x="53" y="41"/>
                </a:cubicBezTo>
                <a:cubicBezTo>
                  <a:pt x="53" y="39"/>
                  <a:pt x="52" y="39"/>
                  <a:pt x="51" y="38"/>
                </a:cubicBezTo>
                <a:cubicBezTo>
                  <a:pt x="50" y="38"/>
                  <a:pt x="49" y="38"/>
                  <a:pt x="48" y="39"/>
                </a:cubicBezTo>
                <a:close/>
                <a:moveTo>
                  <a:pt x="60" y="14"/>
                </a:moveTo>
                <a:cubicBezTo>
                  <a:pt x="60" y="15"/>
                  <a:pt x="59" y="16"/>
                  <a:pt x="58" y="17"/>
                </a:cubicBezTo>
                <a:lnTo>
                  <a:pt x="57" y="17"/>
                </a:lnTo>
                <a:cubicBezTo>
                  <a:pt x="56" y="17"/>
                  <a:pt x="55" y="18"/>
                  <a:pt x="54" y="17"/>
                </a:cubicBezTo>
                <a:lnTo>
                  <a:pt x="57" y="14"/>
                </a:lnTo>
                <a:cubicBezTo>
                  <a:pt x="58" y="14"/>
                  <a:pt x="60" y="13"/>
                  <a:pt x="60" y="14"/>
                </a:cubicBezTo>
                <a:close/>
              </a:path>
              <a:path w="489" h="98">
                <a:moveTo>
                  <a:pt x="186" y="22"/>
                </a:moveTo>
                <a:lnTo>
                  <a:pt x="193" y="17"/>
                </a:lnTo>
                <a:cubicBezTo>
                  <a:pt x="193" y="17"/>
                  <a:pt x="195" y="13"/>
                  <a:pt x="198" y="18"/>
                </a:cubicBezTo>
                <a:cubicBezTo>
                  <a:pt x="198" y="18"/>
                  <a:pt x="202" y="23"/>
                  <a:pt x="196" y="24"/>
                </a:cubicBezTo>
                <a:cubicBezTo>
                  <a:pt x="196" y="24"/>
                  <a:pt x="193" y="26"/>
                  <a:pt x="191" y="25"/>
                </a:cubicBezTo>
                <a:cubicBezTo>
                  <a:pt x="191" y="25"/>
                  <a:pt x="180" y="30"/>
                  <a:pt x="177" y="31"/>
                </a:cubicBezTo>
                <a:cubicBezTo>
                  <a:pt x="177" y="31"/>
                  <a:pt x="171" y="33"/>
                  <a:pt x="172" y="30"/>
                </a:cubicBezTo>
                <a:lnTo>
                  <a:pt x="183" y="24"/>
                </a:lnTo>
                <a:lnTo>
                  <a:pt x="186" y="22"/>
                </a:lnTo>
                <a:close/>
              </a:path>
              <a:path w="489" h="98">
                <a:moveTo>
                  <a:pt x="217" y="29"/>
                </a:moveTo>
                <a:lnTo>
                  <a:pt x="216" y="50"/>
                </a:lnTo>
                <a:lnTo>
                  <a:pt x="220" y="47"/>
                </a:lnTo>
                <a:lnTo>
                  <a:pt x="221" y="42"/>
                </a:lnTo>
                <a:cubicBezTo>
                  <a:pt x="221" y="42"/>
                  <a:pt x="221" y="39"/>
                  <a:pt x="225" y="43"/>
                </a:cubicBezTo>
                <a:cubicBezTo>
                  <a:pt x="225" y="43"/>
                  <a:pt x="229" y="46"/>
                  <a:pt x="228" y="50"/>
                </a:cubicBezTo>
                <a:cubicBezTo>
                  <a:pt x="228" y="50"/>
                  <a:pt x="220" y="52"/>
                  <a:pt x="216" y="59"/>
                </a:cubicBezTo>
                <a:lnTo>
                  <a:pt x="216" y="83"/>
                </a:lnTo>
                <a:cubicBezTo>
                  <a:pt x="216" y="83"/>
                  <a:pt x="216" y="87"/>
                  <a:pt x="215" y="89"/>
                </a:cubicBezTo>
                <a:cubicBezTo>
                  <a:pt x="215" y="89"/>
                  <a:pt x="212" y="95"/>
                  <a:pt x="211" y="94"/>
                </a:cubicBezTo>
                <a:cubicBezTo>
                  <a:pt x="211" y="94"/>
                  <a:pt x="207" y="92"/>
                  <a:pt x="209" y="86"/>
                </a:cubicBezTo>
                <a:lnTo>
                  <a:pt x="209" y="69"/>
                </a:lnTo>
                <a:cubicBezTo>
                  <a:pt x="209" y="69"/>
                  <a:pt x="210" y="63"/>
                  <a:pt x="206" y="68"/>
                </a:cubicBezTo>
                <a:cubicBezTo>
                  <a:pt x="206" y="68"/>
                  <a:pt x="202" y="74"/>
                  <a:pt x="197" y="69"/>
                </a:cubicBezTo>
                <a:cubicBezTo>
                  <a:pt x="197" y="69"/>
                  <a:pt x="192" y="67"/>
                  <a:pt x="197" y="64"/>
                </a:cubicBezTo>
                <a:cubicBezTo>
                  <a:pt x="197" y="64"/>
                  <a:pt x="198" y="64"/>
                  <a:pt x="199" y="59"/>
                </a:cubicBezTo>
                <a:lnTo>
                  <a:pt x="200" y="55"/>
                </a:lnTo>
                <a:cubicBezTo>
                  <a:pt x="200" y="55"/>
                  <a:pt x="201" y="50"/>
                  <a:pt x="198" y="50"/>
                </a:cubicBezTo>
                <a:cubicBezTo>
                  <a:pt x="198" y="50"/>
                  <a:pt x="195" y="47"/>
                  <a:pt x="197" y="45"/>
                </a:cubicBezTo>
                <a:cubicBezTo>
                  <a:pt x="197" y="45"/>
                  <a:pt x="203" y="38"/>
                  <a:pt x="196" y="32"/>
                </a:cubicBezTo>
                <a:cubicBezTo>
                  <a:pt x="196" y="32"/>
                  <a:pt x="190" y="29"/>
                  <a:pt x="195" y="28"/>
                </a:cubicBezTo>
                <a:cubicBezTo>
                  <a:pt x="195" y="28"/>
                  <a:pt x="199" y="28"/>
                  <a:pt x="199" y="29"/>
                </a:cubicBezTo>
                <a:cubicBezTo>
                  <a:pt x="199" y="29"/>
                  <a:pt x="207" y="28"/>
                  <a:pt x="207" y="34"/>
                </a:cubicBezTo>
                <a:cubicBezTo>
                  <a:pt x="207" y="34"/>
                  <a:pt x="207" y="37"/>
                  <a:pt x="205" y="37"/>
                </a:cubicBezTo>
                <a:cubicBezTo>
                  <a:pt x="205" y="37"/>
                  <a:pt x="197" y="44"/>
                  <a:pt x="203" y="44"/>
                </a:cubicBezTo>
                <a:cubicBezTo>
                  <a:pt x="203" y="44"/>
                  <a:pt x="211" y="46"/>
                  <a:pt x="205" y="52"/>
                </a:cubicBezTo>
                <a:cubicBezTo>
                  <a:pt x="205" y="52"/>
                  <a:pt x="203" y="51"/>
                  <a:pt x="202" y="57"/>
                </a:cubicBezTo>
                <a:cubicBezTo>
                  <a:pt x="202" y="57"/>
                  <a:pt x="199" y="64"/>
                  <a:pt x="204" y="61"/>
                </a:cubicBezTo>
                <a:cubicBezTo>
                  <a:pt x="204" y="61"/>
                  <a:pt x="206" y="60"/>
                  <a:pt x="209" y="57"/>
                </a:cubicBezTo>
                <a:cubicBezTo>
                  <a:pt x="209" y="57"/>
                  <a:pt x="210" y="54"/>
                  <a:pt x="210" y="51"/>
                </a:cubicBezTo>
                <a:cubicBezTo>
                  <a:pt x="210" y="51"/>
                  <a:pt x="210" y="26"/>
                  <a:pt x="209" y="20"/>
                </a:cubicBezTo>
                <a:cubicBezTo>
                  <a:pt x="209" y="20"/>
                  <a:pt x="207" y="16"/>
                  <a:pt x="211" y="14"/>
                </a:cubicBezTo>
                <a:cubicBezTo>
                  <a:pt x="211" y="14"/>
                  <a:pt x="214" y="12"/>
                  <a:pt x="218" y="16"/>
                </a:cubicBezTo>
                <a:cubicBezTo>
                  <a:pt x="218" y="16"/>
                  <a:pt x="221" y="17"/>
                  <a:pt x="218" y="21"/>
                </a:cubicBezTo>
                <a:lnTo>
                  <a:pt x="217" y="26"/>
                </a:lnTo>
                <a:lnTo>
                  <a:pt x="217" y="29"/>
                </a:lnTo>
                <a:close/>
              </a:path>
              <a:path w="489" h="98">
                <a:moveTo>
                  <a:pt x="170" y="48"/>
                </a:moveTo>
                <a:cubicBezTo>
                  <a:pt x="170" y="48"/>
                  <a:pt x="165" y="51"/>
                  <a:pt x="163" y="49"/>
                </a:cubicBezTo>
                <a:cubicBezTo>
                  <a:pt x="163" y="49"/>
                  <a:pt x="160" y="49"/>
                  <a:pt x="162" y="52"/>
                </a:cubicBezTo>
                <a:cubicBezTo>
                  <a:pt x="162" y="52"/>
                  <a:pt x="165" y="59"/>
                  <a:pt x="171" y="55"/>
                </a:cubicBezTo>
                <a:lnTo>
                  <a:pt x="179" y="49"/>
                </a:lnTo>
                <a:cubicBezTo>
                  <a:pt x="179" y="49"/>
                  <a:pt x="182" y="45"/>
                  <a:pt x="181" y="51"/>
                </a:cubicBezTo>
                <a:cubicBezTo>
                  <a:pt x="181" y="51"/>
                  <a:pt x="181" y="55"/>
                  <a:pt x="179" y="55"/>
                </a:cubicBezTo>
                <a:lnTo>
                  <a:pt x="167" y="68"/>
                </a:lnTo>
                <a:cubicBezTo>
                  <a:pt x="167" y="68"/>
                  <a:pt x="162" y="73"/>
                  <a:pt x="168" y="74"/>
                </a:cubicBezTo>
                <a:cubicBezTo>
                  <a:pt x="168" y="74"/>
                  <a:pt x="172" y="75"/>
                  <a:pt x="175" y="72"/>
                </a:cubicBezTo>
                <a:cubicBezTo>
                  <a:pt x="175" y="72"/>
                  <a:pt x="180" y="66"/>
                  <a:pt x="179" y="70"/>
                </a:cubicBezTo>
                <a:lnTo>
                  <a:pt x="179" y="79"/>
                </a:lnTo>
                <a:cubicBezTo>
                  <a:pt x="179" y="79"/>
                  <a:pt x="178" y="82"/>
                  <a:pt x="181" y="83"/>
                </a:cubicBezTo>
                <a:cubicBezTo>
                  <a:pt x="181" y="83"/>
                  <a:pt x="183" y="85"/>
                  <a:pt x="185" y="82"/>
                </a:cubicBezTo>
                <a:cubicBezTo>
                  <a:pt x="185" y="82"/>
                  <a:pt x="187" y="80"/>
                  <a:pt x="186" y="75"/>
                </a:cubicBezTo>
                <a:lnTo>
                  <a:pt x="186" y="63"/>
                </a:lnTo>
                <a:cubicBezTo>
                  <a:pt x="186" y="63"/>
                  <a:pt x="192" y="59"/>
                  <a:pt x="193" y="57"/>
                </a:cubicBezTo>
                <a:cubicBezTo>
                  <a:pt x="193" y="57"/>
                  <a:pt x="194" y="53"/>
                  <a:pt x="190" y="57"/>
                </a:cubicBezTo>
                <a:cubicBezTo>
                  <a:pt x="190" y="57"/>
                  <a:pt x="185" y="62"/>
                  <a:pt x="186" y="58"/>
                </a:cubicBezTo>
                <a:lnTo>
                  <a:pt x="186" y="52"/>
                </a:lnTo>
                <a:cubicBezTo>
                  <a:pt x="186" y="52"/>
                  <a:pt x="197" y="43"/>
                  <a:pt x="196" y="42"/>
                </a:cubicBezTo>
                <a:cubicBezTo>
                  <a:pt x="196" y="41"/>
                  <a:pt x="198" y="40"/>
                  <a:pt x="194" y="36"/>
                </a:cubicBezTo>
                <a:cubicBezTo>
                  <a:pt x="194" y="36"/>
                  <a:pt x="191" y="34"/>
                  <a:pt x="190" y="37"/>
                </a:cubicBezTo>
                <a:cubicBezTo>
                  <a:pt x="190" y="37"/>
                  <a:pt x="186" y="41"/>
                  <a:pt x="186" y="37"/>
                </a:cubicBezTo>
                <a:cubicBezTo>
                  <a:pt x="186" y="37"/>
                  <a:pt x="189" y="34"/>
                  <a:pt x="186" y="32"/>
                </a:cubicBezTo>
                <a:cubicBezTo>
                  <a:pt x="186" y="32"/>
                  <a:pt x="182" y="28"/>
                  <a:pt x="180" y="33"/>
                </a:cubicBezTo>
                <a:cubicBezTo>
                  <a:pt x="180" y="33"/>
                  <a:pt x="178" y="33"/>
                  <a:pt x="181" y="42"/>
                </a:cubicBezTo>
                <a:lnTo>
                  <a:pt x="176" y="44"/>
                </a:lnTo>
                <a:lnTo>
                  <a:pt x="173" y="46"/>
                </a:lnTo>
                <a:lnTo>
                  <a:pt x="170" y="48"/>
                </a:lnTo>
                <a:close/>
                <a:moveTo>
                  <a:pt x="186" y="43"/>
                </a:moveTo>
                <a:cubicBezTo>
                  <a:pt x="186" y="43"/>
                  <a:pt x="187" y="41"/>
                  <a:pt x="189" y="42"/>
                </a:cubicBezTo>
                <a:cubicBezTo>
                  <a:pt x="189" y="42"/>
                  <a:pt x="189" y="44"/>
                  <a:pt x="188" y="45"/>
                </a:cubicBezTo>
                <a:cubicBezTo>
                  <a:pt x="188" y="45"/>
                  <a:pt x="186" y="46"/>
                  <a:pt x="187" y="44"/>
                </a:cubicBezTo>
                <a:cubicBezTo>
                  <a:pt x="186" y="46"/>
                  <a:pt x="186" y="43"/>
                  <a:pt x="186" y="43"/>
                </a:cubicBezTo>
                <a:close/>
                <a:moveTo>
                  <a:pt x="175" y="64"/>
                </a:moveTo>
                <a:lnTo>
                  <a:pt x="178" y="61"/>
                </a:lnTo>
                <a:cubicBezTo>
                  <a:pt x="178" y="61"/>
                  <a:pt x="180" y="57"/>
                  <a:pt x="180" y="60"/>
                </a:cubicBezTo>
                <a:cubicBezTo>
                  <a:pt x="180" y="60"/>
                  <a:pt x="180" y="65"/>
                  <a:pt x="177" y="65"/>
                </a:cubicBezTo>
                <a:cubicBezTo>
                  <a:pt x="177" y="65"/>
                  <a:pt x="174" y="67"/>
                  <a:pt x="174" y="65"/>
                </a:cubicBezTo>
                <a:lnTo>
                  <a:pt x="175" y="65"/>
                </a:lnTo>
                <a:lnTo>
                  <a:pt x="175" y="64"/>
                </a:lnTo>
                <a:close/>
              </a:path>
              <a:path w="489" h="98">
                <a:moveTo>
                  <a:pt x="255" y="43"/>
                </a:moveTo>
                <a:cubicBezTo>
                  <a:pt x="255" y="43"/>
                  <a:pt x="252" y="46"/>
                  <a:pt x="249" y="46"/>
                </a:cubicBezTo>
                <a:cubicBezTo>
                  <a:pt x="249" y="46"/>
                  <a:pt x="247" y="45"/>
                  <a:pt x="248" y="48"/>
                </a:cubicBezTo>
                <a:cubicBezTo>
                  <a:pt x="248" y="48"/>
                  <a:pt x="248" y="51"/>
                  <a:pt x="253" y="52"/>
                </a:cubicBezTo>
                <a:cubicBezTo>
                  <a:pt x="253" y="52"/>
                  <a:pt x="257" y="52"/>
                  <a:pt x="257" y="51"/>
                </a:cubicBezTo>
                <a:cubicBezTo>
                  <a:pt x="257" y="51"/>
                  <a:pt x="257" y="49"/>
                  <a:pt x="260" y="48"/>
                </a:cubicBezTo>
                <a:cubicBezTo>
                  <a:pt x="260" y="48"/>
                  <a:pt x="263" y="46"/>
                  <a:pt x="264" y="45"/>
                </a:cubicBezTo>
                <a:cubicBezTo>
                  <a:pt x="264" y="45"/>
                  <a:pt x="267" y="42"/>
                  <a:pt x="266" y="46"/>
                </a:cubicBezTo>
                <a:lnTo>
                  <a:pt x="265" y="55"/>
                </a:lnTo>
                <a:cubicBezTo>
                  <a:pt x="265" y="59"/>
                  <a:pt x="258" y="64"/>
                  <a:pt x="256" y="66"/>
                </a:cubicBezTo>
                <a:cubicBezTo>
                  <a:pt x="256" y="66"/>
                  <a:pt x="253" y="69"/>
                  <a:pt x="251" y="69"/>
                </a:cubicBezTo>
                <a:cubicBezTo>
                  <a:pt x="251" y="69"/>
                  <a:pt x="249" y="68"/>
                  <a:pt x="251" y="72"/>
                </a:cubicBezTo>
                <a:cubicBezTo>
                  <a:pt x="251" y="72"/>
                  <a:pt x="255" y="76"/>
                  <a:pt x="257" y="75"/>
                </a:cubicBezTo>
                <a:lnTo>
                  <a:pt x="261" y="71"/>
                </a:lnTo>
                <a:lnTo>
                  <a:pt x="263" y="67"/>
                </a:lnTo>
                <a:cubicBezTo>
                  <a:pt x="263" y="67"/>
                  <a:pt x="266" y="63"/>
                  <a:pt x="265" y="69"/>
                </a:cubicBezTo>
                <a:cubicBezTo>
                  <a:pt x="265" y="69"/>
                  <a:pt x="265" y="77"/>
                  <a:pt x="263" y="79"/>
                </a:cubicBezTo>
                <a:cubicBezTo>
                  <a:pt x="263" y="79"/>
                  <a:pt x="262" y="79"/>
                  <a:pt x="264" y="82"/>
                </a:cubicBezTo>
                <a:cubicBezTo>
                  <a:pt x="264" y="82"/>
                  <a:pt x="266" y="87"/>
                  <a:pt x="268" y="85"/>
                </a:cubicBezTo>
                <a:lnTo>
                  <a:pt x="270" y="81"/>
                </a:lnTo>
                <a:cubicBezTo>
                  <a:pt x="270" y="81"/>
                  <a:pt x="272" y="78"/>
                  <a:pt x="271" y="76"/>
                </a:cubicBezTo>
                <a:cubicBezTo>
                  <a:pt x="270" y="75"/>
                  <a:pt x="271" y="57"/>
                  <a:pt x="271" y="57"/>
                </a:cubicBezTo>
                <a:lnTo>
                  <a:pt x="277" y="48"/>
                </a:lnTo>
                <a:cubicBezTo>
                  <a:pt x="277" y="48"/>
                  <a:pt x="281" y="44"/>
                  <a:pt x="277" y="44"/>
                </a:cubicBezTo>
                <a:cubicBezTo>
                  <a:pt x="277" y="44"/>
                  <a:pt x="275" y="46"/>
                  <a:pt x="273" y="49"/>
                </a:cubicBezTo>
                <a:cubicBezTo>
                  <a:pt x="273" y="49"/>
                  <a:pt x="271" y="51"/>
                  <a:pt x="272" y="46"/>
                </a:cubicBezTo>
                <a:lnTo>
                  <a:pt x="272" y="40"/>
                </a:lnTo>
                <a:cubicBezTo>
                  <a:pt x="272" y="40"/>
                  <a:pt x="271" y="37"/>
                  <a:pt x="275" y="36"/>
                </a:cubicBezTo>
                <a:lnTo>
                  <a:pt x="279" y="33"/>
                </a:lnTo>
                <a:cubicBezTo>
                  <a:pt x="279" y="33"/>
                  <a:pt x="282" y="31"/>
                  <a:pt x="280" y="30"/>
                </a:cubicBezTo>
                <a:cubicBezTo>
                  <a:pt x="280" y="30"/>
                  <a:pt x="276" y="26"/>
                  <a:pt x="276" y="30"/>
                </a:cubicBezTo>
                <a:lnTo>
                  <a:pt x="274" y="32"/>
                </a:lnTo>
                <a:cubicBezTo>
                  <a:pt x="274" y="32"/>
                  <a:pt x="272" y="34"/>
                  <a:pt x="273" y="30"/>
                </a:cubicBezTo>
                <a:lnTo>
                  <a:pt x="274" y="23"/>
                </a:lnTo>
                <a:cubicBezTo>
                  <a:pt x="274" y="23"/>
                  <a:pt x="274" y="18"/>
                  <a:pt x="276" y="17"/>
                </a:cubicBezTo>
                <a:cubicBezTo>
                  <a:pt x="276" y="17"/>
                  <a:pt x="273" y="11"/>
                  <a:pt x="269" y="14"/>
                </a:cubicBezTo>
                <a:cubicBezTo>
                  <a:pt x="269" y="14"/>
                  <a:pt x="263" y="17"/>
                  <a:pt x="267" y="21"/>
                </a:cubicBezTo>
                <a:lnTo>
                  <a:pt x="266" y="35"/>
                </a:lnTo>
                <a:cubicBezTo>
                  <a:pt x="266" y="35"/>
                  <a:pt x="266" y="38"/>
                  <a:pt x="264" y="38"/>
                </a:cubicBezTo>
                <a:lnTo>
                  <a:pt x="258" y="42"/>
                </a:lnTo>
                <a:lnTo>
                  <a:pt x="256" y="43"/>
                </a:lnTo>
                <a:lnTo>
                  <a:pt x="255" y="43"/>
                </a:lnTo>
                <a:close/>
              </a:path>
              <a:path w="489" h="98">
                <a:moveTo>
                  <a:pt x="303" y="56"/>
                </a:moveTo>
                <a:cubicBezTo>
                  <a:pt x="303" y="56"/>
                  <a:pt x="300" y="63"/>
                  <a:pt x="298" y="65"/>
                </a:cubicBezTo>
                <a:lnTo>
                  <a:pt x="304" y="70"/>
                </a:lnTo>
                <a:cubicBezTo>
                  <a:pt x="304" y="70"/>
                  <a:pt x="306" y="73"/>
                  <a:pt x="317" y="73"/>
                </a:cubicBezTo>
                <a:cubicBezTo>
                  <a:pt x="317" y="73"/>
                  <a:pt x="323" y="73"/>
                  <a:pt x="316" y="76"/>
                </a:cubicBezTo>
                <a:lnTo>
                  <a:pt x="307" y="81"/>
                </a:lnTo>
                <a:cubicBezTo>
                  <a:pt x="307" y="81"/>
                  <a:pt x="300" y="84"/>
                  <a:pt x="299" y="80"/>
                </a:cubicBezTo>
                <a:lnTo>
                  <a:pt x="295" y="73"/>
                </a:lnTo>
                <a:cubicBezTo>
                  <a:pt x="295" y="73"/>
                  <a:pt x="294" y="68"/>
                  <a:pt x="293" y="72"/>
                </a:cubicBezTo>
                <a:cubicBezTo>
                  <a:pt x="293" y="72"/>
                  <a:pt x="288" y="78"/>
                  <a:pt x="285" y="78"/>
                </a:cubicBezTo>
                <a:cubicBezTo>
                  <a:pt x="285" y="78"/>
                  <a:pt x="280" y="79"/>
                  <a:pt x="276" y="77"/>
                </a:cubicBezTo>
                <a:cubicBezTo>
                  <a:pt x="276" y="77"/>
                  <a:pt x="269" y="77"/>
                  <a:pt x="279" y="75"/>
                </a:cubicBezTo>
                <a:cubicBezTo>
                  <a:pt x="279" y="75"/>
                  <a:pt x="286" y="73"/>
                  <a:pt x="290" y="66"/>
                </a:cubicBezTo>
                <a:lnTo>
                  <a:pt x="283" y="58"/>
                </a:lnTo>
                <a:cubicBezTo>
                  <a:pt x="283" y="58"/>
                  <a:pt x="280" y="55"/>
                  <a:pt x="284" y="55"/>
                </a:cubicBezTo>
                <a:cubicBezTo>
                  <a:pt x="284" y="55"/>
                  <a:pt x="285" y="54"/>
                  <a:pt x="289" y="57"/>
                </a:cubicBezTo>
                <a:cubicBezTo>
                  <a:pt x="289" y="57"/>
                  <a:pt x="291" y="59"/>
                  <a:pt x="292" y="60"/>
                </a:cubicBezTo>
                <a:cubicBezTo>
                  <a:pt x="293" y="60"/>
                  <a:pt x="293" y="61"/>
                  <a:pt x="295" y="59"/>
                </a:cubicBezTo>
                <a:cubicBezTo>
                  <a:pt x="295" y="58"/>
                  <a:pt x="296" y="56"/>
                  <a:pt x="298" y="52"/>
                </a:cubicBezTo>
                <a:cubicBezTo>
                  <a:pt x="298" y="52"/>
                  <a:pt x="300" y="49"/>
                  <a:pt x="296" y="50"/>
                </a:cubicBezTo>
                <a:cubicBezTo>
                  <a:pt x="296" y="50"/>
                  <a:pt x="293" y="52"/>
                  <a:pt x="292" y="54"/>
                </a:cubicBezTo>
                <a:cubicBezTo>
                  <a:pt x="292" y="54"/>
                  <a:pt x="290" y="56"/>
                  <a:pt x="287" y="54"/>
                </a:cubicBezTo>
                <a:cubicBezTo>
                  <a:pt x="287" y="54"/>
                  <a:pt x="282" y="51"/>
                  <a:pt x="285" y="49"/>
                </a:cubicBezTo>
                <a:lnTo>
                  <a:pt x="286" y="45"/>
                </a:lnTo>
                <a:cubicBezTo>
                  <a:pt x="286" y="45"/>
                  <a:pt x="288" y="40"/>
                  <a:pt x="284" y="44"/>
                </a:cubicBezTo>
                <a:cubicBezTo>
                  <a:pt x="284" y="44"/>
                  <a:pt x="282" y="47"/>
                  <a:pt x="281" y="45"/>
                </a:cubicBezTo>
                <a:lnTo>
                  <a:pt x="276" y="41"/>
                </a:lnTo>
                <a:cubicBezTo>
                  <a:pt x="276" y="41"/>
                  <a:pt x="273" y="38"/>
                  <a:pt x="278" y="39"/>
                </a:cubicBezTo>
                <a:lnTo>
                  <a:pt x="290" y="34"/>
                </a:lnTo>
                <a:cubicBezTo>
                  <a:pt x="290" y="34"/>
                  <a:pt x="291" y="25"/>
                  <a:pt x="292" y="23"/>
                </a:cubicBezTo>
                <a:cubicBezTo>
                  <a:pt x="292" y="23"/>
                  <a:pt x="293" y="14"/>
                  <a:pt x="298" y="15"/>
                </a:cubicBezTo>
                <a:cubicBezTo>
                  <a:pt x="298" y="15"/>
                  <a:pt x="302" y="15"/>
                  <a:pt x="305" y="23"/>
                </a:cubicBezTo>
                <a:cubicBezTo>
                  <a:pt x="305" y="23"/>
                  <a:pt x="308" y="26"/>
                  <a:pt x="304" y="29"/>
                </a:cubicBezTo>
                <a:cubicBezTo>
                  <a:pt x="304" y="29"/>
                  <a:pt x="296" y="34"/>
                  <a:pt x="295" y="35"/>
                </a:cubicBezTo>
                <a:cubicBezTo>
                  <a:pt x="295" y="35"/>
                  <a:pt x="292" y="37"/>
                  <a:pt x="291" y="41"/>
                </a:cubicBezTo>
                <a:cubicBezTo>
                  <a:pt x="291" y="41"/>
                  <a:pt x="287" y="50"/>
                  <a:pt x="291" y="47"/>
                </a:cubicBezTo>
                <a:lnTo>
                  <a:pt x="301" y="40"/>
                </a:lnTo>
                <a:cubicBezTo>
                  <a:pt x="301" y="40"/>
                  <a:pt x="302" y="37"/>
                  <a:pt x="307" y="41"/>
                </a:cubicBezTo>
                <a:cubicBezTo>
                  <a:pt x="307" y="41"/>
                  <a:pt x="312" y="44"/>
                  <a:pt x="309" y="47"/>
                </a:cubicBezTo>
                <a:lnTo>
                  <a:pt x="305" y="52"/>
                </a:lnTo>
                <a:lnTo>
                  <a:pt x="303" y="54"/>
                </a:lnTo>
                <a:lnTo>
                  <a:pt x="303" y="56"/>
                </a:lnTo>
                <a:close/>
                <a:moveTo>
                  <a:pt x="295" y="27"/>
                </a:moveTo>
                <a:cubicBezTo>
                  <a:pt x="295" y="27"/>
                  <a:pt x="297" y="22"/>
                  <a:pt x="299" y="24"/>
                </a:cubicBezTo>
                <a:cubicBezTo>
                  <a:pt x="299" y="24"/>
                  <a:pt x="302" y="24"/>
                  <a:pt x="299" y="27"/>
                </a:cubicBezTo>
                <a:lnTo>
                  <a:pt x="297" y="30"/>
                </a:lnTo>
                <a:cubicBezTo>
                  <a:pt x="297" y="30"/>
                  <a:pt x="294" y="33"/>
                  <a:pt x="295" y="28"/>
                </a:cubicBezTo>
                <a:cubicBezTo>
                  <a:pt x="294" y="33"/>
                  <a:pt x="295" y="27"/>
                  <a:pt x="295" y="27"/>
                </a:cubicBezTo>
                <a:close/>
              </a:path>
              <a:path w="489" h="98">
                <a:moveTo>
                  <a:pt x="354" y="54"/>
                </a:moveTo>
                <a:cubicBezTo>
                  <a:pt x="354" y="54"/>
                  <a:pt x="348" y="58"/>
                  <a:pt x="341" y="59"/>
                </a:cubicBezTo>
                <a:cubicBezTo>
                  <a:pt x="341" y="59"/>
                  <a:pt x="336" y="59"/>
                  <a:pt x="342" y="62"/>
                </a:cubicBezTo>
                <a:lnTo>
                  <a:pt x="347" y="66"/>
                </a:lnTo>
                <a:cubicBezTo>
                  <a:pt x="347" y="66"/>
                  <a:pt x="352" y="67"/>
                  <a:pt x="354" y="64"/>
                </a:cubicBezTo>
                <a:lnTo>
                  <a:pt x="358" y="61"/>
                </a:lnTo>
                <a:cubicBezTo>
                  <a:pt x="358" y="61"/>
                  <a:pt x="364" y="56"/>
                  <a:pt x="361" y="63"/>
                </a:cubicBezTo>
                <a:cubicBezTo>
                  <a:pt x="361" y="63"/>
                  <a:pt x="357" y="73"/>
                  <a:pt x="342" y="79"/>
                </a:cubicBezTo>
                <a:cubicBezTo>
                  <a:pt x="342" y="79"/>
                  <a:pt x="335" y="81"/>
                  <a:pt x="346" y="80"/>
                </a:cubicBezTo>
                <a:cubicBezTo>
                  <a:pt x="346" y="80"/>
                  <a:pt x="365" y="83"/>
                  <a:pt x="372" y="50"/>
                </a:cubicBezTo>
                <a:cubicBezTo>
                  <a:pt x="372" y="50"/>
                  <a:pt x="385" y="41"/>
                  <a:pt x="388" y="40"/>
                </a:cubicBezTo>
                <a:cubicBezTo>
                  <a:pt x="388" y="40"/>
                  <a:pt x="393" y="37"/>
                  <a:pt x="387" y="36"/>
                </a:cubicBezTo>
                <a:cubicBezTo>
                  <a:pt x="387" y="36"/>
                  <a:pt x="383" y="33"/>
                  <a:pt x="380" y="38"/>
                </a:cubicBezTo>
                <a:lnTo>
                  <a:pt x="377" y="40"/>
                </a:lnTo>
                <a:cubicBezTo>
                  <a:pt x="377" y="40"/>
                  <a:pt x="373" y="43"/>
                  <a:pt x="374" y="37"/>
                </a:cubicBezTo>
                <a:lnTo>
                  <a:pt x="376" y="26"/>
                </a:lnTo>
                <a:cubicBezTo>
                  <a:pt x="376" y="26"/>
                  <a:pt x="377" y="22"/>
                  <a:pt x="374" y="21"/>
                </a:cubicBezTo>
                <a:cubicBezTo>
                  <a:pt x="371" y="19"/>
                  <a:pt x="368" y="15"/>
                  <a:pt x="368" y="15"/>
                </a:cubicBezTo>
                <a:cubicBezTo>
                  <a:pt x="368" y="15"/>
                  <a:pt x="365" y="12"/>
                  <a:pt x="365" y="18"/>
                </a:cubicBezTo>
                <a:cubicBezTo>
                  <a:pt x="365" y="18"/>
                  <a:pt x="368" y="35"/>
                  <a:pt x="365" y="47"/>
                </a:cubicBezTo>
                <a:lnTo>
                  <a:pt x="359" y="51"/>
                </a:lnTo>
                <a:lnTo>
                  <a:pt x="357" y="53"/>
                </a:lnTo>
                <a:lnTo>
                  <a:pt x="354" y="54"/>
                </a:lnTo>
                <a:close/>
              </a:path>
              <a:path w="489" h="98">
                <a:moveTo>
                  <a:pt x="378" y="66"/>
                </a:moveTo>
                <a:lnTo>
                  <a:pt x="383" y="76"/>
                </a:lnTo>
                <a:cubicBezTo>
                  <a:pt x="383" y="76"/>
                  <a:pt x="386" y="79"/>
                  <a:pt x="391" y="76"/>
                </a:cubicBezTo>
                <a:lnTo>
                  <a:pt x="401" y="72"/>
                </a:lnTo>
                <a:cubicBezTo>
                  <a:pt x="401" y="72"/>
                  <a:pt x="405" y="70"/>
                  <a:pt x="400" y="70"/>
                </a:cubicBezTo>
                <a:cubicBezTo>
                  <a:pt x="400" y="70"/>
                  <a:pt x="384" y="70"/>
                  <a:pt x="377" y="55"/>
                </a:cubicBezTo>
                <a:cubicBezTo>
                  <a:pt x="377" y="55"/>
                  <a:pt x="374" y="51"/>
                  <a:pt x="374" y="55"/>
                </a:cubicBezTo>
                <a:cubicBezTo>
                  <a:pt x="374" y="55"/>
                  <a:pt x="373" y="56"/>
                  <a:pt x="376" y="60"/>
                </a:cubicBezTo>
                <a:lnTo>
                  <a:pt x="377" y="63"/>
                </a:lnTo>
                <a:lnTo>
                  <a:pt x="378" y="66"/>
                </a:lnTo>
                <a:close/>
              </a:path>
              <a:path w="489" h="98">
                <a:moveTo>
                  <a:pt x="437" y="62"/>
                </a:moveTo>
                <a:cubicBezTo>
                  <a:pt x="437" y="62"/>
                  <a:pt x="428" y="68"/>
                  <a:pt x="424" y="68"/>
                </a:cubicBezTo>
                <a:cubicBezTo>
                  <a:pt x="424" y="68"/>
                  <a:pt x="420" y="68"/>
                  <a:pt x="424" y="71"/>
                </a:cubicBezTo>
                <a:lnTo>
                  <a:pt x="432" y="74"/>
                </a:lnTo>
                <a:cubicBezTo>
                  <a:pt x="432" y="74"/>
                  <a:pt x="436" y="78"/>
                  <a:pt x="438" y="73"/>
                </a:cubicBezTo>
                <a:cubicBezTo>
                  <a:pt x="438" y="73"/>
                  <a:pt x="449" y="59"/>
                  <a:pt x="452" y="59"/>
                </a:cubicBezTo>
                <a:cubicBezTo>
                  <a:pt x="452" y="59"/>
                  <a:pt x="456" y="55"/>
                  <a:pt x="456" y="60"/>
                </a:cubicBezTo>
                <a:cubicBezTo>
                  <a:pt x="456" y="60"/>
                  <a:pt x="456" y="68"/>
                  <a:pt x="456" y="77"/>
                </a:cubicBezTo>
                <a:cubicBezTo>
                  <a:pt x="456" y="77"/>
                  <a:pt x="458" y="86"/>
                  <a:pt x="450" y="85"/>
                </a:cubicBezTo>
                <a:lnTo>
                  <a:pt x="444" y="86"/>
                </a:lnTo>
                <a:lnTo>
                  <a:pt x="451" y="89"/>
                </a:lnTo>
                <a:lnTo>
                  <a:pt x="457" y="91"/>
                </a:lnTo>
                <a:cubicBezTo>
                  <a:pt x="457" y="91"/>
                  <a:pt x="462" y="94"/>
                  <a:pt x="464" y="88"/>
                </a:cubicBezTo>
                <a:cubicBezTo>
                  <a:pt x="464" y="88"/>
                  <a:pt x="465" y="86"/>
                  <a:pt x="463" y="75"/>
                </a:cubicBezTo>
                <a:lnTo>
                  <a:pt x="461" y="54"/>
                </a:lnTo>
                <a:cubicBezTo>
                  <a:pt x="461" y="54"/>
                  <a:pt x="463" y="49"/>
                  <a:pt x="467" y="53"/>
                </a:cubicBezTo>
                <a:lnTo>
                  <a:pt x="467" y="56"/>
                </a:lnTo>
                <a:cubicBezTo>
                  <a:pt x="467" y="56"/>
                  <a:pt x="466" y="60"/>
                  <a:pt x="471" y="56"/>
                </a:cubicBezTo>
                <a:cubicBezTo>
                  <a:pt x="471" y="56"/>
                  <a:pt x="474" y="53"/>
                  <a:pt x="477" y="53"/>
                </a:cubicBezTo>
                <a:cubicBezTo>
                  <a:pt x="477" y="53"/>
                  <a:pt x="480" y="50"/>
                  <a:pt x="476" y="49"/>
                </a:cubicBezTo>
                <a:cubicBezTo>
                  <a:pt x="476" y="49"/>
                  <a:pt x="473" y="45"/>
                  <a:pt x="468" y="46"/>
                </a:cubicBezTo>
                <a:cubicBezTo>
                  <a:pt x="468" y="46"/>
                  <a:pt x="463" y="46"/>
                  <a:pt x="469" y="41"/>
                </a:cubicBezTo>
                <a:lnTo>
                  <a:pt x="473" y="38"/>
                </a:lnTo>
                <a:cubicBezTo>
                  <a:pt x="473" y="38"/>
                  <a:pt x="477" y="35"/>
                  <a:pt x="472" y="33"/>
                </a:cubicBezTo>
                <a:lnTo>
                  <a:pt x="470" y="31"/>
                </a:lnTo>
                <a:cubicBezTo>
                  <a:pt x="470" y="31"/>
                  <a:pt x="467" y="30"/>
                  <a:pt x="473" y="25"/>
                </a:cubicBezTo>
                <a:cubicBezTo>
                  <a:pt x="473" y="25"/>
                  <a:pt x="478" y="20"/>
                  <a:pt x="483" y="19"/>
                </a:cubicBezTo>
                <a:cubicBezTo>
                  <a:pt x="483" y="19"/>
                  <a:pt x="489" y="15"/>
                  <a:pt x="483" y="9"/>
                </a:cubicBezTo>
                <a:cubicBezTo>
                  <a:pt x="483" y="9"/>
                  <a:pt x="478" y="2"/>
                  <a:pt x="472" y="6"/>
                </a:cubicBezTo>
                <a:lnTo>
                  <a:pt x="462" y="11"/>
                </a:lnTo>
                <a:cubicBezTo>
                  <a:pt x="462" y="11"/>
                  <a:pt x="458" y="14"/>
                  <a:pt x="461" y="10"/>
                </a:cubicBezTo>
                <a:cubicBezTo>
                  <a:pt x="461" y="10"/>
                  <a:pt x="463" y="6"/>
                  <a:pt x="460" y="5"/>
                </a:cubicBezTo>
                <a:lnTo>
                  <a:pt x="457" y="3"/>
                </a:lnTo>
                <a:cubicBezTo>
                  <a:pt x="457" y="3"/>
                  <a:pt x="453" y="0"/>
                  <a:pt x="453" y="4"/>
                </a:cubicBezTo>
                <a:cubicBezTo>
                  <a:pt x="453" y="4"/>
                  <a:pt x="451" y="12"/>
                  <a:pt x="447" y="10"/>
                </a:cubicBezTo>
                <a:cubicBezTo>
                  <a:pt x="447" y="10"/>
                  <a:pt x="442" y="8"/>
                  <a:pt x="442" y="11"/>
                </a:cubicBezTo>
                <a:cubicBezTo>
                  <a:pt x="442" y="11"/>
                  <a:pt x="449" y="15"/>
                  <a:pt x="446" y="18"/>
                </a:cubicBezTo>
                <a:cubicBezTo>
                  <a:pt x="446" y="18"/>
                  <a:pt x="441" y="24"/>
                  <a:pt x="439" y="18"/>
                </a:cubicBezTo>
                <a:cubicBezTo>
                  <a:pt x="439" y="18"/>
                  <a:pt x="436" y="11"/>
                  <a:pt x="430" y="9"/>
                </a:cubicBezTo>
                <a:cubicBezTo>
                  <a:pt x="430" y="9"/>
                  <a:pt x="425" y="7"/>
                  <a:pt x="428" y="11"/>
                </a:cubicBezTo>
                <a:cubicBezTo>
                  <a:pt x="428" y="11"/>
                  <a:pt x="434" y="16"/>
                  <a:pt x="435" y="21"/>
                </a:cubicBezTo>
                <a:cubicBezTo>
                  <a:pt x="435" y="21"/>
                  <a:pt x="438" y="27"/>
                  <a:pt x="433" y="23"/>
                </a:cubicBezTo>
                <a:cubicBezTo>
                  <a:pt x="433" y="23"/>
                  <a:pt x="426" y="17"/>
                  <a:pt x="427" y="21"/>
                </a:cubicBezTo>
                <a:cubicBezTo>
                  <a:pt x="427" y="21"/>
                  <a:pt x="433" y="32"/>
                  <a:pt x="436" y="37"/>
                </a:cubicBezTo>
                <a:cubicBezTo>
                  <a:pt x="436" y="37"/>
                  <a:pt x="439" y="42"/>
                  <a:pt x="439" y="36"/>
                </a:cubicBezTo>
                <a:cubicBezTo>
                  <a:pt x="439" y="36"/>
                  <a:pt x="438" y="30"/>
                  <a:pt x="442" y="34"/>
                </a:cubicBezTo>
                <a:cubicBezTo>
                  <a:pt x="442" y="34"/>
                  <a:pt x="445" y="37"/>
                  <a:pt x="447" y="35"/>
                </a:cubicBezTo>
                <a:cubicBezTo>
                  <a:pt x="447" y="35"/>
                  <a:pt x="449" y="31"/>
                  <a:pt x="447" y="31"/>
                </a:cubicBezTo>
                <a:cubicBezTo>
                  <a:pt x="444" y="30"/>
                  <a:pt x="445" y="26"/>
                  <a:pt x="445" y="26"/>
                </a:cubicBezTo>
                <a:cubicBezTo>
                  <a:pt x="445" y="26"/>
                  <a:pt x="443" y="22"/>
                  <a:pt x="445" y="22"/>
                </a:cubicBezTo>
                <a:cubicBezTo>
                  <a:pt x="445" y="22"/>
                  <a:pt x="453" y="17"/>
                  <a:pt x="450" y="22"/>
                </a:cubicBezTo>
                <a:cubicBezTo>
                  <a:pt x="450" y="22"/>
                  <a:pt x="444" y="27"/>
                  <a:pt x="452" y="32"/>
                </a:cubicBezTo>
                <a:cubicBezTo>
                  <a:pt x="452" y="32"/>
                  <a:pt x="460" y="35"/>
                  <a:pt x="463" y="28"/>
                </a:cubicBezTo>
                <a:cubicBezTo>
                  <a:pt x="463" y="28"/>
                  <a:pt x="464" y="23"/>
                  <a:pt x="462" y="21"/>
                </a:cubicBezTo>
                <a:cubicBezTo>
                  <a:pt x="462" y="21"/>
                  <a:pt x="458" y="16"/>
                  <a:pt x="463" y="16"/>
                </a:cubicBezTo>
                <a:lnTo>
                  <a:pt x="468" y="14"/>
                </a:lnTo>
                <a:cubicBezTo>
                  <a:pt x="468" y="14"/>
                  <a:pt x="473" y="12"/>
                  <a:pt x="472" y="16"/>
                </a:cubicBezTo>
                <a:lnTo>
                  <a:pt x="466" y="28"/>
                </a:lnTo>
                <a:cubicBezTo>
                  <a:pt x="466" y="28"/>
                  <a:pt x="463" y="34"/>
                  <a:pt x="460" y="34"/>
                </a:cubicBezTo>
                <a:lnTo>
                  <a:pt x="444" y="43"/>
                </a:lnTo>
                <a:cubicBezTo>
                  <a:pt x="444" y="43"/>
                  <a:pt x="437" y="45"/>
                  <a:pt x="442" y="46"/>
                </a:cubicBezTo>
                <a:cubicBezTo>
                  <a:pt x="442" y="46"/>
                  <a:pt x="447" y="48"/>
                  <a:pt x="450" y="44"/>
                </a:cubicBezTo>
                <a:lnTo>
                  <a:pt x="458" y="40"/>
                </a:lnTo>
                <a:cubicBezTo>
                  <a:pt x="458" y="40"/>
                  <a:pt x="463" y="36"/>
                  <a:pt x="460" y="42"/>
                </a:cubicBezTo>
                <a:cubicBezTo>
                  <a:pt x="460" y="42"/>
                  <a:pt x="460" y="47"/>
                  <a:pt x="453" y="52"/>
                </a:cubicBezTo>
                <a:lnTo>
                  <a:pt x="443" y="59"/>
                </a:lnTo>
                <a:lnTo>
                  <a:pt x="440" y="60"/>
                </a:lnTo>
                <a:lnTo>
                  <a:pt x="437" y="62"/>
                </a:lnTo>
                <a:close/>
                <a:moveTo>
                  <a:pt x="456" y="23"/>
                </a:moveTo>
                <a:cubicBezTo>
                  <a:pt x="457" y="23"/>
                  <a:pt x="458" y="24"/>
                  <a:pt x="458" y="25"/>
                </a:cubicBezTo>
                <a:cubicBezTo>
                  <a:pt x="458" y="27"/>
                  <a:pt x="457" y="28"/>
                  <a:pt x="456" y="28"/>
                </a:cubicBezTo>
                <a:cubicBezTo>
                  <a:pt x="455" y="28"/>
                  <a:pt x="454" y="27"/>
                  <a:pt x="454" y="25"/>
                </a:cubicBezTo>
                <a:cubicBezTo>
                  <a:pt x="454" y="24"/>
                  <a:pt x="455" y="23"/>
                  <a:pt x="456" y="2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5" name="Freeform 6"/>
          <p:cNvSpPr>
            <a:spLocks noGrp="1"/>
          </p:cNvSpPr>
          <p:nvPr/>
        </p:nvSpPr>
        <p:spPr>
          <a:xfrm>
            <a:off x="10466070" y="520700"/>
            <a:ext cx="1549400" cy="49530"/>
          </a:xfrm>
          <a:custGeom>
            <a:avLst/>
            <a:gdLst/>
            <a:ahLst/>
            <a:cxnLst/>
            <a:rect l="l" t="t" r="r" b="b"/>
            <a:pathLst>
              <a:path w="471" h="15">
                <a:moveTo>
                  <a:pt x="0" y="15"/>
                </a:moveTo>
                <a:lnTo>
                  <a:pt x="0" y="0"/>
                </a:lnTo>
                <a:lnTo>
                  <a:pt x="2" y="0"/>
                </a:lnTo>
                <a:lnTo>
                  <a:pt x="2" y="6"/>
                </a:lnTo>
                <a:lnTo>
                  <a:pt x="9" y="6"/>
                </a:lnTo>
                <a:lnTo>
                  <a:pt x="9" y="0"/>
                </a:lnTo>
                <a:lnTo>
                  <a:pt x="10" y="0"/>
                </a:lnTo>
                <a:lnTo>
                  <a:pt x="10" y="15"/>
                </a:lnTo>
                <a:lnTo>
                  <a:pt x="9" y="15"/>
                </a:lnTo>
                <a:lnTo>
                  <a:pt x="9" y="8"/>
                </a:lnTo>
                <a:lnTo>
                  <a:pt x="2" y="8"/>
                </a:lnTo>
                <a:lnTo>
                  <a:pt x="2" y="15"/>
                </a:lnTo>
                <a:lnTo>
                  <a:pt x="0" y="15"/>
                </a:lnTo>
                <a:close/>
              </a:path>
              <a:path w="471" h="15">
                <a:moveTo>
                  <a:pt x="21" y="0"/>
                </a:moveTo>
                <a:lnTo>
                  <a:pt x="22" y="0"/>
                </a:lnTo>
                <a:lnTo>
                  <a:pt x="22" y="9"/>
                </a:lnTo>
                <a:cubicBezTo>
                  <a:pt x="22" y="10"/>
                  <a:pt x="22" y="11"/>
                  <a:pt x="22" y="12"/>
                </a:cubicBezTo>
                <a:cubicBezTo>
                  <a:pt x="22" y="13"/>
                  <a:pt x="21" y="14"/>
                  <a:pt x="20" y="14"/>
                </a:cubicBezTo>
                <a:cubicBezTo>
                  <a:pt x="20" y="15"/>
                  <a:pt x="19" y="15"/>
                  <a:pt x="17" y="15"/>
                </a:cubicBezTo>
                <a:cubicBezTo>
                  <a:pt x="16" y="15"/>
                  <a:pt x="15" y="15"/>
                  <a:pt x="15" y="14"/>
                </a:cubicBezTo>
                <a:cubicBezTo>
                  <a:pt x="14" y="14"/>
                  <a:pt x="13" y="13"/>
                  <a:pt x="13" y="12"/>
                </a:cubicBezTo>
                <a:cubicBezTo>
                  <a:pt x="13" y="11"/>
                  <a:pt x="12" y="10"/>
                  <a:pt x="12" y="9"/>
                </a:cubicBezTo>
                <a:lnTo>
                  <a:pt x="12" y="0"/>
                </a:lnTo>
                <a:lnTo>
                  <a:pt x="14" y="0"/>
                </a:lnTo>
                <a:lnTo>
                  <a:pt x="14" y="9"/>
                </a:lnTo>
                <a:cubicBezTo>
                  <a:pt x="14" y="10"/>
                  <a:pt x="14" y="11"/>
                  <a:pt x="14" y="11"/>
                </a:cubicBezTo>
                <a:cubicBezTo>
                  <a:pt x="15" y="12"/>
                  <a:pt x="15" y="12"/>
                  <a:pt x="15" y="13"/>
                </a:cubicBezTo>
                <a:cubicBezTo>
                  <a:pt x="16" y="13"/>
                  <a:pt x="17" y="13"/>
                  <a:pt x="17" y="13"/>
                </a:cubicBezTo>
                <a:cubicBezTo>
                  <a:pt x="18" y="13"/>
                  <a:pt x="19" y="13"/>
                  <a:pt x="20" y="12"/>
                </a:cubicBezTo>
                <a:cubicBezTo>
                  <a:pt x="20" y="12"/>
                  <a:pt x="21" y="10"/>
                  <a:pt x="21" y="9"/>
                </a:cubicBezTo>
                <a:lnTo>
                  <a:pt x="21" y="0"/>
                </a:lnTo>
                <a:close/>
              </a:path>
              <a:path w="471" h="15">
                <a:moveTo>
                  <a:pt x="23" y="15"/>
                </a:moveTo>
                <a:lnTo>
                  <a:pt x="28" y="0"/>
                </a:lnTo>
                <a:lnTo>
                  <a:pt x="30" y="0"/>
                </a:lnTo>
                <a:lnTo>
                  <a:pt x="35" y="15"/>
                </a:lnTo>
                <a:lnTo>
                  <a:pt x="33" y="15"/>
                </a:lnTo>
                <a:lnTo>
                  <a:pt x="32" y="10"/>
                </a:lnTo>
                <a:lnTo>
                  <a:pt x="26" y="10"/>
                </a:lnTo>
                <a:lnTo>
                  <a:pt x="25" y="15"/>
                </a:lnTo>
                <a:lnTo>
                  <a:pt x="23" y="15"/>
                </a:lnTo>
                <a:close/>
                <a:moveTo>
                  <a:pt x="27" y="9"/>
                </a:moveTo>
                <a:lnTo>
                  <a:pt x="31" y="9"/>
                </a:lnTo>
                <a:lnTo>
                  <a:pt x="30" y="5"/>
                </a:lnTo>
                <a:cubicBezTo>
                  <a:pt x="29" y="4"/>
                  <a:pt x="29" y="3"/>
                  <a:pt x="29" y="2"/>
                </a:cubicBezTo>
                <a:cubicBezTo>
                  <a:pt x="29" y="3"/>
                  <a:pt x="28" y="4"/>
                  <a:pt x="28" y="5"/>
                </a:cubicBezTo>
                <a:lnTo>
                  <a:pt x="27" y="9"/>
                </a:lnTo>
                <a:close/>
              </a:path>
              <a:path w="471" h="15">
                <a:moveTo>
                  <a:pt x="35" y="15"/>
                </a:moveTo>
                <a:lnTo>
                  <a:pt x="35" y="13"/>
                </a:lnTo>
                <a:lnTo>
                  <a:pt x="41" y="4"/>
                </a:lnTo>
                <a:cubicBezTo>
                  <a:pt x="42" y="3"/>
                  <a:pt x="42" y="2"/>
                  <a:pt x="42" y="2"/>
                </a:cubicBezTo>
                <a:lnTo>
                  <a:pt x="35" y="2"/>
                </a:lnTo>
                <a:lnTo>
                  <a:pt x="35" y="0"/>
                </a:lnTo>
                <a:lnTo>
                  <a:pt x="44" y="0"/>
                </a:lnTo>
                <a:lnTo>
                  <a:pt x="44" y="2"/>
                </a:lnTo>
                <a:lnTo>
                  <a:pt x="37" y="12"/>
                </a:lnTo>
                <a:lnTo>
                  <a:pt x="37" y="13"/>
                </a:lnTo>
                <a:lnTo>
                  <a:pt x="45" y="13"/>
                </a:lnTo>
                <a:lnTo>
                  <a:pt x="45" y="15"/>
                </a:lnTo>
                <a:lnTo>
                  <a:pt x="35" y="15"/>
                </a:lnTo>
                <a:close/>
              </a:path>
              <a:path w="471" h="15">
                <a:moveTo>
                  <a:pt x="46" y="15"/>
                </a:moveTo>
                <a:lnTo>
                  <a:pt x="46" y="0"/>
                </a:lnTo>
                <a:lnTo>
                  <a:pt x="48" y="0"/>
                </a:lnTo>
                <a:lnTo>
                  <a:pt x="48" y="6"/>
                </a:lnTo>
                <a:lnTo>
                  <a:pt x="54" y="6"/>
                </a:lnTo>
                <a:lnTo>
                  <a:pt x="54" y="0"/>
                </a:lnTo>
                <a:lnTo>
                  <a:pt x="56" y="0"/>
                </a:lnTo>
                <a:lnTo>
                  <a:pt x="56" y="15"/>
                </a:lnTo>
                <a:lnTo>
                  <a:pt x="54" y="15"/>
                </a:lnTo>
                <a:lnTo>
                  <a:pt x="54" y="8"/>
                </a:lnTo>
                <a:lnTo>
                  <a:pt x="48" y="8"/>
                </a:lnTo>
                <a:lnTo>
                  <a:pt x="48" y="15"/>
                </a:lnTo>
                <a:lnTo>
                  <a:pt x="46" y="15"/>
                </a:lnTo>
                <a:close/>
              </a:path>
              <a:path w="471" h="15">
                <a:moveTo>
                  <a:pt x="58" y="8"/>
                </a:moveTo>
                <a:cubicBezTo>
                  <a:pt x="58" y="5"/>
                  <a:pt x="58" y="3"/>
                  <a:pt x="59" y="2"/>
                </a:cubicBezTo>
                <a:cubicBezTo>
                  <a:pt x="60" y="1"/>
                  <a:pt x="62" y="0"/>
                  <a:pt x="64" y="0"/>
                </a:cubicBezTo>
                <a:cubicBezTo>
                  <a:pt x="65" y="0"/>
                  <a:pt x="66" y="0"/>
                  <a:pt x="67" y="1"/>
                </a:cubicBezTo>
                <a:cubicBezTo>
                  <a:pt x="68" y="2"/>
                  <a:pt x="68" y="3"/>
                  <a:pt x="69" y="4"/>
                </a:cubicBezTo>
                <a:cubicBezTo>
                  <a:pt x="69" y="5"/>
                  <a:pt x="70" y="6"/>
                  <a:pt x="70" y="8"/>
                </a:cubicBezTo>
                <a:cubicBezTo>
                  <a:pt x="70" y="9"/>
                  <a:pt x="69" y="10"/>
                  <a:pt x="69" y="11"/>
                </a:cubicBezTo>
                <a:cubicBezTo>
                  <a:pt x="68" y="13"/>
                  <a:pt x="68" y="13"/>
                  <a:pt x="67" y="14"/>
                </a:cubicBezTo>
                <a:cubicBezTo>
                  <a:pt x="66" y="15"/>
                  <a:pt x="65" y="15"/>
                  <a:pt x="64" y="15"/>
                </a:cubicBezTo>
                <a:cubicBezTo>
                  <a:pt x="62" y="15"/>
                  <a:pt x="61" y="15"/>
                  <a:pt x="60" y="14"/>
                </a:cubicBezTo>
                <a:cubicBezTo>
                  <a:pt x="59" y="13"/>
                  <a:pt x="59" y="12"/>
                  <a:pt x="58" y="11"/>
                </a:cubicBezTo>
                <a:cubicBezTo>
                  <a:pt x="58" y="10"/>
                  <a:pt x="58" y="9"/>
                  <a:pt x="58" y="8"/>
                </a:cubicBezTo>
                <a:close/>
                <a:moveTo>
                  <a:pt x="59" y="8"/>
                </a:moveTo>
                <a:cubicBezTo>
                  <a:pt x="59" y="9"/>
                  <a:pt x="60" y="11"/>
                  <a:pt x="60" y="12"/>
                </a:cubicBezTo>
                <a:cubicBezTo>
                  <a:pt x="61" y="13"/>
                  <a:pt x="62" y="13"/>
                  <a:pt x="64" y="13"/>
                </a:cubicBezTo>
                <a:cubicBezTo>
                  <a:pt x="65" y="13"/>
                  <a:pt x="66" y="13"/>
                  <a:pt x="67" y="12"/>
                </a:cubicBezTo>
                <a:cubicBezTo>
                  <a:pt x="67" y="11"/>
                  <a:pt x="68" y="9"/>
                  <a:pt x="68" y="7"/>
                </a:cubicBezTo>
                <a:cubicBezTo>
                  <a:pt x="68" y="6"/>
                  <a:pt x="68" y="5"/>
                  <a:pt x="67" y="4"/>
                </a:cubicBezTo>
                <a:cubicBezTo>
                  <a:pt x="67" y="4"/>
                  <a:pt x="66" y="3"/>
                  <a:pt x="66" y="2"/>
                </a:cubicBezTo>
                <a:cubicBezTo>
                  <a:pt x="65" y="2"/>
                  <a:pt x="64" y="2"/>
                  <a:pt x="64" y="2"/>
                </a:cubicBezTo>
                <a:cubicBezTo>
                  <a:pt x="62" y="2"/>
                  <a:pt x="61" y="2"/>
                  <a:pt x="61" y="3"/>
                </a:cubicBezTo>
                <a:cubicBezTo>
                  <a:pt x="60" y="4"/>
                  <a:pt x="59" y="6"/>
                  <a:pt x="59" y="8"/>
                </a:cubicBezTo>
                <a:close/>
              </a:path>
              <a:path w="471" h="15">
                <a:moveTo>
                  <a:pt x="71" y="15"/>
                </a:moveTo>
                <a:lnTo>
                  <a:pt x="71" y="0"/>
                </a:lnTo>
                <a:lnTo>
                  <a:pt x="73" y="0"/>
                </a:lnTo>
                <a:lnTo>
                  <a:pt x="79" y="12"/>
                </a:lnTo>
                <a:lnTo>
                  <a:pt x="79" y="0"/>
                </a:lnTo>
                <a:lnTo>
                  <a:pt x="81" y="0"/>
                </a:lnTo>
                <a:lnTo>
                  <a:pt x="81" y="15"/>
                </a:lnTo>
                <a:lnTo>
                  <a:pt x="79" y="15"/>
                </a:lnTo>
                <a:lnTo>
                  <a:pt x="73" y="3"/>
                </a:lnTo>
                <a:lnTo>
                  <a:pt x="73" y="15"/>
                </a:lnTo>
                <a:lnTo>
                  <a:pt x="71" y="15"/>
                </a:lnTo>
                <a:close/>
              </a:path>
              <a:path w="471" h="15">
                <a:moveTo>
                  <a:pt x="89" y="9"/>
                </a:moveTo>
                <a:lnTo>
                  <a:pt x="89" y="7"/>
                </a:lnTo>
                <a:lnTo>
                  <a:pt x="94" y="7"/>
                </a:lnTo>
                <a:lnTo>
                  <a:pt x="94" y="13"/>
                </a:lnTo>
                <a:cubicBezTo>
                  <a:pt x="94" y="13"/>
                  <a:pt x="93" y="14"/>
                  <a:pt x="92" y="14"/>
                </a:cubicBezTo>
                <a:cubicBezTo>
                  <a:pt x="91" y="15"/>
                  <a:pt x="90" y="15"/>
                  <a:pt x="89" y="15"/>
                </a:cubicBezTo>
                <a:cubicBezTo>
                  <a:pt x="88" y="15"/>
                  <a:pt x="87" y="15"/>
                  <a:pt x="86" y="14"/>
                </a:cubicBezTo>
                <a:cubicBezTo>
                  <a:pt x="85" y="13"/>
                  <a:pt x="84" y="13"/>
                  <a:pt x="84" y="11"/>
                </a:cubicBezTo>
                <a:cubicBezTo>
                  <a:pt x="83" y="10"/>
                  <a:pt x="83" y="9"/>
                  <a:pt x="83" y="8"/>
                </a:cubicBezTo>
                <a:cubicBezTo>
                  <a:pt x="83" y="6"/>
                  <a:pt x="83" y="5"/>
                  <a:pt x="84" y="4"/>
                </a:cubicBezTo>
                <a:cubicBezTo>
                  <a:pt x="84" y="2"/>
                  <a:pt x="85" y="2"/>
                  <a:pt x="86" y="1"/>
                </a:cubicBezTo>
                <a:cubicBezTo>
                  <a:pt x="87" y="0"/>
                  <a:pt x="88" y="0"/>
                  <a:pt x="89" y="0"/>
                </a:cubicBezTo>
                <a:cubicBezTo>
                  <a:pt x="90" y="0"/>
                  <a:pt x="91" y="0"/>
                  <a:pt x="92" y="1"/>
                </a:cubicBezTo>
                <a:cubicBezTo>
                  <a:pt x="92" y="1"/>
                  <a:pt x="93" y="1"/>
                  <a:pt x="93" y="2"/>
                </a:cubicBezTo>
                <a:cubicBezTo>
                  <a:pt x="94" y="3"/>
                  <a:pt x="94" y="3"/>
                  <a:pt x="94" y="4"/>
                </a:cubicBezTo>
                <a:lnTo>
                  <a:pt x="93" y="5"/>
                </a:lnTo>
                <a:cubicBezTo>
                  <a:pt x="93" y="4"/>
                  <a:pt x="92" y="3"/>
                  <a:pt x="92" y="3"/>
                </a:cubicBezTo>
                <a:cubicBezTo>
                  <a:pt x="92" y="3"/>
                  <a:pt x="91" y="2"/>
                  <a:pt x="91" y="2"/>
                </a:cubicBezTo>
                <a:cubicBezTo>
                  <a:pt x="90" y="2"/>
                  <a:pt x="90" y="2"/>
                  <a:pt x="89" y="2"/>
                </a:cubicBezTo>
                <a:cubicBezTo>
                  <a:pt x="88" y="2"/>
                  <a:pt x="88" y="2"/>
                  <a:pt x="87" y="2"/>
                </a:cubicBezTo>
                <a:cubicBezTo>
                  <a:pt x="87" y="2"/>
                  <a:pt x="86" y="3"/>
                  <a:pt x="86" y="3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5" y="6"/>
                  <a:pt x="85" y="7"/>
                </a:cubicBezTo>
                <a:cubicBezTo>
                  <a:pt x="85" y="9"/>
                  <a:pt x="85" y="10"/>
                  <a:pt x="85" y="11"/>
                </a:cubicBezTo>
                <a:cubicBezTo>
                  <a:pt x="86" y="12"/>
                  <a:pt x="86" y="12"/>
                  <a:pt x="87" y="13"/>
                </a:cubicBezTo>
                <a:cubicBezTo>
                  <a:pt x="88" y="13"/>
                  <a:pt x="88" y="13"/>
                  <a:pt x="89" y="13"/>
                </a:cubicBezTo>
                <a:cubicBezTo>
                  <a:pt x="90" y="13"/>
                  <a:pt x="91" y="13"/>
                  <a:pt x="91" y="13"/>
                </a:cubicBezTo>
                <a:cubicBezTo>
                  <a:pt x="92" y="12"/>
                  <a:pt x="92" y="12"/>
                  <a:pt x="93" y="12"/>
                </a:cubicBezTo>
                <a:lnTo>
                  <a:pt x="93" y="9"/>
                </a:lnTo>
                <a:lnTo>
                  <a:pt x="89" y="9"/>
                </a:lnTo>
                <a:close/>
              </a:path>
              <a:path w="471" h="15">
                <a:moveTo>
                  <a:pt x="110" y="0"/>
                </a:moveTo>
                <a:lnTo>
                  <a:pt x="112" y="0"/>
                </a:lnTo>
                <a:lnTo>
                  <a:pt x="112" y="9"/>
                </a:lnTo>
                <a:cubicBezTo>
                  <a:pt x="112" y="10"/>
                  <a:pt x="111" y="11"/>
                  <a:pt x="111" y="12"/>
                </a:cubicBezTo>
                <a:cubicBezTo>
                  <a:pt x="111" y="13"/>
                  <a:pt x="110" y="14"/>
                  <a:pt x="110" y="14"/>
                </a:cubicBezTo>
                <a:cubicBezTo>
                  <a:pt x="109" y="15"/>
                  <a:pt x="108" y="15"/>
                  <a:pt x="107" y="15"/>
                </a:cubicBezTo>
                <a:cubicBezTo>
                  <a:pt x="106" y="15"/>
                  <a:pt x="105" y="15"/>
                  <a:pt x="104" y="14"/>
                </a:cubicBezTo>
                <a:cubicBezTo>
                  <a:pt x="103" y="14"/>
                  <a:pt x="103" y="13"/>
                  <a:pt x="102" y="12"/>
                </a:cubicBezTo>
                <a:cubicBezTo>
                  <a:pt x="102" y="11"/>
                  <a:pt x="102" y="10"/>
                  <a:pt x="102" y="9"/>
                </a:cubicBezTo>
                <a:lnTo>
                  <a:pt x="102" y="0"/>
                </a:lnTo>
                <a:lnTo>
                  <a:pt x="103" y="0"/>
                </a:lnTo>
                <a:lnTo>
                  <a:pt x="103" y="9"/>
                </a:lnTo>
                <a:cubicBezTo>
                  <a:pt x="103" y="10"/>
                  <a:pt x="104" y="11"/>
                  <a:pt x="104" y="11"/>
                </a:cubicBezTo>
                <a:cubicBezTo>
                  <a:pt x="104" y="12"/>
                  <a:pt x="104" y="12"/>
                  <a:pt x="105" y="13"/>
                </a:cubicBezTo>
                <a:cubicBezTo>
                  <a:pt x="105" y="13"/>
                  <a:pt x="106" y="13"/>
                  <a:pt x="107" y="13"/>
                </a:cubicBezTo>
                <a:cubicBezTo>
                  <a:pt x="108" y="13"/>
                  <a:pt x="109" y="13"/>
                  <a:pt x="109" y="12"/>
                </a:cubicBezTo>
                <a:cubicBezTo>
                  <a:pt x="110" y="12"/>
                  <a:pt x="110" y="10"/>
                  <a:pt x="110" y="9"/>
                </a:cubicBezTo>
                <a:lnTo>
                  <a:pt x="110" y="0"/>
                </a:lnTo>
                <a:close/>
              </a:path>
              <a:path w="471" h="15">
                <a:moveTo>
                  <a:pt x="114" y="15"/>
                </a:moveTo>
                <a:lnTo>
                  <a:pt x="114" y="0"/>
                </a:lnTo>
                <a:lnTo>
                  <a:pt x="116" y="0"/>
                </a:lnTo>
                <a:lnTo>
                  <a:pt x="122" y="12"/>
                </a:lnTo>
                <a:lnTo>
                  <a:pt x="122" y="0"/>
                </a:lnTo>
                <a:lnTo>
                  <a:pt x="124" y="0"/>
                </a:lnTo>
                <a:lnTo>
                  <a:pt x="124" y="15"/>
                </a:lnTo>
                <a:lnTo>
                  <a:pt x="122" y="15"/>
                </a:lnTo>
                <a:lnTo>
                  <a:pt x="115" y="3"/>
                </a:lnTo>
                <a:lnTo>
                  <a:pt x="115" y="15"/>
                </a:lnTo>
                <a:lnTo>
                  <a:pt x="114" y="15"/>
                </a:lnTo>
                <a:close/>
              </a:path>
              <a:path w="471" h="15">
                <a:moveTo>
                  <a:pt x="126" y="15"/>
                </a:moveTo>
                <a:lnTo>
                  <a:pt x="126" y="0"/>
                </a:lnTo>
                <a:lnTo>
                  <a:pt x="128" y="0"/>
                </a:lnTo>
                <a:lnTo>
                  <a:pt x="128" y="15"/>
                </a:lnTo>
                <a:lnTo>
                  <a:pt x="126" y="15"/>
                </a:lnTo>
                <a:close/>
              </a:path>
              <a:path w="471" h="15">
                <a:moveTo>
                  <a:pt x="134" y="15"/>
                </a:moveTo>
                <a:lnTo>
                  <a:pt x="129" y="0"/>
                </a:lnTo>
                <a:lnTo>
                  <a:pt x="131" y="0"/>
                </a:lnTo>
                <a:lnTo>
                  <a:pt x="134" y="11"/>
                </a:lnTo>
                <a:cubicBezTo>
                  <a:pt x="134" y="12"/>
                  <a:pt x="135" y="12"/>
                  <a:pt x="135" y="13"/>
                </a:cubicBezTo>
                <a:cubicBezTo>
                  <a:pt x="135" y="12"/>
                  <a:pt x="135" y="12"/>
                  <a:pt x="135" y="11"/>
                </a:cubicBezTo>
                <a:lnTo>
                  <a:pt x="139" y="0"/>
                </a:lnTo>
                <a:lnTo>
                  <a:pt x="141" y="0"/>
                </a:lnTo>
                <a:lnTo>
                  <a:pt x="136" y="15"/>
                </a:lnTo>
                <a:lnTo>
                  <a:pt x="134" y="15"/>
                </a:lnTo>
                <a:close/>
              </a:path>
              <a:path w="471" h="15">
                <a:moveTo>
                  <a:pt x="142" y="15"/>
                </a:moveTo>
                <a:lnTo>
                  <a:pt x="142" y="0"/>
                </a:lnTo>
                <a:lnTo>
                  <a:pt x="151" y="0"/>
                </a:lnTo>
                <a:lnTo>
                  <a:pt x="151" y="2"/>
                </a:lnTo>
                <a:lnTo>
                  <a:pt x="143" y="2"/>
                </a:lnTo>
                <a:lnTo>
                  <a:pt x="143" y="6"/>
                </a:lnTo>
                <a:lnTo>
                  <a:pt x="150" y="6"/>
                </a:lnTo>
                <a:lnTo>
                  <a:pt x="150" y="8"/>
                </a:lnTo>
                <a:lnTo>
                  <a:pt x="143" y="8"/>
                </a:lnTo>
                <a:lnTo>
                  <a:pt x="143" y="13"/>
                </a:lnTo>
                <a:lnTo>
                  <a:pt x="151" y="13"/>
                </a:lnTo>
                <a:lnTo>
                  <a:pt x="151" y="15"/>
                </a:lnTo>
                <a:lnTo>
                  <a:pt x="142" y="15"/>
                </a:lnTo>
                <a:close/>
              </a:path>
              <a:path w="471" h="15">
                <a:moveTo>
                  <a:pt x="153" y="15"/>
                </a:moveTo>
                <a:lnTo>
                  <a:pt x="153" y="0"/>
                </a:lnTo>
                <a:lnTo>
                  <a:pt x="158" y="0"/>
                </a:lnTo>
                <a:cubicBezTo>
                  <a:pt x="159" y="0"/>
                  <a:pt x="160" y="0"/>
                  <a:pt x="161" y="1"/>
                </a:cubicBezTo>
                <a:cubicBezTo>
                  <a:pt x="161" y="1"/>
                  <a:pt x="162" y="1"/>
                  <a:pt x="162" y="2"/>
                </a:cubicBezTo>
                <a:cubicBezTo>
                  <a:pt x="163" y="3"/>
                  <a:pt x="163" y="3"/>
                  <a:pt x="163" y="4"/>
                </a:cubicBezTo>
                <a:cubicBezTo>
                  <a:pt x="163" y="5"/>
                  <a:pt x="162" y="6"/>
                  <a:pt x="162" y="7"/>
                </a:cubicBezTo>
                <a:cubicBezTo>
                  <a:pt x="161" y="7"/>
                  <a:pt x="160" y="8"/>
                  <a:pt x="159" y="8"/>
                </a:cubicBezTo>
                <a:cubicBezTo>
                  <a:pt x="160" y="8"/>
                  <a:pt x="160" y="9"/>
                  <a:pt x="160" y="9"/>
                </a:cubicBezTo>
                <a:cubicBezTo>
                  <a:pt x="161" y="9"/>
                  <a:pt x="161" y="10"/>
                  <a:pt x="162" y="11"/>
                </a:cubicBezTo>
                <a:lnTo>
                  <a:pt x="164" y="15"/>
                </a:lnTo>
                <a:lnTo>
                  <a:pt x="162" y="15"/>
                </a:lnTo>
                <a:lnTo>
                  <a:pt x="160" y="12"/>
                </a:lnTo>
                <a:cubicBezTo>
                  <a:pt x="160" y="11"/>
                  <a:pt x="159" y="10"/>
                  <a:pt x="159" y="10"/>
                </a:cubicBezTo>
                <a:cubicBezTo>
                  <a:pt x="159" y="9"/>
                  <a:pt x="158" y="9"/>
                  <a:pt x="158" y="9"/>
                </a:cubicBezTo>
                <a:cubicBezTo>
                  <a:pt x="158" y="9"/>
                  <a:pt x="158" y="8"/>
                  <a:pt x="157" y="8"/>
                </a:cubicBezTo>
                <a:cubicBezTo>
                  <a:pt x="157" y="8"/>
                  <a:pt x="157" y="8"/>
                  <a:pt x="156" y="8"/>
                </a:cubicBezTo>
                <a:lnTo>
                  <a:pt x="154" y="8"/>
                </a:lnTo>
                <a:lnTo>
                  <a:pt x="154" y="15"/>
                </a:lnTo>
                <a:lnTo>
                  <a:pt x="153" y="15"/>
                </a:lnTo>
                <a:close/>
                <a:moveTo>
                  <a:pt x="154" y="7"/>
                </a:moveTo>
                <a:lnTo>
                  <a:pt x="158" y="7"/>
                </a:lnTo>
                <a:cubicBezTo>
                  <a:pt x="159" y="7"/>
                  <a:pt x="159" y="7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5"/>
                  <a:pt x="161" y="5"/>
                  <a:pt x="161" y="4"/>
                </a:cubicBezTo>
                <a:cubicBezTo>
                  <a:pt x="161" y="4"/>
                  <a:pt x="161" y="3"/>
                  <a:pt x="160" y="3"/>
                </a:cubicBezTo>
                <a:cubicBezTo>
                  <a:pt x="160" y="2"/>
                  <a:pt x="159" y="2"/>
                  <a:pt x="158" y="2"/>
                </a:cubicBezTo>
                <a:lnTo>
                  <a:pt x="154" y="2"/>
                </a:lnTo>
                <a:lnTo>
                  <a:pt x="154" y="7"/>
                </a:lnTo>
                <a:close/>
              </a:path>
              <a:path w="471" h="15">
                <a:moveTo>
                  <a:pt x="164" y="10"/>
                </a:moveTo>
                <a:lnTo>
                  <a:pt x="166" y="10"/>
                </a:lnTo>
                <a:cubicBezTo>
                  <a:pt x="166" y="11"/>
                  <a:pt x="166" y="11"/>
                  <a:pt x="166" y="12"/>
                </a:cubicBezTo>
                <a:cubicBezTo>
                  <a:pt x="167" y="12"/>
                  <a:pt x="167" y="13"/>
                  <a:pt x="168" y="13"/>
                </a:cubicBezTo>
                <a:cubicBezTo>
                  <a:pt x="168" y="13"/>
                  <a:pt x="169" y="13"/>
                  <a:pt x="170" y="13"/>
                </a:cubicBezTo>
                <a:cubicBezTo>
                  <a:pt x="170" y="13"/>
                  <a:pt x="171" y="13"/>
                  <a:pt x="171" y="13"/>
                </a:cubicBezTo>
                <a:cubicBezTo>
                  <a:pt x="172" y="13"/>
                  <a:pt x="172" y="12"/>
                  <a:pt x="172" y="12"/>
                </a:cubicBezTo>
                <a:cubicBezTo>
                  <a:pt x="173" y="12"/>
                  <a:pt x="173" y="11"/>
                  <a:pt x="173" y="11"/>
                </a:cubicBezTo>
                <a:cubicBezTo>
                  <a:pt x="173" y="10"/>
                  <a:pt x="173" y="10"/>
                  <a:pt x="172" y="10"/>
                </a:cubicBezTo>
                <a:cubicBezTo>
                  <a:pt x="172" y="9"/>
                  <a:pt x="172" y="9"/>
                  <a:pt x="171" y="9"/>
                </a:cubicBezTo>
                <a:cubicBezTo>
                  <a:pt x="171" y="9"/>
                  <a:pt x="170" y="8"/>
                  <a:pt x="169" y="8"/>
                </a:cubicBezTo>
                <a:cubicBezTo>
                  <a:pt x="168" y="8"/>
                  <a:pt x="167" y="7"/>
                  <a:pt x="167" y="7"/>
                </a:cubicBezTo>
                <a:cubicBezTo>
                  <a:pt x="166" y="7"/>
                  <a:pt x="166" y="6"/>
                  <a:pt x="165" y="6"/>
                </a:cubicBezTo>
                <a:cubicBezTo>
                  <a:pt x="165" y="5"/>
                  <a:pt x="165" y="5"/>
                  <a:pt x="165" y="4"/>
                </a:cubicBezTo>
                <a:cubicBezTo>
                  <a:pt x="165" y="3"/>
                  <a:pt x="165" y="3"/>
                  <a:pt x="165" y="2"/>
                </a:cubicBezTo>
                <a:cubicBezTo>
                  <a:pt x="166" y="1"/>
                  <a:pt x="166" y="1"/>
                  <a:pt x="167" y="1"/>
                </a:cubicBezTo>
                <a:cubicBezTo>
                  <a:pt x="168" y="0"/>
                  <a:pt x="168" y="0"/>
                  <a:pt x="169" y="0"/>
                </a:cubicBezTo>
                <a:cubicBezTo>
                  <a:pt x="170" y="0"/>
                  <a:pt x="171" y="0"/>
                  <a:pt x="172" y="1"/>
                </a:cubicBezTo>
                <a:cubicBezTo>
                  <a:pt x="172" y="1"/>
                  <a:pt x="173" y="1"/>
                  <a:pt x="173" y="2"/>
                </a:cubicBezTo>
                <a:cubicBezTo>
                  <a:pt x="174" y="3"/>
                  <a:pt x="174" y="3"/>
                  <a:pt x="174" y="4"/>
                </a:cubicBezTo>
                <a:lnTo>
                  <a:pt x="172" y="4"/>
                </a:lnTo>
                <a:cubicBezTo>
                  <a:pt x="172" y="4"/>
                  <a:pt x="172" y="3"/>
                  <a:pt x="171" y="2"/>
                </a:cubicBezTo>
                <a:cubicBezTo>
                  <a:pt x="171" y="2"/>
                  <a:pt x="170" y="2"/>
                  <a:pt x="169" y="2"/>
                </a:cubicBezTo>
                <a:cubicBezTo>
                  <a:pt x="168" y="2"/>
                  <a:pt x="168" y="2"/>
                  <a:pt x="167" y="2"/>
                </a:cubicBezTo>
                <a:cubicBezTo>
                  <a:pt x="167" y="3"/>
                  <a:pt x="166" y="3"/>
                  <a:pt x="166" y="4"/>
                </a:cubicBezTo>
                <a:cubicBezTo>
                  <a:pt x="166" y="4"/>
                  <a:pt x="167" y="5"/>
                  <a:pt x="167" y="5"/>
                </a:cubicBezTo>
                <a:cubicBezTo>
                  <a:pt x="167" y="5"/>
                  <a:pt x="168" y="6"/>
                  <a:pt x="169" y="6"/>
                </a:cubicBezTo>
                <a:cubicBezTo>
                  <a:pt x="171" y="7"/>
                  <a:pt x="172" y="7"/>
                  <a:pt x="172" y="7"/>
                </a:cubicBezTo>
                <a:cubicBezTo>
                  <a:pt x="173" y="7"/>
                  <a:pt x="173" y="8"/>
                  <a:pt x="174" y="9"/>
                </a:cubicBezTo>
                <a:cubicBezTo>
                  <a:pt x="174" y="9"/>
                  <a:pt x="174" y="10"/>
                  <a:pt x="174" y="11"/>
                </a:cubicBezTo>
                <a:cubicBezTo>
                  <a:pt x="174" y="11"/>
                  <a:pt x="174" y="12"/>
                  <a:pt x="174" y="13"/>
                </a:cubicBezTo>
                <a:cubicBezTo>
                  <a:pt x="173" y="13"/>
                  <a:pt x="173" y="14"/>
                  <a:pt x="172" y="14"/>
                </a:cubicBezTo>
                <a:cubicBezTo>
                  <a:pt x="171" y="15"/>
                  <a:pt x="171" y="15"/>
                  <a:pt x="170" y="15"/>
                </a:cubicBezTo>
                <a:cubicBezTo>
                  <a:pt x="169" y="15"/>
                  <a:pt x="168" y="15"/>
                  <a:pt x="167" y="14"/>
                </a:cubicBezTo>
                <a:cubicBezTo>
                  <a:pt x="166" y="14"/>
                  <a:pt x="165" y="13"/>
                  <a:pt x="165" y="13"/>
                </a:cubicBezTo>
                <a:cubicBezTo>
                  <a:pt x="165" y="12"/>
                  <a:pt x="164" y="11"/>
                  <a:pt x="164" y="10"/>
                </a:cubicBezTo>
                <a:close/>
              </a:path>
              <a:path w="471" h="15">
                <a:moveTo>
                  <a:pt x="176" y="15"/>
                </a:moveTo>
                <a:lnTo>
                  <a:pt x="176" y="0"/>
                </a:lnTo>
                <a:lnTo>
                  <a:pt x="178" y="0"/>
                </a:lnTo>
                <a:lnTo>
                  <a:pt x="178" y="15"/>
                </a:lnTo>
                <a:lnTo>
                  <a:pt x="176" y="15"/>
                </a:lnTo>
                <a:close/>
              </a:path>
              <a:path w="471" h="15">
                <a:moveTo>
                  <a:pt x="184" y="15"/>
                </a:moveTo>
                <a:lnTo>
                  <a:pt x="184" y="2"/>
                </a:lnTo>
                <a:lnTo>
                  <a:pt x="179" y="2"/>
                </a:lnTo>
                <a:lnTo>
                  <a:pt x="179" y="0"/>
                </a:lnTo>
                <a:lnTo>
                  <a:pt x="189" y="0"/>
                </a:lnTo>
                <a:lnTo>
                  <a:pt x="189" y="2"/>
                </a:lnTo>
                <a:lnTo>
                  <a:pt x="185" y="2"/>
                </a:lnTo>
                <a:lnTo>
                  <a:pt x="185" y="15"/>
                </a:lnTo>
                <a:lnTo>
                  <a:pt x="184" y="15"/>
                </a:lnTo>
                <a:close/>
              </a:path>
              <a:path w="471" h="15">
                <a:moveTo>
                  <a:pt x="194" y="15"/>
                </a:moveTo>
                <a:lnTo>
                  <a:pt x="194" y="9"/>
                </a:lnTo>
                <a:lnTo>
                  <a:pt x="189" y="0"/>
                </a:lnTo>
                <a:lnTo>
                  <a:pt x="191" y="0"/>
                </a:lnTo>
                <a:lnTo>
                  <a:pt x="194" y="5"/>
                </a:lnTo>
                <a:cubicBezTo>
                  <a:pt x="194" y="5"/>
                  <a:pt x="195" y="6"/>
                  <a:pt x="195" y="7"/>
                </a:cubicBezTo>
                <a:cubicBezTo>
                  <a:pt x="195" y="6"/>
                  <a:pt x="196" y="5"/>
                  <a:pt x="196" y="5"/>
                </a:cubicBezTo>
                <a:lnTo>
                  <a:pt x="199" y="0"/>
                </a:lnTo>
                <a:lnTo>
                  <a:pt x="201" y="0"/>
                </a:lnTo>
                <a:lnTo>
                  <a:pt x="196" y="9"/>
                </a:lnTo>
                <a:lnTo>
                  <a:pt x="196" y="15"/>
                </a:lnTo>
                <a:lnTo>
                  <a:pt x="194" y="15"/>
                </a:lnTo>
                <a:close/>
              </a:path>
              <a:path w="471" h="15">
                <a:moveTo>
                  <a:pt x="206" y="8"/>
                </a:moveTo>
                <a:cubicBezTo>
                  <a:pt x="206" y="5"/>
                  <a:pt x="207" y="3"/>
                  <a:pt x="208" y="2"/>
                </a:cubicBezTo>
                <a:cubicBezTo>
                  <a:pt x="209" y="1"/>
                  <a:pt x="211" y="0"/>
                  <a:pt x="212" y="0"/>
                </a:cubicBezTo>
                <a:cubicBezTo>
                  <a:pt x="213" y="0"/>
                  <a:pt x="214" y="0"/>
                  <a:pt x="215" y="1"/>
                </a:cubicBezTo>
                <a:cubicBezTo>
                  <a:pt x="216" y="2"/>
                  <a:pt x="217" y="3"/>
                  <a:pt x="218" y="4"/>
                </a:cubicBezTo>
                <a:cubicBezTo>
                  <a:pt x="218" y="5"/>
                  <a:pt x="218" y="6"/>
                  <a:pt x="218" y="8"/>
                </a:cubicBezTo>
                <a:cubicBezTo>
                  <a:pt x="218" y="9"/>
                  <a:pt x="218" y="10"/>
                  <a:pt x="217" y="11"/>
                </a:cubicBezTo>
                <a:cubicBezTo>
                  <a:pt x="217" y="13"/>
                  <a:pt x="216" y="13"/>
                  <a:pt x="215" y="14"/>
                </a:cubicBezTo>
                <a:cubicBezTo>
                  <a:pt x="214" y="15"/>
                  <a:pt x="213" y="15"/>
                  <a:pt x="212" y="15"/>
                </a:cubicBezTo>
                <a:cubicBezTo>
                  <a:pt x="211" y="15"/>
                  <a:pt x="210" y="15"/>
                  <a:pt x="209" y="14"/>
                </a:cubicBezTo>
                <a:cubicBezTo>
                  <a:pt x="208" y="13"/>
                  <a:pt x="207" y="12"/>
                  <a:pt x="207" y="11"/>
                </a:cubicBezTo>
                <a:cubicBezTo>
                  <a:pt x="207" y="10"/>
                  <a:pt x="206" y="9"/>
                  <a:pt x="206" y="8"/>
                </a:cubicBezTo>
                <a:close/>
                <a:moveTo>
                  <a:pt x="208" y="8"/>
                </a:moveTo>
                <a:cubicBezTo>
                  <a:pt x="208" y="9"/>
                  <a:pt x="208" y="11"/>
                  <a:pt x="209" y="12"/>
                </a:cubicBezTo>
                <a:cubicBezTo>
                  <a:pt x="210" y="13"/>
                  <a:pt x="211" y="13"/>
                  <a:pt x="212" y="13"/>
                </a:cubicBezTo>
                <a:cubicBezTo>
                  <a:pt x="214" y="13"/>
                  <a:pt x="215" y="13"/>
                  <a:pt x="215" y="12"/>
                </a:cubicBezTo>
                <a:cubicBezTo>
                  <a:pt x="216" y="11"/>
                  <a:pt x="217" y="9"/>
                  <a:pt x="217" y="7"/>
                </a:cubicBezTo>
                <a:cubicBezTo>
                  <a:pt x="217" y="6"/>
                  <a:pt x="216" y="5"/>
                  <a:pt x="216" y="4"/>
                </a:cubicBezTo>
                <a:cubicBezTo>
                  <a:pt x="216" y="4"/>
                  <a:pt x="215" y="3"/>
                  <a:pt x="215" y="2"/>
                </a:cubicBezTo>
                <a:cubicBezTo>
                  <a:pt x="214" y="2"/>
                  <a:pt x="213" y="2"/>
                  <a:pt x="212" y="2"/>
                </a:cubicBezTo>
                <a:cubicBezTo>
                  <a:pt x="211" y="2"/>
                  <a:pt x="210" y="2"/>
                  <a:pt x="209" y="3"/>
                </a:cubicBezTo>
                <a:cubicBezTo>
                  <a:pt x="208" y="4"/>
                  <a:pt x="208" y="6"/>
                  <a:pt x="208" y="8"/>
                </a:cubicBezTo>
                <a:close/>
              </a:path>
              <a:path w="471" h="15">
                <a:moveTo>
                  <a:pt x="220" y="15"/>
                </a:moveTo>
                <a:lnTo>
                  <a:pt x="220" y="0"/>
                </a:lnTo>
                <a:lnTo>
                  <a:pt x="228" y="0"/>
                </a:lnTo>
                <a:lnTo>
                  <a:pt x="228" y="2"/>
                </a:lnTo>
                <a:lnTo>
                  <a:pt x="222" y="2"/>
                </a:lnTo>
                <a:lnTo>
                  <a:pt x="222" y="6"/>
                </a:lnTo>
                <a:lnTo>
                  <a:pt x="228" y="6"/>
                </a:lnTo>
                <a:lnTo>
                  <a:pt x="228" y="8"/>
                </a:lnTo>
                <a:lnTo>
                  <a:pt x="222" y="8"/>
                </a:lnTo>
                <a:lnTo>
                  <a:pt x="222" y="15"/>
                </a:lnTo>
                <a:lnTo>
                  <a:pt x="220" y="15"/>
                </a:lnTo>
                <a:close/>
              </a:path>
              <a:path w="471" h="15">
                <a:moveTo>
                  <a:pt x="235" y="10"/>
                </a:moveTo>
                <a:lnTo>
                  <a:pt x="236" y="10"/>
                </a:lnTo>
                <a:cubicBezTo>
                  <a:pt x="237" y="11"/>
                  <a:pt x="237" y="11"/>
                  <a:pt x="237" y="12"/>
                </a:cubicBezTo>
                <a:cubicBezTo>
                  <a:pt x="237" y="12"/>
                  <a:pt x="238" y="13"/>
                  <a:pt x="238" y="13"/>
                </a:cubicBezTo>
                <a:cubicBezTo>
                  <a:pt x="239" y="13"/>
                  <a:pt x="239" y="13"/>
                  <a:pt x="240" y="13"/>
                </a:cubicBezTo>
                <a:cubicBezTo>
                  <a:pt x="241" y="13"/>
                  <a:pt x="241" y="13"/>
                  <a:pt x="242" y="13"/>
                </a:cubicBezTo>
                <a:cubicBezTo>
                  <a:pt x="242" y="13"/>
                  <a:pt x="243" y="12"/>
                  <a:pt x="243" y="12"/>
                </a:cubicBezTo>
                <a:cubicBezTo>
                  <a:pt x="243" y="12"/>
                  <a:pt x="243" y="11"/>
                  <a:pt x="243" y="11"/>
                </a:cubicBezTo>
                <a:cubicBezTo>
                  <a:pt x="243" y="10"/>
                  <a:pt x="243" y="10"/>
                  <a:pt x="243" y="10"/>
                </a:cubicBezTo>
                <a:cubicBezTo>
                  <a:pt x="243" y="9"/>
                  <a:pt x="242" y="9"/>
                  <a:pt x="242" y="9"/>
                </a:cubicBezTo>
                <a:cubicBezTo>
                  <a:pt x="241" y="9"/>
                  <a:pt x="241" y="8"/>
                  <a:pt x="240" y="8"/>
                </a:cubicBezTo>
                <a:cubicBezTo>
                  <a:pt x="238" y="8"/>
                  <a:pt x="238" y="7"/>
                  <a:pt x="237" y="7"/>
                </a:cubicBezTo>
                <a:cubicBezTo>
                  <a:pt x="237" y="7"/>
                  <a:pt x="236" y="6"/>
                  <a:pt x="236" y="6"/>
                </a:cubicBezTo>
                <a:cubicBezTo>
                  <a:pt x="235" y="5"/>
                  <a:pt x="235" y="5"/>
                  <a:pt x="235" y="4"/>
                </a:cubicBezTo>
                <a:cubicBezTo>
                  <a:pt x="235" y="3"/>
                  <a:pt x="236" y="3"/>
                  <a:pt x="236" y="2"/>
                </a:cubicBezTo>
                <a:cubicBezTo>
                  <a:pt x="236" y="1"/>
                  <a:pt x="237" y="1"/>
                  <a:pt x="237" y="1"/>
                </a:cubicBezTo>
                <a:cubicBezTo>
                  <a:pt x="238" y="0"/>
                  <a:pt x="239" y="0"/>
                  <a:pt x="240" y="0"/>
                </a:cubicBezTo>
                <a:cubicBezTo>
                  <a:pt x="241" y="0"/>
                  <a:pt x="241" y="0"/>
                  <a:pt x="242" y="1"/>
                </a:cubicBezTo>
                <a:cubicBezTo>
                  <a:pt x="243" y="1"/>
                  <a:pt x="243" y="1"/>
                  <a:pt x="244" y="2"/>
                </a:cubicBezTo>
                <a:cubicBezTo>
                  <a:pt x="244" y="3"/>
                  <a:pt x="244" y="3"/>
                  <a:pt x="244" y="4"/>
                </a:cubicBezTo>
                <a:lnTo>
                  <a:pt x="243" y="4"/>
                </a:lnTo>
                <a:cubicBezTo>
                  <a:pt x="243" y="4"/>
                  <a:pt x="242" y="3"/>
                  <a:pt x="242" y="2"/>
                </a:cubicBezTo>
                <a:cubicBezTo>
                  <a:pt x="242" y="2"/>
                  <a:pt x="241" y="2"/>
                  <a:pt x="240" y="2"/>
                </a:cubicBezTo>
                <a:cubicBezTo>
                  <a:pt x="239" y="2"/>
                  <a:pt x="238" y="2"/>
                  <a:pt x="238" y="2"/>
                </a:cubicBezTo>
                <a:cubicBezTo>
                  <a:pt x="237" y="3"/>
                  <a:pt x="237" y="3"/>
                  <a:pt x="237" y="4"/>
                </a:cubicBezTo>
                <a:cubicBezTo>
                  <a:pt x="237" y="4"/>
                  <a:pt x="237" y="5"/>
                  <a:pt x="237" y="5"/>
                </a:cubicBezTo>
                <a:cubicBezTo>
                  <a:pt x="238" y="5"/>
                  <a:pt x="239" y="6"/>
                  <a:pt x="240" y="6"/>
                </a:cubicBezTo>
                <a:cubicBezTo>
                  <a:pt x="241" y="7"/>
                  <a:pt x="242" y="7"/>
                  <a:pt x="243" y="7"/>
                </a:cubicBezTo>
                <a:cubicBezTo>
                  <a:pt x="243" y="7"/>
                  <a:pt x="244" y="8"/>
                  <a:pt x="244" y="9"/>
                </a:cubicBezTo>
                <a:cubicBezTo>
                  <a:pt x="245" y="9"/>
                  <a:pt x="245" y="10"/>
                  <a:pt x="245" y="11"/>
                </a:cubicBezTo>
                <a:cubicBezTo>
                  <a:pt x="245" y="11"/>
                  <a:pt x="245" y="12"/>
                  <a:pt x="244" y="13"/>
                </a:cubicBezTo>
                <a:cubicBezTo>
                  <a:pt x="244" y="13"/>
                  <a:pt x="243" y="14"/>
                  <a:pt x="243" y="14"/>
                </a:cubicBezTo>
                <a:cubicBezTo>
                  <a:pt x="242" y="15"/>
                  <a:pt x="241" y="15"/>
                  <a:pt x="240" y="15"/>
                </a:cubicBezTo>
                <a:cubicBezTo>
                  <a:pt x="239" y="15"/>
                  <a:pt x="238" y="15"/>
                  <a:pt x="237" y="14"/>
                </a:cubicBezTo>
                <a:cubicBezTo>
                  <a:pt x="237" y="14"/>
                  <a:pt x="236" y="13"/>
                  <a:pt x="236" y="13"/>
                </a:cubicBezTo>
                <a:cubicBezTo>
                  <a:pt x="235" y="12"/>
                  <a:pt x="235" y="11"/>
                  <a:pt x="235" y="10"/>
                </a:cubicBezTo>
                <a:close/>
              </a:path>
              <a:path w="471" h="15">
                <a:moveTo>
                  <a:pt x="256" y="10"/>
                </a:moveTo>
                <a:lnTo>
                  <a:pt x="257" y="10"/>
                </a:lnTo>
                <a:cubicBezTo>
                  <a:pt x="257" y="12"/>
                  <a:pt x="256" y="13"/>
                  <a:pt x="255" y="14"/>
                </a:cubicBezTo>
                <a:cubicBezTo>
                  <a:pt x="254" y="15"/>
                  <a:pt x="253" y="15"/>
                  <a:pt x="252" y="15"/>
                </a:cubicBezTo>
                <a:cubicBezTo>
                  <a:pt x="251" y="15"/>
                  <a:pt x="250" y="15"/>
                  <a:pt x="249" y="14"/>
                </a:cubicBezTo>
                <a:cubicBezTo>
                  <a:pt x="248" y="13"/>
                  <a:pt x="247" y="12"/>
                  <a:pt x="247" y="11"/>
                </a:cubicBezTo>
                <a:cubicBezTo>
                  <a:pt x="246" y="10"/>
                  <a:pt x="246" y="9"/>
                  <a:pt x="246" y="7"/>
                </a:cubicBezTo>
                <a:cubicBezTo>
                  <a:pt x="246" y="6"/>
                  <a:pt x="246" y="5"/>
                  <a:pt x="247" y="3"/>
                </a:cubicBezTo>
                <a:cubicBezTo>
                  <a:pt x="247" y="2"/>
                  <a:pt x="248" y="1"/>
                  <a:pt x="249" y="1"/>
                </a:cubicBezTo>
                <a:cubicBezTo>
                  <a:pt x="250" y="0"/>
                  <a:pt x="251" y="0"/>
                  <a:pt x="252" y="0"/>
                </a:cubicBezTo>
                <a:cubicBezTo>
                  <a:pt x="253" y="0"/>
                  <a:pt x="254" y="0"/>
                  <a:pt x="255" y="1"/>
                </a:cubicBezTo>
                <a:cubicBezTo>
                  <a:pt x="256" y="2"/>
                  <a:pt x="257" y="3"/>
                  <a:pt x="257" y="4"/>
                </a:cubicBezTo>
                <a:lnTo>
                  <a:pt x="255" y="5"/>
                </a:lnTo>
                <a:cubicBezTo>
                  <a:pt x="255" y="4"/>
                  <a:pt x="255" y="3"/>
                  <a:pt x="254" y="2"/>
                </a:cubicBezTo>
                <a:cubicBezTo>
                  <a:pt x="254" y="2"/>
                  <a:pt x="253" y="2"/>
                  <a:pt x="252" y="2"/>
                </a:cubicBezTo>
                <a:cubicBezTo>
                  <a:pt x="251" y="2"/>
                  <a:pt x="250" y="2"/>
                  <a:pt x="250" y="2"/>
                </a:cubicBezTo>
                <a:cubicBezTo>
                  <a:pt x="249" y="3"/>
                  <a:pt x="248" y="4"/>
                  <a:pt x="248" y="5"/>
                </a:cubicBezTo>
                <a:cubicBezTo>
                  <a:pt x="248" y="5"/>
                  <a:pt x="248" y="6"/>
                  <a:pt x="248" y="7"/>
                </a:cubicBezTo>
                <a:cubicBezTo>
                  <a:pt x="248" y="9"/>
                  <a:pt x="248" y="10"/>
                  <a:pt x="248" y="11"/>
                </a:cubicBezTo>
                <a:cubicBezTo>
                  <a:pt x="249" y="11"/>
                  <a:pt x="249" y="12"/>
                  <a:pt x="250" y="13"/>
                </a:cubicBezTo>
                <a:cubicBezTo>
                  <a:pt x="250" y="13"/>
                  <a:pt x="251" y="13"/>
                  <a:pt x="252" y="13"/>
                </a:cubicBezTo>
                <a:cubicBezTo>
                  <a:pt x="253" y="13"/>
                  <a:pt x="254" y="13"/>
                  <a:pt x="254" y="12"/>
                </a:cubicBezTo>
                <a:cubicBezTo>
                  <a:pt x="255" y="12"/>
                  <a:pt x="255" y="11"/>
                  <a:pt x="256" y="10"/>
                </a:cubicBezTo>
                <a:close/>
              </a:path>
              <a:path w="471" h="15">
                <a:moveTo>
                  <a:pt x="259" y="15"/>
                </a:moveTo>
                <a:lnTo>
                  <a:pt x="259" y="0"/>
                </a:lnTo>
                <a:lnTo>
                  <a:pt x="261" y="0"/>
                </a:lnTo>
                <a:lnTo>
                  <a:pt x="261" y="15"/>
                </a:lnTo>
                <a:lnTo>
                  <a:pt x="259" y="15"/>
                </a:lnTo>
                <a:close/>
              </a:path>
              <a:path w="471" h="15">
                <a:moveTo>
                  <a:pt x="263" y="15"/>
                </a:moveTo>
                <a:lnTo>
                  <a:pt x="263" y="0"/>
                </a:lnTo>
                <a:lnTo>
                  <a:pt x="272" y="0"/>
                </a:lnTo>
                <a:lnTo>
                  <a:pt x="272" y="2"/>
                </a:lnTo>
                <a:lnTo>
                  <a:pt x="265" y="2"/>
                </a:lnTo>
                <a:lnTo>
                  <a:pt x="265" y="6"/>
                </a:lnTo>
                <a:lnTo>
                  <a:pt x="272" y="6"/>
                </a:lnTo>
                <a:lnTo>
                  <a:pt x="272" y="8"/>
                </a:lnTo>
                <a:lnTo>
                  <a:pt x="265" y="8"/>
                </a:lnTo>
                <a:lnTo>
                  <a:pt x="265" y="13"/>
                </a:lnTo>
                <a:lnTo>
                  <a:pt x="272" y="13"/>
                </a:lnTo>
                <a:lnTo>
                  <a:pt x="272" y="15"/>
                </a:lnTo>
                <a:lnTo>
                  <a:pt x="263" y="15"/>
                </a:lnTo>
                <a:close/>
              </a:path>
              <a:path w="471" h="15">
                <a:moveTo>
                  <a:pt x="274" y="15"/>
                </a:moveTo>
                <a:lnTo>
                  <a:pt x="274" y="0"/>
                </a:lnTo>
                <a:lnTo>
                  <a:pt x="276" y="0"/>
                </a:lnTo>
                <a:lnTo>
                  <a:pt x="283" y="12"/>
                </a:lnTo>
                <a:lnTo>
                  <a:pt x="283" y="0"/>
                </a:lnTo>
                <a:lnTo>
                  <a:pt x="284" y="0"/>
                </a:lnTo>
                <a:lnTo>
                  <a:pt x="284" y="15"/>
                </a:lnTo>
                <a:lnTo>
                  <a:pt x="282" y="15"/>
                </a:lnTo>
                <a:lnTo>
                  <a:pt x="276" y="3"/>
                </a:lnTo>
                <a:lnTo>
                  <a:pt x="276" y="15"/>
                </a:lnTo>
                <a:lnTo>
                  <a:pt x="274" y="15"/>
                </a:lnTo>
                <a:close/>
              </a:path>
              <a:path w="471" h="15">
                <a:moveTo>
                  <a:pt x="295" y="10"/>
                </a:moveTo>
                <a:lnTo>
                  <a:pt x="297" y="10"/>
                </a:lnTo>
                <a:cubicBezTo>
                  <a:pt x="297" y="12"/>
                  <a:pt x="296" y="13"/>
                  <a:pt x="295" y="14"/>
                </a:cubicBezTo>
                <a:cubicBezTo>
                  <a:pt x="294" y="15"/>
                  <a:pt x="293" y="15"/>
                  <a:pt x="292" y="15"/>
                </a:cubicBezTo>
                <a:cubicBezTo>
                  <a:pt x="290" y="15"/>
                  <a:pt x="289" y="15"/>
                  <a:pt x="289" y="14"/>
                </a:cubicBezTo>
                <a:cubicBezTo>
                  <a:pt x="288" y="13"/>
                  <a:pt x="287" y="12"/>
                  <a:pt x="287" y="11"/>
                </a:cubicBezTo>
                <a:cubicBezTo>
                  <a:pt x="286" y="10"/>
                  <a:pt x="286" y="9"/>
                  <a:pt x="286" y="7"/>
                </a:cubicBezTo>
                <a:cubicBezTo>
                  <a:pt x="286" y="6"/>
                  <a:pt x="286" y="5"/>
                  <a:pt x="287" y="3"/>
                </a:cubicBezTo>
                <a:cubicBezTo>
                  <a:pt x="287" y="2"/>
                  <a:pt x="288" y="1"/>
                  <a:pt x="289" y="1"/>
                </a:cubicBezTo>
                <a:cubicBezTo>
                  <a:pt x="290" y="0"/>
                  <a:pt x="291" y="0"/>
                  <a:pt x="292" y="0"/>
                </a:cubicBezTo>
                <a:cubicBezTo>
                  <a:pt x="293" y="0"/>
                  <a:pt x="294" y="0"/>
                  <a:pt x="295" y="1"/>
                </a:cubicBezTo>
                <a:cubicBezTo>
                  <a:pt x="296" y="2"/>
                  <a:pt x="296" y="3"/>
                  <a:pt x="297" y="4"/>
                </a:cubicBezTo>
                <a:lnTo>
                  <a:pt x="295" y="5"/>
                </a:lnTo>
                <a:cubicBezTo>
                  <a:pt x="295" y="4"/>
                  <a:pt x="294" y="3"/>
                  <a:pt x="294" y="2"/>
                </a:cubicBezTo>
                <a:cubicBezTo>
                  <a:pt x="293" y="2"/>
                  <a:pt x="293" y="2"/>
                  <a:pt x="292" y="2"/>
                </a:cubicBezTo>
                <a:cubicBezTo>
                  <a:pt x="291" y="2"/>
                  <a:pt x="290" y="2"/>
                  <a:pt x="289" y="2"/>
                </a:cubicBezTo>
                <a:cubicBezTo>
                  <a:pt x="289" y="3"/>
                  <a:pt x="288" y="4"/>
                  <a:pt x="288" y="5"/>
                </a:cubicBezTo>
                <a:cubicBezTo>
                  <a:pt x="288" y="5"/>
                  <a:pt x="288" y="6"/>
                  <a:pt x="288" y="7"/>
                </a:cubicBezTo>
                <a:cubicBezTo>
                  <a:pt x="288" y="9"/>
                  <a:pt x="288" y="10"/>
                  <a:pt x="288" y="11"/>
                </a:cubicBezTo>
                <a:cubicBezTo>
                  <a:pt x="288" y="11"/>
                  <a:pt x="289" y="12"/>
                  <a:pt x="290" y="13"/>
                </a:cubicBezTo>
                <a:cubicBezTo>
                  <a:pt x="290" y="13"/>
                  <a:pt x="291" y="13"/>
                  <a:pt x="292" y="13"/>
                </a:cubicBezTo>
                <a:cubicBezTo>
                  <a:pt x="293" y="13"/>
                  <a:pt x="293" y="13"/>
                  <a:pt x="294" y="12"/>
                </a:cubicBezTo>
                <a:cubicBezTo>
                  <a:pt x="295" y="12"/>
                  <a:pt x="295" y="11"/>
                  <a:pt x="295" y="10"/>
                </a:cubicBezTo>
                <a:close/>
              </a:path>
              <a:path w="471" h="15">
                <a:moveTo>
                  <a:pt x="299" y="15"/>
                </a:moveTo>
                <a:lnTo>
                  <a:pt x="299" y="0"/>
                </a:lnTo>
                <a:lnTo>
                  <a:pt x="308" y="0"/>
                </a:lnTo>
                <a:lnTo>
                  <a:pt x="308" y="2"/>
                </a:lnTo>
                <a:lnTo>
                  <a:pt x="300" y="2"/>
                </a:lnTo>
                <a:lnTo>
                  <a:pt x="300" y="6"/>
                </a:lnTo>
                <a:lnTo>
                  <a:pt x="307" y="6"/>
                </a:lnTo>
                <a:lnTo>
                  <a:pt x="307" y="8"/>
                </a:lnTo>
                <a:lnTo>
                  <a:pt x="300" y="8"/>
                </a:lnTo>
                <a:lnTo>
                  <a:pt x="300" y="13"/>
                </a:lnTo>
                <a:lnTo>
                  <a:pt x="308" y="13"/>
                </a:lnTo>
                <a:lnTo>
                  <a:pt x="308" y="15"/>
                </a:lnTo>
                <a:lnTo>
                  <a:pt x="299" y="15"/>
                </a:lnTo>
                <a:close/>
              </a:path>
              <a:path w="471" h="15">
                <a:moveTo>
                  <a:pt x="313" y="15"/>
                </a:moveTo>
                <a:lnTo>
                  <a:pt x="318" y="0"/>
                </a:lnTo>
                <a:lnTo>
                  <a:pt x="319" y="0"/>
                </a:lnTo>
                <a:lnTo>
                  <a:pt x="324" y="15"/>
                </a:lnTo>
                <a:lnTo>
                  <a:pt x="323" y="15"/>
                </a:lnTo>
                <a:lnTo>
                  <a:pt x="321" y="10"/>
                </a:lnTo>
                <a:lnTo>
                  <a:pt x="316" y="10"/>
                </a:lnTo>
                <a:lnTo>
                  <a:pt x="314" y="15"/>
                </a:lnTo>
                <a:lnTo>
                  <a:pt x="313" y="15"/>
                </a:lnTo>
                <a:close/>
                <a:moveTo>
                  <a:pt x="316" y="9"/>
                </a:moveTo>
                <a:lnTo>
                  <a:pt x="321" y="9"/>
                </a:lnTo>
                <a:lnTo>
                  <a:pt x="319" y="5"/>
                </a:lnTo>
                <a:cubicBezTo>
                  <a:pt x="319" y="4"/>
                  <a:pt x="319" y="3"/>
                  <a:pt x="318" y="2"/>
                </a:cubicBezTo>
                <a:cubicBezTo>
                  <a:pt x="318" y="3"/>
                  <a:pt x="318" y="4"/>
                  <a:pt x="318" y="5"/>
                </a:cubicBezTo>
                <a:lnTo>
                  <a:pt x="316" y="9"/>
                </a:lnTo>
                <a:close/>
              </a:path>
              <a:path w="471" h="15">
                <a:moveTo>
                  <a:pt x="325" y="15"/>
                </a:moveTo>
                <a:lnTo>
                  <a:pt x="325" y="0"/>
                </a:lnTo>
                <a:lnTo>
                  <a:pt x="327" y="0"/>
                </a:lnTo>
                <a:lnTo>
                  <a:pt x="334" y="12"/>
                </a:lnTo>
                <a:lnTo>
                  <a:pt x="334" y="0"/>
                </a:lnTo>
                <a:lnTo>
                  <a:pt x="335" y="0"/>
                </a:lnTo>
                <a:lnTo>
                  <a:pt x="335" y="15"/>
                </a:lnTo>
                <a:lnTo>
                  <a:pt x="333" y="15"/>
                </a:lnTo>
                <a:lnTo>
                  <a:pt x="327" y="3"/>
                </a:lnTo>
                <a:lnTo>
                  <a:pt x="327" y="15"/>
                </a:lnTo>
                <a:lnTo>
                  <a:pt x="325" y="15"/>
                </a:lnTo>
                <a:close/>
              </a:path>
              <a:path w="471" h="15">
                <a:moveTo>
                  <a:pt x="337" y="15"/>
                </a:moveTo>
                <a:lnTo>
                  <a:pt x="337" y="0"/>
                </a:lnTo>
                <a:lnTo>
                  <a:pt x="342" y="0"/>
                </a:lnTo>
                <a:cubicBezTo>
                  <a:pt x="343" y="0"/>
                  <a:pt x="343" y="0"/>
                  <a:pt x="344" y="0"/>
                </a:cubicBezTo>
                <a:cubicBezTo>
                  <a:pt x="345" y="1"/>
                  <a:pt x="345" y="1"/>
                  <a:pt x="346" y="2"/>
                </a:cubicBezTo>
                <a:cubicBezTo>
                  <a:pt x="346" y="2"/>
                  <a:pt x="347" y="3"/>
                  <a:pt x="347" y="4"/>
                </a:cubicBezTo>
                <a:cubicBezTo>
                  <a:pt x="348" y="5"/>
                  <a:pt x="348" y="6"/>
                  <a:pt x="348" y="7"/>
                </a:cubicBezTo>
                <a:cubicBezTo>
                  <a:pt x="348" y="8"/>
                  <a:pt x="348" y="9"/>
                  <a:pt x="347" y="10"/>
                </a:cubicBezTo>
                <a:cubicBezTo>
                  <a:pt x="347" y="11"/>
                  <a:pt x="347" y="12"/>
                  <a:pt x="347" y="12"/>
                </a:cubicBezTo>
                <a:cubicBezTo>
                  <a:pt x="346" y="13"/>
                  <a:pt x="346" y="13"/>
                  <a:pt x="345" y="14"/>
                </a:cubicBezTo>
                <a:cubicBezTo>
                  <a:pt x="345" y="14"/>
                  <a:pt x="344" y="14"/>
                  <a:pt x="344" y="14"/>
                </a:cubicBezTo>
                <a:cubicBezTo>
                  <a:pt x="343" y="15"/>
                  <a:pt x="343" y="15"/>
                  <a:pt x="342" y="15"/>
                </a:cubicBezTo>
                <a:lnTo>
                  <a:pt x="337" y="15"/>
                </a:lnTo>
                <a:close/>
                <a:moveTo>
                  <a:pt x="339" y="13"/>
                </a:moveTo>
                <a:lnTo>
                  <a:pt x="342" y="13"/>
                </a:lnTo>
                <a:cubicBezTo>
                  <a:pt x="343" y="13"/>
                  <a:pt x="343" y="13"/>
                  <a:pt x="344" y="13"/>
                </a:cubicBezTo>
                <a:cubicBezTo>
                  <a:pt x="344" y="13"/>
                  <a:pt x="345" y="12"/>
                  <a:pt x="345" y="12"/>
                </a:cubicBezTo>
                <a:cubicBezTo>
                  <a:pt x="345" y="12"/>
                  <a:pt x="345" y="11"/>
                  <a:pt x="346" y="10"/>
                </a:cubicBezTo>
                <a:cubicBezTo>
                  <a:pt x="346" y="9"/>
                  <a:pt x="346" y="8"/>
                  <a:pt x="346" y="7"/>
                </a:cubicBezTo>
                <a:cubicBezTo>
                  <a:pt x="346" y="6"/>
                  <a:pt x="346" y="5"/>
                  <a:pt x="345" y="4"/>
                </a:cubicBezTo>
                <a:cubicBezTo>
                  <a:pt x="345" y="3"/>
                  <a:pt x="344" y="3"/>
                  <a:pt x="344" y="2"/>
                </a:cubicBezTo>
                <a:cubicBezTo>
                  <a:pt x="343" y="2"/>
                  <a:pt x="343" y="2"/>
                  <a:pt x="342" y="2"/>
                </a:cubicBezTo>
                <a:lnTo>
                  <a:pt x="339" y="2"/>
                </a:lnTo>
                <a:lnTo>
                  <a:pt x="339" y="13"/>
                </a:lnTo>
                <a:close/>
              </a:path>
              <a:path w="471" h="15">
                <a:moveTo>
                  <a:pt x="358" y="15"/>
                </a:moveTo>
                <a:lnTo>
                  <a:pt x="358" y="2"/>
                </a:lnTo>
                <a:lnTo>
                  <a:pt x="354" y="2"/>
                </a:lnTo>
                <a:lnTo>
                  <a:pt x="354" y="0"/>
                </a:lnTo>
                <a:lnTo>
                  <a:pt x="364" y="0"/>
                </a:lnTo>
                <a:lnTo>
                  <a:pt x="364" y="2"/>
                </a:lnTo>
                <a:lnTo>
                  <a:pt x="359" y="2"/>
                </a:lnTo>
                <a:lnTo>
                  <a:pt x="359" y="15"/>
                </a:lnTo>
                <a:lnTo>
                  <a:pt x="358" y="15"/>
                </a:lnTo>
                <a:close/>
              </a:path>
              <a:path w="471" h="15">
                <a:moveTo>
                  <a:pt x="365" y="15"/>
                </a:moveTo>
                <a:lnTo>
                  <a:pt x="365" y="0"/>
                </a:lnTo>
                <a:lnTo>
                  <a:pt x="374" y="0"/>
                </a:lnTo>
                <a:lnTo>
                  <a:pt x="374" y="2"/>
                </a:lnTo>
                <a:lnTo>
                  <a:pt x="366" y="2"/>
                </a:lnTo>
                <a:lnTo>
                  <a:pt x="366" y="6"/>
                </a:lnTo>
                <a:lnTo>
                  <a:pt x="373" y="6"/>
                </a:lnTo>
                <a:lnTo>
                  <a:pt x="373" y="8"/>
                </a:lnTo>
                <a:lnTo>
                  <a:pt x="366" y="8"/>
                </a:lnTo>
                <a:lnTo>
                  <a:pt x="366" y="13"/>
                </a:lnTo>
                <a:lnTo>
                  <a:pt x="374" y="13"/>
                </a:lnTo>
                <a:lnTo>
                  <a:pt x="374" y="15"/>
                </a:lnTo>
                <a:lnTo>
                  <a:pt x="365" y="15"/>
                </a:lnTo>
                <a:close/>
              </a:path>
              <a:path w="471" h="15">
                <a:moveTo>
                  <a:pt x="385" y="10"/>
                </a:moveTo>
                <a:lnTo>
                  <a:pt x="386" y="10"/>
                </a:lnTo>
                <a:cubicBezTo>
                  <a:pt x="386" y="12"/>
                  <a:pt x="386" y="13"/>
                  <a:pt x="385" y="14"/>
                </a:cubicBezTo>
                <a:cubicBezTo>
                  <a:pt x="384" y="15"/>
                  <a:pt x="383" y="15"/>
                  <a:pt x="381" y="15"/>
                </a:cubicBezTo>
                <a:cubicBezTo>
                  <a:pt x="380" y="15"/>
                  <a:pt x="379" y="15"/>
                  <a:pt x="378" y="14"/>
                </a:cubicBezTo>
                <a:cubicBezTo>
                  <a:pt x="377" y="13"/>
                  <a:pt x="377" y="12"/>
                  <a:pt x="376" y="11"/>
                </a:cubicBezTo>
                <a:cubicBezTo>
                  <a:pt x="376" y="10"/>
                  <a:pt x="375" y="9"/>
                  <a:pt x="375" y="7"/>
                </a:cubicBezTo>
                <a:cubicBezTo>
                  <a:pt x="375" y="6"/>
                  <a:pt x="376" y="5"/>
                  <a:pt x="376" y="3"/>
                </a:cubicBezTo>
                <a:cubicBezTo>
                  <a:pt x="377" y="2"/>
                  <a:pt x="377" y="1"/>
                  <a:pt x="378" y="1"/>
                </a:cubicBezTo>
                <a:cubicBezTo>
                  <a:pt x="379" y="0"/>
                  <a:pt x="380" y="0"/>
                  <a:pt x="381" y="0"/>
                </a:cubicBezTo>
                <a:cubicBezTo>
                  <a:pt x="383" y="0"/>
                  <a:pt x="384" y="0"/>
                  <a:pt x="384" y="1"/>
                </a:cubicBezTo>
                <a:cubicBezTo>
                  <a:pt x="385" y="2"/>
                  <a:pt x="386" y="3"/>
                  <a:pt x="386" y="4"/>
                </a:cubicBezTo>
                <a:lnTo>
                  <a:pt x="385" y="5"/>
                </a:lnTo>
                <a:cubicBezTo>
                  <a:pt x="384" y="4"/>
                  <a:pt x="384" y="3"/>
                  <a:pt x="383" y="2"/>
                </a:cubicBezTo>
                <a:cubicBezTo>
                  <a:pt x="383" y="2"/>
                  <a:pt x="382" y="2"/>
                  <a:pt x="381" y="2"/>
                </a:cubicBezTo>
                <a:cubicBezTo>
                  <a:pt x="380" y="2"/>
                  <a:pt x="380" y="2"/>
                  <a:pt x="379" y="2"/>
                </a:cubicBezTo>
                <a:cubicBezTo>
                  <a:pt x="378" y="3"/>
                  <a:pt x="378" y="4"/>
                  <a:pt x="378" y="5"/>
                </a:cubicBezTo>
                <a:cubicBezTo>
                  <a:pt x="377" y="5"/>
                  <a:pt x="377" y="6"/>
                  <a:pt x="377" y="7"/>
                </a:cubicBezTo>
                <a:cubicBezTo>
                  <a:pt x="377" y="9"/>
                  <a:pt x="377" y="10"/>
                  <a:pt x="378" y="11"/>
                </a:cubicBezTo>
                <a:cubicBezTo>
                  <a:pt x="378" y="11"/>
                  <a:pt x="378" y="12"/>
                  <a:pt x="379" y="13"/>
                </a:cubicBezTo>
                <a:cubicBezTo>
                  <a:pt x="380" y="13"/>
                  <a:pt x="380" y="13"/>
                  <a:pt x="381" y="13"/>
                </a:cubicBezTo>
                <a:cubicBezTo>
                  <a:pt x="382" y="13"/>
                  <a:pt x="383" y="13"/>
                  <a:pt x="384" y="12"/>
                </a:cubicBezTo>
                <a:cubicBezTo>
                  <a:pt x="384" y="12"/>
                  <a:pt x="385" y="11"/>
                  <a:pt x="385" y="10"/>
                </a:cubicBezTo>
                <a:close/>
              </a:path>
              <a:path w="471" h="15">
                <a:moveTo>
                  <a:pt x="388" y="15"/>
                </a:moveTo>
                <a:lnTo>
                  <a:pt x="388" y="0"/>
                </a:lnTo>
                <a:lnTo>
                  <a:pt x="390" y="0"/>
                </a:lnTo>
                <a:lnTo>
                  <a:pt x="390" y="6"/>
                </a:lnTo>
                <a:lnTo>
                  <a:pt x="396" y="6"/>
                </a:lnTo>
                <a:lnTo>
                  <a:pt x="396" y="0"/>
                </a:lnTo>
                <a:lnTo>
                  <a:pt x="398" y="0"/>
                </a:lnTo>
                <a:lnTo>
                  <a:pt x="398" y="15"/>
                </a:lnTo>
                <a:lnTo>
                  <a:pt x="396" y="15"/>
                </a:lnTo>
                <a:lnTo>
                  <a:pt x="396" y="8"/>
                </a:lnTo>
                <a:lnTo>
                  <a:pt x="390" y="8"/>
                </a:lnTo>
                <a:lnTo>
                  <a:pt x="390" y="15"/>
                </a:lnTo>
                <a:lnTo>
                  <a:pt x="388" y="15"/>
                </a:lnTo>
                <a:close/>
              </a:path>
              <a:path w="471" h="15">
                <a:moveTo>
                  <a:pt x="400" y="15"/>
                </a:moveTo>
                <a:lnTo>
                  <a:pt x="400" y="0"/>
                </a:lnTo>
                <a:lnTo>
                  <a:pt x="402" y="0"/>
                </a:lnTo>
                <a:lnTo>
                  <a:pt x="408" y="12"/>
                </a:lnTo>
                <a:lnTo>
                  <a:pt x="408" y="0"/>
                </a:lnTo>
                <a:lnTo>
                  <a:pt x="410" y="0"/>
                </a:lnTo>
                <a:lnTo>
                  <a:pt x="410" y="15"/>
                </a:lnTo>
                <a:lnTo>
                  <a:pt x="408" y="15"/>
                </a:lnTo>
                <a:lnTo>
                  <a:pt x="402" y="3"/>
                </a:lnTo>
                <a:lnTo>
                  <a:pt x="402" y="15"/>
                </a:lnTo>
                <a:lnTo>
                  <a:pt x="400" y="15"/>
                </a:lnTo>
                <a:close/>
              </a:path>
              <a:path w="471" h="15">
                <a:moveTo>
                  <a:pt x="412" y="8"/>
                </a:moveTo>
                <a:cubicBezTo>
                  <a:pt x="412" y="5"/>
                  <a:pt x="412" y="3"/>
                  <a:pt x="413" y="2"/>
                </a:cubicBezTo>
                <a:cubicBezTo>
                  <a:pt x="415" y="1"/>
                  <a:pt x="416" y="0"/>
                  <a:pt x="418" y="0"/>
                </a:cubicBezTo>
                <a:cubicBezTo>
                  <a:pt x="419" y="0"/>
                  <a:pt x="420" y="0"/>
                  <a:pt x="421" y="1"/>
                </a:cubicBezTo>
                <a:cubicBezTo>
                  <a:pt x="422" y="2"/>
                  <a:pt x="423" y="3"/>
                  <a:pt x="423" y="4"/>
                </a:cubicBezTo>
                <a:cubicBezTo>
                  <a:pt x="424" y="5"/>
                  <a:pt x="424" y="6"/>
                  <a:pt x="424" y="8"/>
                </a:cubicBezTo>
                <a:cubicBezTo>
                  <a:pt x="424" y="9"/>
                  <a:pt x="424" y="10"/>
                  <a:pt x="423" y="11"/>
                </a:cubicBezTo>
                <a:cubicBezTo>
                  <a:pt x="422" y="13"/>
                  <a:pt x="422" y="13"/>
                  <a:pt x="421" y="14"/>
                </a:cubicBezTo>
                <a:cubicBezTo>
                  <a:pt x="420" y="15"/>
                  <a:pt x="419" y="15"/>
                  <a:pt x="418" y="15"/>
                </a:cubicBezTo>
                <a:cubicBezTo>
                  <a:pt x="417" y="15"/>
                  <a:pt x="416" y="15"/>
                  <a:pt x="415" y="14"/>
                </a:cubicBezTo>
                <a:cubicBezTo>
                  <a:pt x="414" y="13"/>
                  <a:pt x="413" y="12"/>
                  <a:pt x="413" y="11"/>
                </a:cubicBezTo>
                <a:cubicBezTo>
                  <a:pt x="412" y="10"/>
                  <a:pt x="412" y="9"/>
                  <a:pt x="412" y="8"/>
                </a:cubicBezTo>
                <a:close/>
                <a:moveTo>
                  <a:pt x="414" y="8"/>
                </a:moveTo>
                <a:cubicBezTo>
                  <a:pt x="414" y="9"/>
                  <a:pt x="414" y="11"/>
                  <a:pt x="415" y="12"/>
                </a:cubicBezTo>
                <a:cubicBezTo>
                  <a:pt x="416" y="13"/>
                  <a:pt x="417" y="13"/>
                  <a:pt x="418" y="13"/>
                </a:cubicBezTo>
                <a:cubicBezTo>
                  <a:pt x="419" y="13"/>
                  <a:pt x="420" y="13"/>
                  <a:pt x="421" y="12"/>
                </a:cubicBezTo>
                <a:cubicBezTo>
                  <a:pt x="422" y="11"/>
                  <a:pt x="422" y="9"/>
                  <a:pt x="422" y="7"/>
                </a:cubicBezTo>
                <a:cubicBezTo>
                  <a:pt x="422" y="6"/>
                  <a:pt x="422" y="5"/>
                  <a:pt x="422" y="4"/>
                </a:cubicBezTo>
                <a:cubicBezTo>
                  <a:pt x="421" y="4"/>
                  <a:pt x="421" y="3"/>
                  <a:pt x="420" y="2"/>
                </a:cubicBezTo>
                <a:cubicBezTo>
                  <a:pt x="419" y="2"/>
                  <a:pt x="419" y="2"/>
                  <a:pt x="418" y="2"/>
                </a:cubicBezTo>
                <a:cubicBezTo>
                  <a:pt x="417" y="2"/>
                  <a:pt x="416" y="2"/>
                  <a:pt x="415" y="3"/>
                </a:cubicBezTo>
                <a:cubicBezTo>
                  <a:pt x="414" y="4"/>
                  <a:pt x="414" y="6"/>
                  <a:pt x="414" y="8"/>
                </a:cubicBezTo>
                <a:close/>
              </a:path>
              <a:path w="471" h="15">
                <a:moveTo>
                  <a:pt x="425" y="15"/>
                </a:moveTo>
                <a:lnTo>
                  <a:pt x="425" y="0"/>
                </a:lnTo>
                <a:lnTo>
                  <a:pt x="427" y="0"/>
                </a:lnTo>
                <a:lnTo>
                  <a:pt x="427" y="13"/>
                </a:lnTo>
                <a:lnTo>
                  <a:pt x="433" y="13"/>
                </a:lnTo>
                <a:lnTo>
                  <a:pt x="433" y="15"/>
                </a:lnTo>
                <a:lnTo>
                  <a:pt x="425" y="15"/>
                </a:lnTo>
                <a:close/>
              </a:path>
              <a:path w="471" h="15">
                <a:moveTo>
                  <a:pt x="434" y="8"/>
                </a:moveTo>
                <a:cubicBezTo>
                  <a:pt x="434" y="5"/>
                  <a:pt x="435" y="3"/>
                  <a:pt x="436" y="2"/>
                </a:cubicBezTo>
                <a:cubicBezTo>
                  <a:pt x="437" y="1"/>
                  <a:pt x="438" y="0"/>
                  <a:pt x="440" y="0"/>
                </a:cubicBezTo>
                <a:cubicBezTo>
                  <a:pt x="441" y="0"/>
                  <a:pt x="442" y="0"/>
                  <a:pt x="443" y="1"/>
                </a:cubicBezTo>
                <a:cubicBezTo>
                  <a:pt x="444" y="2"/>
                  <a:pt x="445" y="3"/>
                  <a:pt x="445" y="4"/>
                </a:cubicBezTo>
                <a:cubicBezTo>
                  <a:pt x="446" y="5"/>
                  <a:pt x="446" y="6"/>
                  <a:pt x="446" y="8"/>
                </a:cubicBezTo>
                <a:cubicBezTo>
                  <a:pt x="446" y="9"/>
                  <a:pt x="446" y="10"/>
                  <a:pt x="445" y="11"/>
                </a:cubicBezTo>
                <a:cubicBezTo>
                  <a:pt x="445" y="13"/>
                  <a:pt x="444" y="13"/>
                  <a:pt x="443" y="14"/>
                </a:cubicBezTo>
                <a:cubicBezTo>
                  <a:pt x="442" y="15"/>
                  <a:pt x="441" y="15"/>
                  <a:pt x="440" y="15"/>
                </a:cubicBezTo>
                <a:cubicBezTo>
                  <a:pt x="439" y="15"/>
                  <a:pt x="438" y="15"/>
                  <a:pt x="437" y="14"/>
                </a:cubicBezTo>
                <a:cubicBezTo>
                  <a:pt x="436" y="13"/>
                  <a:pt x="435" y="12"/>
                  <a:pt x="435" y="11"/>
                </a:cubicBezTo>
                <a:cubicBezTo>
                  <a:pt x="434" y="10"/>
                  <a:pt x="434" y="9"/>
                  <a:pt x="434" y="8"/>
                </a:cubicBezTo>
                <a:close/>
                <a:moveTo>
                  <a:pt x="436" y="8"/>
                </a:moveTo>
                <a:cubicBezTo>
                  <a:pt x="436" y="9"/>
                  <a:pt x="436" y="11"/>
                  <a:pt x="437" y="12"/>
                </a:cubicBezTo>
                <a:cubicBezTo>
                  <a:pt x="438" y="13"/>
                  <a:pt x="439" y="13"/>
                  <a:pt x="440" y="13"/>
                </a:cubicBezTo>
                <a:cubicBezTo>
                  <a:pt x="441" y="13"/>
                  <a:pt x="442" y="13"/>
                  <a:pt x="443" y="12"/>
                </a:cubicBezTo>
                <a:cubicBezTo>
                  <a:pt x="444" y="11"/>
                  <a:pt x="444" y="9"/>
                  <a:pt x="444" y="7"/>
                </a:cubicBezTo>
                <a:cubicBezTo>
                  <a:pt x="444" y="6"/>
                  <a:pt x="444" y="5"/>
                  <a:pt x="444" y="4"/>
                </a:cubicBezTo>
                <a:cubicBezTo>
                  <a:pt x="444" y="4"/>
                  <a:pt x="443" y="3"/>
                  <a:pt x="442" y="2"/>
                </a:cubicBezTo>
                <a:cubicBezTo>
                  <a:pt x="442" y="2"/>
                  <a:pt x="441" y="2"/>
                  <a:pt x="440" y="2"/>
                </a:cubicBezTo>
                <a:cubicBezTo>
                  <a:pt x="439" y="2"/>
                  <a:pt x="438" y="2"/>
                  <a:pt x="437" y="3"/>
                </a:cubicBezTo>
                <a:cubicBezTo>
                  <a:pt x="436" y="4"/>
                  <a:pt x="436" y="6"/>
                  <a:pt x="436" y="8"/>
                </a:cubicBezTo>
                <a:close/>
              </a:path>
              <a:path w="471" h="15">
                <a:moveTo>
                  <a:pt x="454" y="9"/>
                </a:moveTo>
                <a:lnTo>
                  <a:pt x="454" y="7"/>
                </a:lnTo>
                <a:lnTo>
                  <a:pt x="459" y="7"/>
                </a:lnTo>
                <a:lnTo>
                  <a:pt x="459" y="13"/>
                </a:lnTo>
                <a:cubicBezTo>
                  <a:pt x="458" y="13"/>
                  <a:pt x="457" y="14"/>
                  <a:pt x="456" y="14"/>
                </a:cubicBezTo>
                <a:cubicBezTo>
                  <a:pt x="456" y="15"/>
                  <a:pt x="455" y="15"/>
                  <a:pt x="454" y="15"/>
                </a:cubicBezTo>
                <a:cubicBezTo>
                  <a:pt x="453" y="15"/>
                  <a:pt x="451" y="15"/>
                  <a:pt x="450" y="14"/>
                </a:cubicBezTo>
                <a:cubicBezTo>
                  <a:pt x="449" y="13"/>
                  <a:pt x="449" y="13"/>
                  <a:pt x="448" y="11"/>
                </a:cubicBezTo>
                <a:cubicBezTo>
                  <a:pt x="448" y="10"/>
                  <a:pt x="447" y="9"/>
                  <a:pt x="447" y="8"/>
                </a:cubicBezTo>
                <a:cubicBezTo>
                  <a:pt x="447" y="6"/>
                  <a:pt x="448" y="5"/>
                  <a:pt x="448" y="4"/>
                </a:cubicBezTo>
                <a:cubicBezTo>
                  <a:pt x="449" y="2"/>
                  <a:pt x="449" y="2"/>
                  <a:pt x="450" y="1"/>
                </a:cubicBezTo>
                <a:cubicBezTo>
                  <a:pt x="451" y="0"/>
                  <a:pt x="452" y="0"/>
                  <a:pt x="454" y="0"/>
                </a:cubicBezTo>
                <a:cubicBezTo>
                  <a:pt x="455" y="0"/>
                  <a:pt x="455" y="0"/>
                  <a:pt x="456" y="1"/>
                </a:cubicBezTo>
                <a:cubicBezTo>
                  <a:pt x="457" y="1"/>
                  <a:pt x="457" y="1"/>
                  <a:pt x="458" y="2"/>
                </a:cubicBezTo>
                <a:cubicBezTo>
                  <a:pt x="458" y="3"/>
                  <a:pt x="459" y="3"/>
                  <a:pt x="459" y="4"/>
                </a:cubicBezTo>
                <a:lnTo>
                  <a:pt x="457" y="5"/>
                </a:lnTo>
                <a:cubicBezTo>
                  <a:pt x="457" y="4"/>
                  <a:pt x="457" y="3"/>
                  <a:pt x="457" y="3"/>
                </a:cubicBezTo>
                <a:cubicBezTo>
                  <a:pt x="456" y="3"/>
                  <a:pt x="456" y="2"/>
                  <a:pt x="455" y="2"/>
                </a:cubicBezTo>
                <a:cubicBezTo>
                  <a:pt x="455" y="2"/>
                  <a:pt x="454" y="2"/>
                  <a:pt x="454" y="2"/>
                </a:cubicBezTo>
                <a:cubicBezTo>
                  <a:pt x="453" y="2"/>
                  <a:pt x="452" y="2"/>
                  <a:pt x="452" y="2"/>
                </a:cubicBezTo>
                <a:cubicBezTo>
                  <a:pt x="451" y="2"/>
                  <a:pt x="451" y="3"/>
                  <a:pt x="450" y="3"/>
                </a:cubicBezTo>
                <a:cubicBezTo>
                  <a:pt x="450" y="4"/>
                  <a:pt x="450" y="4"/>
                  <a:pt x="450" y="5"/>
                </a:cubicBezTo>
                <a:cubicBezTo>
                  <a:pt x="449" y="5"/>
                  <a:pt x="449" y="6"/>
                  <a:pt x="449" y="7"/>
                </a:cubicBezTo>
                <a:cubicBezTo>
                  <a:pt x="449" y="9"/>
                  <a:pt x="449" y="10"/>
                  <a:pt x="450" y="11"/>
                </a:cubicBezTo>
                <a:cubicBezTo>
                  <a:pt x="450" y="12"/>
                  <a:pt x="451" y="12"/>
                  <a:pt x="451" y="13"/>
                </a:cubicBezTo>
                <a:cubicBezTo>
                  <a:pt x="452" y="13"/>
                  <a:pt x="453" y="13"/>
                  <a:pt x="454" y="13"/>
                </a:cubicBezTo>
                <a:cubicBezTo>
                  <a:pt x="454" y="13"/>
                  <a:pt x="455" y="13"/>
                  <a:pt x="456" y="13"/>
                </a:cubicBezTo>
                <a:cubicBezTo>
                  <a:pt x="456" y="12"/>
                  <a:pt x="457" y="12"/>
                  <a:pt x="457" y="12"/>
                </a:cubicBezTo>
                <a:lnTo>
                  <a:pt x="457" y="9"/>
                </a:lnTo>
                <a:lnTo>
                  <a:pt x="454" y="9"/>
                </a:lnTo>
                <a:close/>
              </a:path>
              <a:path w="471" h="15">
                <a:moveTo>
                  <a:pt x="464" y="15"/>
                </a:moveTo>
                <a:lnTo>
                  <a:pt x="464" y="9"/>
                </a:lnTo>
                <a:lnTo>
                  <a:pt x="460" y="0"/>
                </a:lnTo>
                <a:lnTo>
                  <a:pt x="462" y="0"/>
                </a:lnTo>
                <a:lnTo>
                  <a:pt x="464" y="5"/>
                </a:lnTo>
                <a:cubicBezTo>
                  <a:pt x="465" y="5"/>
                  <a:pt x="465" y="6"/>
                  <a:pt x="465" y="7"/>
                </a:cubicBezTo>
                <a:cubicBezTo>
                  <a:pt x="466" y="6"/>
                  <a:pt x="466" y="5"/>
                  <a:pt x="467" y="5"/>
                </a:cubicBezTo>
                <a:lnTo>
                  <a:pt x="469" y="0"/>
                </a:lnTo>
                <a:lnTo>
                  <a:pt x="471" y="0"/>
                </a:lnTo>
                <a:lnTo>
                  <a:pt x="466" y="9"/>
                </a:lnTo>
                <a:lnTo>
                  <a:pt x="466" y="15"/>
                </a:lnTo>
                <a:lnTo>
                  <a:pt x="464" y="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pic>
        <p:nvPicPr>
          <p:cNvPr id="109" name="图片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3760" y="124460"/>
            <a:ext cx="627380" cy="471170"/>
          </a:xfrm>
          <a:prstGeom prst="rect">
            <a:avLst/>
          </a:prstGeom>
          <a:ln>
            <a:noFill/>
          </a:ln>
        </p:spPr>
      </p:pic>
      <p:sp>
        <p:nvSpPr>
          <p:cNvPr id="38" name="bottom-takeaway"/>
          <p:cNvSpPr>
            <a:spLocks noGrp="1"/>
          </p:cNvSpPr>
          <p:nvPr/>
        </p:nvSpPr>
        <p:spPr>
          <a:xfrm>
            <a:off x="1624330" y="6012180"/>
            <a:ext cx="9147810" cy="513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ClrTx/>
              <a:buSzTx/>
              <a:buFontTx/>
              <a:buNone/>
            </a:pPr>
            <a:r>
              <a:rPr sz="1800" b="1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</a:rPr>
              <a:t>共同口径是天级血常规和核心体征，小时</a:t>
            </a:r>
            <a:r>
              <a:rPr lang="zh-CN" sz="1800" b="1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</a:rPr>
              <a:t>级别的</a:t>
            </a:r>
            <a:r>
              <a:rPr sz="1800" b="1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</a:rPr>
              <a:t>轨迹</a:t>
            </a:r>
            <a:r>
              <a:rPr lang="zh-CN" sz="1800" b="1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</a:rPr>
              <a:t>只存在于</a:t>
            </a:r>
            <a:r>
              <a:rPr sz="1800" b="1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</a:rPr>
              <a:t>公开数据里</a:t>
            </a:r>
            <a:endParaRPr sz="2000" b="1">
              <a:solidFill>
                <a:srgbClr val="0070C0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00028" name="k1"/>
          <p:cNvSpPr/>
          <p:nvPr/>
        </p:nvSpPr>
        <p:spPr>
          <a:xfrm>
            <a:off x="1270000" y="2006600"/>
            <a:ext cx="2362200" cy="508000"/>
          </a:xfrm>
          <a:prstGeom prst="roundRect">
            <a:avLst/>
          </a:prstGeom>
          <a:solidFill>
            <a:srgbClr val="F7FAFD"/>
          </a:solidFill>
          <a:ln w="9525">
            <a:solidFill>
              <a:srgbClr val="C9D9EA"/>
            </a:solidFill>
          </a:ln>
        </p:spPr>
        <p:txBody>
          <a:bodyPr anchor="ctr"/>
          <a:lstStyle/>
          <a:p>
            <a:pPr algn="ctr"/>
            <a:r>
              <a:rPr lang="en-US" sz="1300" b="1">
                <a:solidFill>
                  <a:srgbClr val="0E5AA7"/>
                </a:solidFill>
                <a:latin typeface="微软雅黑"/>
                <a:ea typeface="微软雅黑"/>
              </a:rPr>
              <a:t>变量层  可以</a:t>
            </a:r>
            <a:endParaRPr lang="en-US" sz="1300" b="1">
              <a:solidFill>
                <a:srgbClr val="0E5AA7"/>
              </a:solidFill>
              <a:latin typeface="微软雅黑"/>
              <a:ea typeface="微软雅黑"/>
            </a:endParaRPr>
          </a:p>
        </p:txBody>
      </p:sp>
      <p:sp>
        <p:nvSpPr>
          <p:cNvPr id="100029" name="k2"/>
          <p:cNvSpPr/>
          <p:nvPr/>
        </p:nvSpPr>
        <p:spPr>
          <a:xfrm>
            <a:off x="3733800" y="2006600"/>
            <a:ext cx="2362200" cy="508000"/>
          </a:xfrm>
          <a:prstGeom prst="roundRect">
            <a:avLst/>
          </a:prstGeom>
          <a:solidFill>
            <a:srgbClr val="F7FAFD"/>
          </a:solidFill>
          <a:ln w="9525">
            <a:solidFill>
              <a:srgbClr val="C9D9EA"/>
            </a:solidFill>
          </a:ln>
        </p:spPr>
        <p:txBody>
          <a:bodyPr anchor="ctr"/>
          <a:lstStyle/>
          <a:p>
            <a:pPr algn="ctr"/>
            <a:r>
              <a:rPr lang="en-US" sz="1300" b="1">
                <a:solidFill>
                  <a:srgbClr val="0E5AA7"/>
                </a:solidFill>
                <a:latin typeface="微软雅黑"/>
                <a:ea typeface="微软雅黑"/>
              </a:rPr>
              <a:t>结局层  部分可以</a:t>
            </a:r>
            <a:endParaRPr lang="en-US" sz="1300" b="1">
              <a:solidFill>
                <a:srgbClr val="0E5AA7"/>
              </a:solidFill>
              <a:latin typeface="微软雅黑"/>
              <a:ea typeface="微软雅黑"/>
            </a:endParaRPr>
          </a:p>
        </p:txBody>
      </p:sp>
      <p:sp>
        <p:nvSpPr>
          <p:cNvPr id="100030" name="k3"/>
          <p:cNvSpPr/>
          <p:nvPr/>
        </p:nvSpPr>
        <p:spPr>
          <a:xfrm>
            <a:off x="6197600" y="2006600"/>
            <a:ext cx="2362200" cy="508000"/>
          </a:xfrm>
          <a:prstGeom prst="roundRect">
            <a:avLst/>
          </a:prstGeom>
          <a:solidFill>
            <a:srgbClr val="EAF4FB"/>
          </a:solidFill>
          <a:ln w="9525">
            <a:solidFill>
              <a:srgbClr val="C9D9EA"/>
            </a:solidFill>
          </a:ln>
        </p:spPr>
        <p:txBody>
          <a:bodyPr anchor="ctr"/>
          <a:lstStyle/>
          <a:p>
            <a:pPr algn="ctr"/>
            <a:r>
              <a:rPr lang="en-US" sz="1300" b="1">
                <a:solidFill>
                  <a:srgbClr val="0E5AA7"/>
                </a:solidFill>
                <a:latin typeface="微软雅黑"/>
                <a:ea typeface="微软雅黑"/>
              </a:rPr>
              <a:t>场景层  只能部分</a:t>
            </a:r>
            <a:endParaRPr lang="en-US" sz="1300" b="1">
              <a:solidFill>
                <a:srgbClr val="0E5AA7"/>
              </a:solidFill>
              <a:latin typeface="微软雅黑"/>
              <a:ea typeface="微软雅黑"/>
            </a:endParaRPr>
          </a:p>
        </p:txBody>
      </p:sp>
      <p:sp>
        <p:nvSpPr>
          <p:cNvPr id="100031" name="k4"/>
          <p:cNvSpPr/>
          <p:nvPr/>
        </p:nvSpPr>
        <p:spPr>
          <a:xfrm>
            <a:off x="8661400" y="2006600"/>
            <a:ext cx="2362200" cy="508000"/>
          </a:xfrm>
          <a:prstGeom prst="roundRect">
            <a:avLst/>
          </a:prstGeom>
          <a:solidFill>
            <a:srgbClr val="EAF4FB"/>
          </a:solidFill>
          <a:ln w="9525">
            <a:solidFill>
              <a:srgbClr val="C9D9EA"/>
            </a:solidFill>
          </a:ln>
        </p:spPr>
        <p:txBody>
          <a:bodyPr anchor="ctr"/>
          <a:lstStyle/>
          <a:p>
            <a:pPr algn="ctr"/>
            <a:r>
              <a:rPr lang="en-US" sz="1300" b="1">
                <a:solidFill>
                  <a:srgbClr val="0E5AA7"/>
                </a:solidFill>
                <a:latin typeface="微软雅黑"/>
                <a:ea typeface="微软雅黑"/>
              </a:rPr>
              <a:t>患者层  不必合并</a:t>
            </a:r>
            <a:endParaRPr lang="en-US" sz="1300" b="1">
              <a:solidFill>
                <a:srgbClr val="0E5AA7"/>
              </a:solidFill>
              <a:latin typeface="微软雅黑"/>
              <a:ea typeface="微软雅黑"/>
            </a:endParaRPr>
          </a:p>
        </p:txBody>
      </p:sp>
      <p:sp>
        <p:nvSpPr>
          <p:cNvPr id="100032" name="n1bg"/>
          <p:cNvSpPr/>
          <p:nvPr/>
        </p:nvSpPr>
        <p:spPr>
          <a:xfrm>
            <a:off x="6959600" y="2667000"/>
            <a:ext cx="4064000" cy="914400"/>
          </a:xfrm>
          <a:prstGeom prst="roundRect">
            <a:avLst/>
          </a:prstGeom>
          <a:solidFill>
            <a:srgbClr val="F7FAFD"/>
          </a:solidFill>
          <a:ln w="9525">
            <a:solidFill>
              <a:srgbClr val="C9D9EA"/>
            </a:solidFill>
          </a:ln>
        </p:spPr>
        <p:txBody>
          <a:bodyPr/>
          <a:lstStyle/>
          <a:p/>
        </p:txBody>
      </p:sp>
      <p:sp>
        <p:nvSpPr>
          <p:cNvPr id="100033" name="n1h"/>
          <p:cNvSpPr txBox="1"/>
          <p:nvPr/>
        </p:nvSpPr>
        <p:spPr>
          <a:xfrm>
            <a:off x="7112000" y="2717800"/>
            <a:ext cx="3759200" cy="304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1400" b="1">
                <a:solidFill>
                  <a:srgbClr val="0E5AA7"/>
                </a:solidFill>
                <a:latin typeface="微软雅黑"/>
                <a:ea typeface="微软雅黑"/>
              </a:rPr>
              <a:t>时间只能对齐到天</a:t>
            </a:r>
            <a:endParaRPr lang="en-US" sz="1400" b="1">
              <a:solidFill>
                <a:srgbClr val="0E5AA7"/>
              </a:solidFill>
              <a:latin typeface="微软雅黑"/>
              <a:ea typeface="微软雅黑"/>
            </a:endParaRPr>
          </a:p>
        </p:txBody>
      </p:sp>
      <p:sp>
        <p:nvSpPr>
          <p:cNvPr id="100034" name="n1b"/>
          <p:cNvSpPr txBox="1"/>
          <p:nvPr/>
        </p:nvSpPr>
        <p:spPr>
          <a:xfrm>
            <a:off x="7112000" y="3048000"/>
            <a:ext cx="3759200" cy="508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US" sz="1200" b="0">
                <a:solidFill>
                  <a:srgbClr val="1F2937"/>
                </a:solidFill>
                <a:latin typeface="微软雅黑"/>
                <a:ea typeface="微软雅黑"/>
              </a:rPr>
              <a:t>省中医院没有入院时刻，每项中位 1–2 个点。公开数据是分钟或小时，医院做不了小时主试验。</a:t>
            </a:r>
            <a:endParaRPr lang="en-US" sz="1200" b="0">
              <a:solidFill>
                <a:srgbClr val="1F2937"/>
              </a:solidFill>
              <a:latin typeface="微软雅黑"/>
              <a:ea typeface="微软雅黑"/>
            </a:endParaRPr>
          </a:p>
        </p:txBody>
      </p:sp>
      <p:sp>
        <p:nvSpPr>
          <p:cNvPr id="100035" name="n2bg"/>
          <p:cNvSpPr/>
          <p:nvPr/>
        </p:nvSpPr>
        <p:spPr>
          <a:xfrm>
            <a:off x="6959600" y="3683000"/>
            <a:ext cx="4064000" cy="914400"/>
          </a:xfrm>
          <a:prstGeom prst="roundRect">
            <a:avLst/>
          </a:prstGeom>
          <a:solidFill>
            <a:srgbClr val="F7FAFD"/>
          </a:solidFill>
          <a:ln w="9525">
            <a:solidFill>
              <a:srgbClr val="C9D9EA"/>
            </a:solidFill>
          </a:ln>
        </p:spPr>
        <p:txBody>
          <a:bodyPr/>
          <a:lstStyle/>
          <a:p/>
        </p:txBody>
      </p:sp>
      <p:sp>
        <p:nvSpPr>
          <p:cNvPr id="100036" name="n2h"/>
          <p:cNvSpPr txBox="1"/>
          <p:nvPr/>
        </p:nvSpPr>
        <p:spPr>
          <a:xfrm>
            <a:off x="7112000" y="3733800"/>
            <a:ext cx="3759200" cy="304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1400" b="1">
                <a:solidFill>
                  <a:srgbClr val="0E5AA7"/>
                </a:solidFill>
                <a:latin typeface="微软雅黑"/>
                <a:ea typeface="微软雅黑"/>
              </a:rPr>
              <a:t>记录方式并不相同</a:t>
            </a:r>
            <a:endParaRPr lang="en-US" sz="1400" b="1">
              <a:solidFill>
                <a:srgbClr val="0E5AA7"/>
              </a:solidFill>
              <a:latin typeface="微软雅黑"/>
              <a:ea typeface="微软雅黑"/>
            </a:endParaRPr>
          </a:p>
        </p:txBody>
      </p:sp>
      <p:sp>
        <p:nvSpPr>
          <p:cNvPr id="100037" name="n2b"/>
          <p:cNvSpPr txBox="1"/>
          <p:nvPr/>
        </p:nvSpPr>
        <p:spPr>
          <a:xfrm>
            <a:off x="7112000" y="4064000"/>
            <a:ext cx="3759200" cy="508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US" sz="1200" b="0">
                <a:solidFill>
                  <a:srgbClr val="1F2937"/>
                </a:solidFill>
                <a:latin typeface="微软雅黑"/>
                <a:ea typeface="微软雅黑"/>
              </a:rPr>
              <a:t>医院血压是一条收缩压/舒张压。MIMIC 还分有创和无创。动脉血氧不能当成指脉氧。</a:t>
            </a:r>
            <a:endParaRPr lang="en-US" sz="1200" b="0">
              <a:solidFill>
                <a:srgbClr val="1F2937"/>
              </a:solidFill>
              <a:latin typeface="微软雅黑"/>
              <a:ea typeface="微软雅黑"/>
            </a:endParaRPr>
          </a:p>
        </p:txBody>
      </p:sp>
      <p:sp>
        <p:nvSpPr>
          <p:cNvPr id="100038" name="n3bg"/>
          <p:cNvSpPr/>
          <p:nvPr/>
        </p:nvSpPr>
        <p:spPr>
          <a:xfrm>
            <a:off x="6959600" y="4699000"/>
            <a:ext cx="4064000" cy="990600"/>
          </a:xfrm>
          <a:prstGeom prst="roundRect">
            <a:avLst/>
          </a:prstGeom>
          <a:solidFill>
            <a:srgbClr val="F7FAFD"/>
          </a:solidFill>
          <a:ln w="9525">
            <a:solidFill>
              <a:srgbClr val="C9D9EA"/>
            </a:solidFill>
          </a:ln>
        </p:spPr>
        <p:txBody>
          <a:bodyPr/>
          <a:lstStyle/>
          <a:p/>
        </p:txBody>
      </p:sp>
      <p:sp>
        <p:nvSpPr>
          <p:cNvPr id="100039" name="n3h"/>
          <p:cNvSpPr txBox="1"/>
          <p:nvPr/>
        </p:nvSpPr>
        <p:spPr>
          <a:xfrm>
            <a:off x="7112000" y="4749800"/>
            <a:ext cx="3759200" cy="304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1400" b="1">
                <a:solidFill>
                  <a:srgbClr val="0E5AA7"/>
                </a:solidFill>
                <a:latin typeface="微软雅黑"/>
                <a:ea typeface="微软雅黑"/>
              </a:rPr>
              <a:t>结局只取公约数</a:t>
            </a:r>
            <a:endParaRPr lang="en-US" sz="1400" b="1">
              <a:solidFill>
                <a:srgbClr val="0E5AA7"/>
              </a:solidFill>
              <a:latin typeface="微软雅黑"/>
              <a:ea typeface="微软雅黑"/>
            </a:endParaRPr>
          </a:p>
        </p:txBody>
      </p:sp>
      <p:sp>
        <p:nvSpPr>
          <p:cNvPr id="100040" name="n3b"/>
          <p:cNvSpPr txBox="1"/>
          <p:nvPr/>
        </p:nvSpPr>
        <p:spPr>
          <a:xfrm>
            <a:off x="7112000" y="5080000"/>
            <a:ext cx="3759200" cy="508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US" sz="1200" b="0">
                <a:solidFill>
                  <a:srgbClr val="1F2937"/>
                </a:solidFill>
                <a:latin typeface="微软雅黑"/>
                <a:ea typeface="微软雅黑"/>
              </a:rPr>
              <a:t>通气、ECMO 和死亡两边都能定义。eICU 全员已在 ICU，不能用新发入住 ICU。</a:t>
            </a:r>
            <a:endParaRPr lang="en-US" sz="1200" b="0">
              <a:solidFill>
                <a:srgbClr val="1F2937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100041" name="s3chart"/>
          <p:cNvGraphicFramePr/>
          <p:nvPr/>
        </p:nvGraphicFramePr>
        <p:xfrm>
          <a:off x="1219200" y="2616200"/>
          <a:ext cx="5588000" cy="307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>
            <a:spLocks noGrp="1"/>
          </p:cNvSpPr>
          <p:nvPr/>
        </p:nvSpPr>
        <p:spPr>
          <a:xfrm>
            <a:off x="815340" y="902970"/>
            <a:ext cx="6209030" cy="10922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</p:sp>
      <p:cxnSp>
        <p:nvCxnSpPr>
          <p:cNvPr id="86" name="Line 3"/>
          <p:cNvCxnSpPr/>
          <p:nvPr/>
        </p:nvCxnSpPr>
        <p:spPr>
          <a:xfrm>
            <a:off x="815340" y="902970"/>
            <a:ext cx="10610850" cy="0"/>
          </a:xfrm>
          <a:prstGeom prst="straightConnector1">
            <a:avLst/>
          </a:prstGeom>
          <a:ln w="13546">
            <a:solidFill>
              <a:srgbClr val="0070C0"/>
            </a:solidFill>
          </a:ln>
        </p:spPr>
      </p:cxnSp>
      <p:sp>
        <p:nvSpPr>
          <p:cNvPr id="4" name="矩形: 圆角 13-shape"/>
          <p:cNvSpPr>
            <a:spLocks noGrp="1"/>
          </p:cNvSpPr>
          <p:nvPr/>
        </p:nvSpPr>
        <p:spPr>
          <a:xfrm>
            <a:off x="1066800" y="1059180"/>
            <a:ext cx="10287000" cy="685800"/>
          </a:xfrm>
          <a:prstGeom prst="roundRect">
            <a:avLst>
              <a:gd name="adj" fmla="val 3962"/>
            </a:avLst>
          </a:prstGeom>
          <a:solidFill>
            <a:srgbClr val="FFFFFF"/>
          </a:solidFill>
          <a:ln>
            <a:noFill/>
          </a:ln>
          <a:effectLst>
            <a:outerShdw blurRad="571500" algn="bl" rotWithShape="0">
              <a:srgbClr val="0070C0">
                <a:alpha val="20000"/>
              </a:srgbClr>
            </a:outerShdw>
          </a:effectLst>
        </p:spPr>
      </p:sp>
      <p:sp>
        <p:nvSpPr>
          <p:cNvPr id="5" name="矩形: 圆角 13-text"/>
          <p:cNvSpPr>
            <a:spLocks noGrp="1"/>
          </p:cNvSpPr>
          <p:nvPr/>
        </p:nvSpPr>
        <p:spPr>
          <a:xfrm>
            <a:off x="1066800" y="1059180"/>
            <a:ext cx="10287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285750" indent="-285750" algn="l">
              <a:lnSpc>
                <a:spcPct val="100000"/>
              </a:lnSpc>
              <a:buClrTx/>
              <a:buSzTx/>
              <a:buFont typeface="Wingdings" panose="05000000000000000000"/>
              <a:buChar char="p"/>
            </a:pPr>
            <a:r>
              <a:rPr lang="zh-CN" altLang="en-US" sz="2000">
                <a:latin typeface="微软雅黑" charset="-122"/>
                <a:ea typeface="微软雅黑" charset="-122"/>
                <a:cs typeface="微软雅黑" charset="-122"/>
              </a:rPr>
              <a:t>在目前部分对齐的基础上</a:t>
            </a:r>
            <a:r>
              <a:rPr lang="en-US" altLang="zh-CN" sz="2000">
                <a:latin typeface="微软雅黑" charset="-122"/>
                <a:ea typeface="微软雅黑" charset="-122"/>
                <a:cs typeface="微软雅黑" charset="-122"/>
              </a:rPr>
              <a:t>，</a:t>
            </a:r>
            <a:r>
              <a:rPr lang="zh-CN" altLang="en-US" sz="2000">
                <a:latin typeface="微软雅黑" charset="-122"/>
                <a:ea typeface="微软雅黑" charset="-122"/>
                <a:cs typeface="微软雅黑" charset="-122"/>
              </a:rPr>
              <a:t>进行的部分可行性试验</a:t>
            </a:r>
            <a:r>
              <a:rPr lang="en-US" altLang="zh-CN" sz="2000">
                <a:latin typeface="微软雅黑" charset="-122"/>
                <a:ea typeface="微软雅黑" charset="-122"/>
                <a:cs typeface="微软雅黑" charset="-122"/>
              </a:rPr>
              <a:t>，</a:t>
            </a:r>
            <a:r>
              <a:rPr lang="zh-CN" altLang="en-US" sz="2000">
                <a:latin typeface="微软雅黑" charset="-122"/>
                <a:ea typeface="微软雅黑" charset="-122"/>
                <a:cs typeface="微软雅黑" charset="-122"/>
              </a:rPr>
              <a:t>主要是验证对齐是否</a:t>
            </a:r>
            <a:r>
              <a:rPr lang="zh-CN" altLang="en-US" sz="2000">
                <a:latin typeface="微软雅黑" charset="-122"/>
                <a:ea typeface="微软雅黑" charset="-122"/>
                <a:cs typeface="微软雅黑" charset="-122"/>
              </a:rPr>
              <a:t>可用于实验</a:t>
            </a:r>
            <a:endParaRPr lang="zh-CN" altLang="en-US" sz="20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6" name="矩形: 圆角 16"/>
          <p:cNvSpPr>
            <a:spLocks noGrp="1"/>
          </p:cNvSpPr>
          <p:nvPr/>
        </p:nvSpPr>
        <p:spPr>
          <a:xfrm>
            <a:off x="1066800" y="1875790"/>
            <a:ext cx="10287000" cy="3948430"/>
          </a:xfrm>
          <a:prstGeom prst="roundRect">
            <a:avLst>
              <a:gd name="adj" fmla="val 2882"/>
            </a:avLst>
          </a:prstGeom>
          <a:solidFill>
            <a:srgbClr val="FFFFFF"/>
          </a:solidFill>
          <a:ln>
            <a:noFill/>
          </a:ln>
          <a:effectLst>
            <a:outerShdw blurRad="571500" algn="bl" rotWithShape="0">
              <a:srgbClr val="0070C0">
                <a:alpha val="20000"/>
              </a:srgbClr>
            </a:outerShdw>
          </a:effectLst>
        </p:spPr>
      </p:sp>
      <p:sp>
        <p:nvSpPr>
          <p:cNvPr id="7" name="圆角矩形 26"/>
          <p:cNvSpPr>
            <a:spLocks noGrp="1"/>
          </p:cNvSpPr>
          <p:nvPr/>
        </p:nvSpPr>
        <p:spPr>
          <a:xfrm>
            <a:off x="1122680" y="5967730"/>
            <a:ext cx="10179050" cy="6019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rgbClr val="D9D9D9"/>
            </a:solidFill>
          </a:ln>
        </p:spPr>
      </p:sp>
      <p:sp>
        <p:nvSpPr>
          <p:cNvPr id="8" name="矩形 93"/>
          <p:cNvSpPr>
            <a:spLocks noGrp="1"/>
          </p:cNvSpPr>
          <p:nvPr/>
        </p:nvSpPr>
        <p:spPr>
          <a:xfrm>
            <a:off x="1066800" y="5928360"/>
            <a:ext cx="355600" cy="28829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rgbClr val="1D4999"/>
          </a:solidFill>
          <a:ln>
            <a:noFill/>
          </a:ln>
        </p:spPr>
      </p:sp>
      <p:sp>
        <p:nvSpPr>
          <p:cNvPr id="9" name="矩形 93-2"/>
          <p:cNvSpPr>
            <a:spLocks noGrp="1"/>
          </p:cNvSpPr>
          <p:nvPr/>
        </p:nvSpPr>
        <p:spPr>
          <a:xfrm rot="10800000">
            <a:off x="10998200" y="6342380"/>
            <a:ext cx="355600" cy="28829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rgbClr val="1D4999"/>
          </a:solidFill>
          <a:ln>
            <a:noFill/>
          </a:ln>
        </p:spPr>
      </p:sp>
      <p:sp>
        <p:nvSpPr>
          <p:cNvPr id="10" name="灯片编号占位符 5"/>
          <p:cNvSpPr>
            <a:spLocks noGrp="1"/>
          </p:cNvSpPr>
          <p:nvPr/>
        </p:nvSpPr>
        <p:spPr>
          <a:xfrm>
            <a:off x="11506200" y="643001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1200" i="0">
                <a:solidFill>
                  <a:srgbClr val="5555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4</a:t>
            </a:r>
            <a:endParaRPr sz="1200"/>
          </a:p>
        </p:txBody>
      </p:sp>
      <p:sp>
        <p:nvSpPr>
          <p:cNvPr id="11" name="矩形 19"/>
          <p:cNvSpPr>
            <a:spLocks noGrp="1"/>
          </p:cNvSpPr>
          <p:nvPr/>
        </p:nvSpPr>
        <p:spPr>
          <a:xfrm>
            <a:off x="0" y="91440"/>
            <a:ext cx="3013710" cy="584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sz="3200" b="1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 </a:t>
            </a:r>
            <a:r>
              <a:rPr lang="zh-CN" altLang="en-US" sz="3200" b="1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目前</a:t>
            </a:r>
            <a:r>
              <a:rPr lang="zh-CN" altLang="en-US" sz="3200" b="1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的实验</a:t>
            </a:r>
            <a:endParaRPr lang="zh-CN" altLang="en-US" sz="3200" b="1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2" name="Rectangle 7"/>
          <p:cNvSpPr>
            <a:spLocks noGrp="1"/>
          </p:cNvSpPr>
          <p:nvPr/>
        </p:nvSpPr>
        <p:spPr>
          <a:xfrm>
            <a:off x="9972040" y="467360"/>
            <a:ext cx="180340" cy="6350"/>
          </a:xfrm>
          <a:prstGeom prst="rect">
            <a:avLst/>
          </a:prstGeom>
          <a:solidFill>
            <a:srgbClr val="005A9F"/>
          </a:solidFill>
          <a:ln>
            <a:noFill/>
          </a:ln>
        </p:spPr>
      </p:sp>
      <p:sp>
        <p:nvSpPr>
          <p:cNvPr id="13" name="Freeform 8"/>
          <p:cNvSpPr>
            <a:spLocks noGrp="1"/>
          </p:cNvSpPr>
          <p:nvPr/>
        </p:nvSpPr>
        <p:spPr>
          <a:xfrm>
            <a:off x="9862820" y="238760"/>
            <a:ext cx="400050" cy="256540"/>
          </a:xfrm>
          <a:custGeom>
            <a:avLst/>
            <a:gdLst/>
            <a:ahLst/>
            <a:cxnLst/>
            <a:rect l="l" t="t" r="r" b="b"/>
            <a:pathLst>
              <a:path w="259" h="165">
                <a:moveTo>
                  <a:pt x="129" y="4"/>
                </a:moveTo>
                <a:cubicBezTo>
                  <a:pt x="198" y="4"/>
                  <a:pt x="255" y="39"/>
                  <a:pt x="255" y="83"/>
                </a:cubicBezTo>
                <a:cubicBezTo>
                  <a:pt x="255" y="126"/>
                  <a:pt x="198" y="161"/>
                  <a:pt x="129" y="161"/>
                </a:cubicBezTo>
                <a:cubicBezTo>
                  <a:pt x="61" y="161"/>
                  <a:pt x="4" y="126"/>
                  <a:pt x="4" y="83"/>
                </a:cubicBezTo>
                <a:cubicBezTo>
                  <a:pt x="4" y="39"/>
                  <a:pt x="61" y="4"/>
                  <a:pt x="129" y="4"/>
                </a:cubicBezTo>
                <a:close/>
                <a:moveTo>
                  <a:pt x="129" y="0"/>
                </a:moveTo>
                <a:cubicBezTo>
                  <a:pt x="201" y="0"/>
                  <a:pt x="259" y="37"/>
                  <a:pt x="259" y="83"/>
                </a:cubicBezTo>
                <a:cubicBezTo>
                  <a:pt x="259" y="128"/>
                  <a:pt x="201" y="165"/>
                  <a:pt x="129" y="165"/>
                </a:cubicBezTo>
                <a:cubicBezTo>
                  <a:pt x="58" y="165"/>
                  <a:pt x="0" y="128"/>
                  <a:pt x="0" y="83"/>
                </a:cubicBezTo>
                <a:cubicBezTo>
                  <a:pt x="0" y="37"/>
                  <a:pt x="58" y="0"/>
                  <a:pt x="129" y="0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4" name="Freeform 9"/>
          <p:cNvSpPr>
            <a:spLocks noGrp="1"/>
          </p:cNvSpPr>
          <p:nvPr/>
        </p:nvSpPr>
        <p:spPr>
          <a:xfrm>
            <a:off x="9899650" y="238760"/>
            <a:ext cx="326390" cy="256540"/>
          </a:xfrm>
          <a:custGeom>
            <a:avLst/>
            <a:gdLst/>
            <a:ahLst/>
            <a:cxnLst/>
            <a:rect l="l" t="t" r="r" b="b"/>
            <a:pathLst>
              <a:path w="211" h="165">
                <a:moveTo>
                  <a:pt x="105" y="4"/>
                </a:moveTo>
                <a:cubicBezTo>
                  <a:pt x="161" y="4"/>
                  <a:pt x="207" y="39"/>
                  <a:pt x="207" y="83"/>
                </a:cubicBezTo>
                <a:cubicBezTo>
                  <a:pt x="207" y="126"/>
                  <a:pt x="161" y="161"/>
                  <a:pt x="105" y="161"/>
                </a:cubicBezTo>
                <a:cubicBezTo>
                  <a:pt x="50" y="161"/>
                  <a:pt x="4" y="126"/>
                  <a:pt x="4" y="83"/>
                </a:cubicBezTo>
                <a:cubicBezTo>
                  <a:pt x="4" y="39"/>
                  <a:pt x="50" y="4"/>
                  <a:pt x="105" y="4"/>
                </a:cubicBezTo>
                <a:close/>
                <a:moveTo>
                  <a:pt x="105" y="0"/>
                </a:moveTo>
                <a:cubicBezTo>
                  <a:pt x="163" y="0"/>
                  <a:pt x="211" y="37"/>
                  <a:pt x="211" y="83"/>
                </a:cubicBezTo>
                <a:cubicBezTo>
                  <a:pt x="211" y="128"/>
                  <a:pt x="163" y="165"/>
                  <a:pt x="105" y="165"/>
                </a:cubicBezTo>
                <a:cubicBezTo>
                  <a:pt x="48" y="165"/>
                  <a:pt x="0" y="128"/>
                  <a:pt x="0" y="83"/>
                </a:cubicBezTo>
                <a:cubicBezTo>
                  <a:pt x="0" y="37"/>
                  <a:pt x="48" y="0"/>
                  <a:pt x="105" y="0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5" name="Freeform 10"/>
          <p:cNvSpPr>
            <a:spLocks noGrp="1"/>
          </p:cNvSpPr>
          <p:nvPr/>
        </p:nvSpPr>
        <p:spPr>
          <a:xfrm>
            <a:off x="9777730" y="157480"/>
            <a:ext cx="568960" cy="412750"/>
          </a:xfrm>
          <a:custGeom>
            <a:avLst/>
            <a:gdLst/>
            <a:ahLst/>
            <a:cxnLst/>
            <a:rect l="l" t="t" r="r" b="b"/>
            <a:pathLst>
              <a:path w="368" h="265">
                <a:moveTo>
                  <a:pt x="184" y="0"/>
                </a:moveTo>
                <a:cubicBezTo>
                  <a:pt x="286" y="0"/>
                  <a:pt x="368" y="60"/>
                  <a:pt x="368" y="133"/>
                </a:cubicBezTo>
                <a:cubicBezTo>
                  <a:pt x="368" y="206"/>
                  <a:pt x="286" y="265"/>
                  <a:pt x="184" y="265"/>
                </a:cubicBezTo>
                <a:cubicBezTo>
                  <a:pt x="83" y="265"/>
                  <a:pt x="0" y="206"/>
                  <a:pt x="0" y="133"/>
                </a:cubicBezTo>
                <a:cubicBezTo>
                  <a:pt x="0" y="60"/>
                  <a:pt x="83" y="0"/>
                  <a:pt x="184" y="0"/>
                </a:cubicBezTo>
                <a:close/>
                <a:moveTo>
                  <a:pt x="184" y="7"/>
                </a:moveTo>
                <a:cubicBezTo>
                  <a:pt x="280" y="7"/>
                  <a:pt x="359" y="64"/>
                  <a:pt x="359" y="133"/>
                </a:cubicBezTo>
                <a:cubicBezTo>
                  <a:pt x="359" y="202"/>
                  <a:pt x="280" y="258"/>
                  <a:pt x="184" y="258"/>
                </a:cubicBezTo>
                <a:cubicBezTo>
                  <a:pt x="88" y="258"/>
                  <a:pt x="9" y="202"/>
                  <a:pt x="9" y="133"/>
                </a:cubicBezTo>
                <a:cubicBezTo>
                  <a:pt x="9" y="64"/>
                  <a:pt x="88" y="7"/>
                  <a:pt x="184" y="7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6" name="Freeform 11"/>
          <p:cNvSpPr>
            <a:spLocks noGrp="1"/>
          </p:cNvSpPr>
          <p:nvPr/>
        </p:nvSpPr>
        <p:spPr>
          <a:xfrm>
            <a:off x="10007600" y="447040"/>
            <a:ext cx="107950" cy="17780"/>
          </a:xfrm>
          <a:custGeom>
            <a:avLst/>
            <a:gdLst/>
            <a:ahLst/>
            <a:cxnLst/>
            <a:rect l="l" t="t" r="r" b="b"/>
            <a:pathLst>
              <a:path w="70" h="11">
                <a:moveTo>
                  <a:pt x="0" y="0"/>
                </a:moveTo>
                <a:lnTo>
                  <a:pt x="1" y="0"/>
                </a:lnTo>
                <a:lnTo>
                  <a:pt x="2" y="6"/>
                </a:lnTo>
                <a:cubicBezTo>
                  <a:pt x="3" y="6"/>
                  <a:pt x="3" y="7"/>
                  <a:pt x="3" y="7"/>
                </a:cubicBezTo>
                <a:cubicBezTo>
                  <a:pt x="3" y="7"/>
                  <a:pt x="3" y="8"/>
                  <a:pt x="3" y="8"/>
                </a:cubicBezTo>
                <a:cubicBezTo>
                  <a:pt x="3" y="8"/>
                  <a:pt x="3" y="7"/>
                  <a:pt x="3" y="6"/>
                </a:cubicBezTo>
                <a:cubicBezTo>
                  <a:pt x="3" y="6"/>
                  <a:pt x="3" y="6"/>
                  <a:pt x="3" y="6"/>
                </a:cubicBezTo>
                <a:lnTo>
                  <a:pt x="4" y="0"/>
                </a:lnTo>
                <a:lnTo>
                  <a:pt x="5" y="0"/>
                </a:lnTo>
                <a:lnTo>
                  <a:pt x="7" y="6"/>
                </a:lnTo>
                <a:cubicBezTo>
                  <a:pt x="7" y="6"/>
                  <a:pt x="7" y="7"/>
                  <a:pt x="7" y="7"/>
                </a:cubicBezTo>
                <a:cubicBezTo>
                  <a:pt x="7" y="7"/>
                  <a:pt x="7" y="8"/>
                  <a:pt x="7" y="8"/>
                </a:cubicBezTo>
                <a:cubicBezTo>
                  <a:pt x="7" y="8"/>
                  <a:pt x="7" y="7"/>
                  <a:pt x="7" y="7"/>
                </a:cubicBezTo>
                <a:cubicBezTo>
                  <a:pt x="7" y="7"/>
                  <a:pt x="7" y="6"/>
                  <a:pt x="7" y="6"/>
                </a:cubicBezTo>
                <a:lnTo>
                  <a:pt x="8" y="0"/>
                </a:lnTo>
                <a:lnTo>
                  <a:pt x="10" y="0"/>
                </a:lnTo>
                <a:lnTo>
                  <a:pt x="7" y="10"/>
                </a:lnTo>
                <a:lnTo>
                  <a:pt x="6" y="10"/>
                </a:lnTo>
                <a:lnTo>
                  <a:pt x="5" y="5"/>
                </a:lnTo>
                <a:cubicBezTo>
                  <a:pt x="5" y="4"/>
                  <a:pt x="5" y="4"/>
                  <a:pt x="5" y="4"/>
                </a:cubicBezTo>
                <a:cubicBezTo>
                  <a:pt x="5" y="3"/>
                  <a:pt x="5" y="3"/>
                  <a:pt x="5" y="2"/>
                </a:cubicBezTo>
                <a:cubicBezTo>
                  <a:pt x="5" y="3"/>
                  <a:pt x="5" y="3"/>
                  <a:pt x="5" y="4"/>
                </a:cubicBezTo>
                <a:cubicBezTo>
                  <a:pt x="5" y="4"/>
                  <a:pt x="5" y="4"/>
                  <a:pt x="4" y="5"/>
                </a:cubicBezTo>
                <a:lnTo>
                  <a:pt x="3" y="10"/>
                </a:lnTo>
                <a:lnTo>
                  <a:pt x="2" y="10"/>
                </a:lnTo>
                <a:lnTo>
                  <a:pt x="0" y="0"/>
                </a:lnTo>
                <a:close/>
              </a:path>
              <a:path w="70" h="11">
                <a:moveTo>
                  <a:pt x="10" y="0"/>
                </a:moveTo>
                <a:lnTo>
                  <a:pt x="12" y="0"/>
                </a:lnTo>
                <a:lnTo>
                  <a:pt x="12" y="7"/>
                </a:lnTo>
                <a:cubicBezTo>
                  <a:pt x="12" y="8"/>
                  <a:pt x="12" y="8"/>
                  <a:pt x="12" y="9"/>
                </a:cubicBezTo>
                <a:cubicBezTo>
                  <a:pt x="12" y="9"/>
                  <a:pt x="13" y="9"/>
                  <a:pt x="13" y="9"/>
                </a:cubicBezTo>
                <a:cubicBezTo>
                  <a:pt x="14" y="9"/>
                  <a:pt x="14" y="9"/>
                  <a:pt x="15" y="9"/>
                </a:cubicBezTo>
                <a:cubicBezTo>
                  <a:pt x="15" y="8"/>
                  <a:pt x="15" y="8"/>
                  <a:pt x="15" y="7"/>
                </a:cubicBezTo>
                <a:lnTo>
                  <a:pt x="15" y="0"/>
                </a:lnTo>
                <a:lnTo>
                  <a:pt x="16" y="0"/>
                </a:lnTo>
                <a:lnTo>
                  <a:pt x="16" y="7"/>
                </a:lnTo>
                <a:cubicBezTo>
                  <a:pt x="16" y="8"/>
                  <a:pt x="16" y="9"/>
                  <a:pt x="15" y="10"/>
                </a:cubicBezTo>
                <a:cubicBezTo>
                  <a:pt x="15" y="10"/>
                  <a:pt x="14" y="11"/>
                  <a:pt x="13" y="11"/>
                </a:cubicBezTo>
                <a:cubicBezTo>
                  <a:pt x="12" y="11"/>
                  <a:pt x="12" y="10"/>
                  <a:pt x="11" y="10"/>
                </a:cubicBezTo>
                <a:cubicBezTo>
                  <a:pt x="11" y="9"/>
                  <a:pt x="10" y="8"/>
                  <a:pt x="10" y="7"/>
                </a:cubicBezTo>
                <a:lnTo>
                  <a:pt x="10" y="0"/>
                </a:lnTo>
                <a:close/>
              </a:path>
              <a:path w="70" h="11">
                <a:moveTo>
                  <a:pt x="18" y="0"/>
                </a:moveTo>
                <a:lnTo>
                  <a:pt x="19" y="0"/>
                </a:lnTo>
                <a:lnTo>
                  <a:pt x="19" y="4"/>
                </a:lnTo>
                <a:lnTo>
                  <a:pt x="22" y="4"/>
                </a:lnTo>
                <a:lnTo>
                  <a:pt x="22" y="0"/>
                </a:lnTo>
                <a:lnTo>
                  <a:pt x="23" y="0"/>
                </a:lnTo>
                <a:lnTo>
                  <a:pt x="23" y="10"/>
                </a:lnTo>
                <a:lnTo>
                  <a:pt x="22" y="10"/>
                </a:lnTo>
                <a:lnTo>
                  <a:pt x="22" y="6"/>
                </a:lnTo>
                <a:lnTo>
                  <a:pt x="19" y="6"/>
                </a:lnTo>
                <a:lnTo>
                  <a:pt x="19" y="10"/>
                </a:lnTo>
                <a:lnTo>
                  <a:pt x="18" y="10"/>
                </a:lnTo>
                <a:lnTo>
                  <a:pt x="18" y="0"/>
                </a:lnTo>
                <a:close/>
              </a:path>
              <a:path w="70" h="11">
                <a:moveTo>
                  <a:pt x="26" y="0"/>
                </a:moveTo>
                <a:lnTo>
                  <a:pt x="28" y="0"/>
                </a:lnTo>
                <a:lnTo>
                  <a:pt x="30" y="10"/>
                </a:lnTo>
                <a:lnTo>
                  <a:pt x="29" y="10"/>
                </a:lnTo>
                <a:lnTo>
                  <a:pt x="29" y="8"/>
                </a:lnTo>
                <a:lnTo>
                  <a:pt x="26" y="8"/>
                </a:lnTo>
                <a:lnTo>
                  <a:pt x="25" y="10"/>
                </a:lnTo>
                <a:lnTo>
                  <a:pt x="24" y="10"/>
                </a:lnTo>
                <a:lnTo>
                  <a:pt x="26" y="0"/>
                </a:lnTo>
                <a:close/>
                <a:moveTo>
                  <a:pt x="27" y="1"/>
                </a:moveTo>
                <a:lnTo>
                  <a:pt x="26" y="6"/>
                </a:lnTo>
                <a:lnTo>
                  <a:pt x="28" y="6"/>
                </a:lnTo>
                <a:lnTo>
                  <a:pt x="27" y="1"/>
                </a:lnTo>
                <a:close/>
              </a:path>
              <a:path w="70" h="11">
                <a:moveTo>
                  <a:pt x="31" y="0"/>
                </a:moveTo>
                <a:lnTo>
                  <a:pt x="32" y="0"/>
                </a:lnTo>
                <a:lnTo>
                  <a:pt x="35" y="6"/>
                </a:lnTo>
                <a:cubicBezTo>
                  <a:pt x="35" y="6"/>
                  <a:pt x="35" y="7"/>
                  <a:pt x="35" y="7"/>
                </a:cubicBezTo>
                <a:cubicBezTo>
                  <a:pt x="36" y="7"/>
                  <a:pt x="36" y="8"/>
                  <a:pt x="36" y="8"/>
                </a:cubicBezTo>
                <a:cubicBezTo>
                  <a:pt x="36" y="8"/>
                  <a:pt x="36" y="7"/>
                  <a:pt x="36" y="7"/>
                </a:cubicBezTo>
                <a:cubicBezTo>
                  <a:pt x="36" y="7"/>
                  <a:pt x="36" y="6"/>
                  <a:pt x="36" y="6"/>
                </a:cubicBezTo>
                <a:lnTo>
                  <a:pt x="36" y="0"/>
                </a:lnTo>
                <a:lnTo>
                  <a:pt x="37" y="0"/>
                </a:lnTo>
                <a:lnTo>
                  <a:pt x="37" y="10"/>
                </a:lnTo>
                <a:lnTo>
                  <a:pt x="36" y="10"/>
                </a:lnTo>
                <a:lnTo>
                  <a:pt x="33" y="4"/>
                </a:lnTo>
                <a:cubicBezTo>
                  <a:pt x="33" y="4"/>
                  <a:pt x="33" y="4"/>
                  <a:pt x="33" y="3"/>
                </a:cubicBezTo>
                <a:cubicBezTo>
                  <a:pt x="32" y="3"/>
                  <a:pt x="32" y="2"/>
                  <a:pt x="32" y="2"/>
                </a:cubicBezTo>
                <a:cubicBezTo>
                  <a:pt x="32" y="2"/>
                  <a:pt x="32" y="2"/>
                  <a:pt x="32" y="3"/>
                </a:cubicBezTo>
                <a:cubicBezTo>
                  <a:pt x="32" y="3"/>
                  <a:pt x="32" y="4"/>
                  <a:pt x="32" y="4"/>
                </a:cubicBezTo>
                <a:lnTo>
                  <a:pt x="32" y="10"/>
                </a:lnTo>
                <a:lnTo>
                  <a:pt x="31" y="10"/>
                </a:lnTo>
                <a:lnTo>
                  <a:pt x="31" y="0"/>
                </a:lnTo>
                <a:close/>
              </a:path>
              <a:path w="70" h="11">
                <a:moveTo>
                  <a:pt x="46" y="3"/>
                </a:moveTo>
                <a:lnTo>
                  <a:pt x="45" y="3"/>
                </a:lnTo>
                <a:cubicBezTo>
                  <a:pt x="45" y="3"/>
                  <a:pt x="45" y="2"/>
                  <a:pt x="44" y="2"/>
                </a:cubicBezTo>
                <a:cubicBezTo>
                  <a:pt x="44" y="1"/>
                  <a:pt x="44" y="1"/>
                  <a:pt x="43" y="1"/>
                </a:cubicBezTo>
                <a:cubicBezTo>
                  <a:pt x="43" y="1"/>
                  <a:pt x="42" y="2"/>
                  <a:pt x="42" y="2"/>
                </a:cubicBezTo>
                <a:cubicBezTo>
                  <a:pt x="42" y="3"/>
                  <a:pt x="42" y="4"/>
                  <a:pt x="42" y="5"/>
                </a:cubicBezTo>
                <a:cubicBezTo>
                  <a:pt x="42" y="7"/>
                  <a:pt x="42" y="8"/>
                  <a:pt x="42" y="8"/>
                </a:cubicBezTo>
                <a:cubicBezTo>
                  <a:pt x="42" y="9"/>
                  <a:pt x="43" y="9"/>
                  <a:pt x="43" y="9"/>
                </a:cubicBezTo>
                <a:cubicBezTo>
                  <a:pt x="44" y="9"/>
                  <a:pt x="44" y="9"/>
                  <a:pt x="45" y="9"/>
                </a:cubicBezTo>
                <a:cubicBezTo>
                  <a:pt x="45" y="8"/>
                  <a:pt x="45" y="8"/>
                  <a:pt x="45" y="7"/>
                </a:cubicBezTo>
                <a:lnTo>
                  <a:pt x="46" y="8"/>
                </a:lnTo>
                <a:cubicBezTo>
                  <a:pt x="46" y="9"/>
                  <a:pt x="46" y="9"/>
                  <a:pt x="45" y="10"/>
                </a:cubicBezTo>
                <a:cubicBezTo>
                  <a:pt x="45" y="10"/>
                  <a:pt x="44" y="11"/>
                  <a:pt x="43" y="11"/>
                </a:cubicBezTo>
                <a:cubicBezTo>
                  <a:pt x="42" y="11"/>
                  <a:pt x="42" y="10"/>
                  <a:pt x="41" y="9"/>
                </a:cubicBezTo>
                <a:cubicBezTo>
                  <a:pt x="41" y="8"/>
                  <a:pt x="40" y="7"/>
                  <a:pt x="40" y="5"/>
                </a:cubicBezTo>
                <a:cubicBezTo>
                  <a:pt x="40" y="4"/>
                  <a:pt x="41" y="2"/>
                  <a:pt x="41" y="1"/>
                </a:cubicBezTo>
                <a:cubicBezTo>
                  <a:pt x="42" y="0"/>
                  <a:pt x="43" y="0"/>
                  <a:pt x="43" y="0"/>
                </a:cubicBezTo>
                <a:cubicBezTo>
                  <a:pt x="44" y="0"/>
                  <a:pt x="45" y="0"/>
                  <a:pt x="45" y="1"/>
                </a:cubicBezTo>
                <a:cubicBezTo>
                  <a:pt x="46" y="1"/>
                  <a:pt x="46" y="2"/>
                  <a:pt x="46" y="3"/>
                </a:cubicBezTo>
                <a:close/>
              </a:path>
              <a:path w="70" h="11">
                <a:moveTo>
                  <a:pt x="47" y="0"/>
                </a:moveTo>
                <a:lnTo>
                  <a:pt x="48" y="0"/>
                </a:lnTo>
                <a:lnTo>
                  <a:pt x="48" y="4"/>
                </a:lnTo>
                <a:lnTo>
                  <a:pt x="52" y="4"/>
                </a:lnTo>
                <a:lnTo>
                  <a:pt x="52" y="0"/>
                </a:lnTo>
                <a:lnTo>
                  <a:pt x="53" y="0"/>
                </a:lnTo>
                <a:lnTo>
                  <a:pt x="53" y="10"/>
                </a:lnTo>
                <a:lnTo>
                  <a:pt x="52" y="10"/>
                </a:lnTo>
                <a:lnTo>
                  <a:pt x="52" y="6"/>
                </a:lnTo>
                <a:lnTo>
                  <a:pt x="48" y="6"/>
                </a:lnTo>
                <a:lnTo>
                  <a:pt x="48" y="10"/>
                </a:lnTo>
                <a:lnTo>
                  <a:pt x="47" y="10"/>
                </a:lnTo>
                <a:lnTo>
                  <a:pt x="47" y="0"/>
                </a:lnTo>
                <a:close/>
              </a:path>
              <a:path w="70" h="11">
                <a:moveTo>
                  <a:pt x="55" y="0"/>
                </a:moveTo>
                <a:lnTo>
                  <a:pt x="56" y="0"/>
                </a:lnTo>
                <a:lnTo>
                  <a:pt x="56" y="10"/>
                </a:lnTo>
                <a:lnTo>
                  <a:pt x="55" y="10"/>
                </a:lnTo>
                <a:lnTo>
                  <a:pt x="55" y="0"/>
                </a:lnTo>
                <a:close/>
              </a:path>
              <a:path w="70" h="11">
                <a:moveTo>
                  <a:pt x="57" y="0"/>
                </a:moveTo>
                <a:lnTo>
                  <a:pt x="59" y="0"/>
                </a:lnTo>
                <a:lnTo>
                  <a:pt x="61" y="6"/>
                </a:lnTo>
                <a:cubicBezTo>
                  <a:pt x="61" y="6"/>
                  <a:pt x="61" y="7"/>
                  <a:pt x="62" y="7"/>
                </a:cubicBezTo>
                <a:cubicBezTo>
                  <a:pt x="62" y="7"/>
                  <a:pt x="62" y="8"/>
                  <a:pt x="62" y="8"/>
                </a:cubicBezTo>
                <a:cubicBezTo>
                  <a:pt x="62" y="8"/>
                  <a:pt x="62" y="7"/>
                  <a:pt x="62" y="7"/>
                </a:cubicBezTo>
                <a:cubicBezTo>
                  <a:pt x="62" y="7"/>
                  <a:pt x="62" y="6"/>
                  <a:pt x="62" y="6"/>
                </a:cubicBezTo>
                <a:lnTo>
                  <a:pt x="62" y="0"/>
                </a:lnTo>
                <a:lnTo>
                  <a:pt x="63" y="0"/>
                </a:lnTo>
                <a:lnTo>
                  <a:pt x="63" y="10"/>
                </a:lnTo>
                <a:lnTo>
                  <a:pt x="62" y="10"/>
                </a:lnTo>
                <a:lnTo>
                  <a:pt x="59" y="4"/>
                </a:lnTo>
                <a:cubicBezTo>
                  <a:pt x="59" y="4"/>
                  <a:pt x="59" y="4"/>
                  <a:pt x="59" y="3"/>
                </a:cubicBezTo>
                <a:cubicBezTo>
                  <a:pt x="59" y="3"/>
                  <a:pt x="59" y="2"/>
                  <a:pt x="58" y="2"/>
                </a:cubicBezTo>
                <a:cubicBezTo>
                  <a:pt x="58" y="2"/>
                  <a:pt x="58" y="2"/>
                  <a:pt x="58" y="3"/>
                </a:cubicBezTo>
                <a:cubicBezTo>
                  <a:pt x="58" y="3"/>
                  <a:pt x="58" y="4"/>
                  <a:pt x="58" y="4"/>
                </a:cubicBezTo>
                <a:lnTo>
                  <a:pt x="58" y="10"/>
                </a:lnTo>
                <a:lnTo>
                  <a:pt x="57" y="10"/>
                </a:lnTo>
                <a:lnTo>
                  <a:pt x="57" y="0"/>
                </a:lnTo>
                <a:close/>
              </a:path>
              <a:path w="70" h="11">
                <a:moveTo>
                  <a:pt x="66" y="0"/>
                </a:moveTo>
                <a:lnTo>
                  <a:pt x="68" y="0"/>
                </a:lnTo>
                <a:lnTo>
                  <a:pt x="70" y="10"/>
                </a:lnTo>
                <a:lnTo>
                  <a:pt x="69" y="10"/>
                </a:lnTo>
                <a:lnTo>
                  <a:pt x="68" y="8"/>
                </a:lnTo>
                <a:lnTo>
                  <a:pt x="66" y="8"/>
                </a:lnTo>
                <a:lnTo>
                  <a:pt x="65" y="10"/>
                </a:lnTo>
                <a:lnTo>
                  <a:pt x="64" y="10"/>
                </a:lnTo>
                <a:lnTo>
                  <a:pt x="66" y="0"/>
                </a:lnTo>
                <a:close/>
                <a:moveTo>
                  <a:pt x="67" y="1"/>
                </a:moveTo>
                <a:lnTo>
                  <a:pt x="66" y="6"/>
                </a:lnTo>
                <a:lnTo>
                  <a:pt x="68" y="6"/>
                </a:lnTo>
                <a:lnTo>
                  <a:pt x="67" y="1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7" name="Freeform 12"/>
          <p:cNvSpPr>
            <a:spLocks noGrp="1"/>
          </p:cNvSpPr>
          <p:nvPr/>
        </p:nvSpPr>
        <p:spPr>
          <a:xfrm>
            <a:off x="9914890" y="411480"/>
            <a:ext cx="297180" cy="30480"/>
          </a:xfrm>
          <a:custGeom>
            <a:avLst/>
            <a:gdLst/>
            <a:ahLst/>
            <a:cxnLst/>
            <a:rect l="l" t="t" r="r" b="b"/>
            <a:pathLst>
              <a:path w="192" h="20">
                <a:moveTo>
                  <a:pt x="0" y="0"/>
                </a:moveTo>
                <a:lnTo>
                  <a:pt x="192" y="0"/>
                </a:lnTo>
                <a:cubicBezTo>
                  <a:pt x="189" y="7"/>
                  <a:pt x="184" y="13"/>
                  <a:pt x="177" y="20"/>
                </a:cubicBezTo>
                <a:lnTo>
                  <a:pt x="14" y="19"/>
                </a:lnTo>
                <a:cubicBezTo>
                  <a:pt x="7" y="15"/>
                  <a:pt x="3" y="8"/>
                  <a:pt x="0" y="0"/>
                </a:cubicBezTo>
                <a:close/>
                <a:moveTo>
                  <a:pt x="39" y="4"/>
                </a:moveTo>
                <a:cubicBezTo>
                  <a:pt x="39" y="4"/>
                  <a:pt x="39" y="5"/>
                  <a:pt x="38" y="5"/>
                </a:cubicBezTo>
                <a:cubicBezTo>
                  <a:pt x="38" y="5"/>
                  <a:pt x="38" y="5"/>
                  <a:pt x="38" y="6"/>
                </a:cubicBezTo>
                <a:cubicBezTo>
                  <a:pt x="38" y="7"/>
                  <a:pt x="38" y="7"/>
                  <a:pt x="38" y="8"/>
                </a:cubicBezTo>
                <a:cubicBezTo>
                  <a:pt x="38" y="8"/>
                  <a:pt x="38" y="9"/>
                  <a:pt x="38" y="9"/>
                </a:cubicBezTo>
                <a:cubicBezTo>
                  <a:pt x="38" y="10"/>
                  <a:pt x="38" y="11"/>
                  <a:pt x="38" y="12"/>
                </a:cubicBezTo>
                <a:lnTo>
                  <a:pt x="38" y="14"/>
                </a:lnTo>
                <a:cubicBezTo>
                  <a:pt x="38" y="15"/>
                  <a:pt x="38" y="16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7" y="17"/>
                </a:cubicBezTo>
                <a:cubicBezTo>
                  <a:pt x="37" y="17"/>
                  <a:pt x="36" y="17"/>
                  <a:pt x="36" y="17"/>
                </a:cubicBezTo>
                <a:cubicBezTo>
                  <a:pt x="35" y="16"/>
                  <a:pt x="35" y="16"/>
                  <a:pt x="35" y="16"/>
                </a:cubicBezTo>
                <a:cubicBezTo>
                  <a:pt x="34" y="16"/>
                  <a:pt x="34" y="16"/>
                  <a:pt x="34" y="16"/>
                </a:cubicBezTo>
                <a:cubicBezTo>
                  <a:pt x="34" y="16"/>
                  <a:pt x="34" y="15"/>
                  <a:pt x="34" y="15"/>
                </a:cubicBezTo>
                <a:cubicBezTo>
                  <a:pt x="34" y="15"/>
                  <a:pt x="34" y="15"/>
                  <a:pt x="34" y="15"/>
                </a:cubicBezTo>
                <a:cubicBezTo>
                  <a:pt x="35" y="15"/>
                  <a:pt x="35" y="15"/>
                  <a:pt x="36" y="15"/>
                </a:cubicBezTo>
                <a:cubicBezTo>
                  <a:pt x="36" y="15"/>
                  <a:pt x="36" y="15"/>
                  <a:pt x="36" y="15"/>
                </a:cubicBezTo>
                <a:cubicBezTo>
                  <a:pt x="37" y="15"/>
                  <a:pt x="37" y="15"/>
                  <a:pt x="37" y="15"/>
                </a:cubicBezTo>
                <a:cubicBezTo>
                  <a:pt x="37" y="15"/>
                  <a:pt x="37" y="15"/>
                  <a:pt x="37" y="14"/>
                </a:cubicBezTo>
                <a:cubicBezTo>
                  <a:pt x="37" y="14"/>
                  <a:pt x="37" y="13"/>
                  <a:pt x="37" y="12"/>
                </a:cubicBezTo>
                <a:cubicBezTo>
                  <a:pt x="36" y="11"/>
                  <a:pt x="36" y="10"/>
                  <a:pt x="36" y="8"/>
                </a:cubicBezTo>
                <a:lnTo>
                  <a:pt x="36" y="6"/>
                </a:lnTo>
                <a:cubicBezTo>
                  <a:pt x="36" y="5"/>
                  <a:pt x="36" y="5"/>
                  <a:pt x="36" y="5"/>
                </a:cubicBezTo>
                <a:cubicBezTo>
                  <a:pt x="35" y="5"/>
                  <a:pt x="35" y="5"/>
                  <a:pt x="35" y="5"/>
                </a:cubicBezTo>
                <a:cubicBezTo>
                  <a:pt x="34" y="5"/>
                  <a:pt x="34" y="5"/>
                  <a:pt x="34" y="6"/>
                </a:cubicBezTo>
                <a:cubicBezTo>
                  <a:pt x="34" y="6"/>
                  <a:pt x="34" y="6"/>
                  <a:pt x="34" y="6"/>
                </a:cubicBezTo>
                <a:cubicBezTo>
                  <a:pt x="34" y="7"/>
                  <a:pt x="34" y="7"/>
                  <a:pt x="34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6" y="7"/>
                  <a:pt x="36" y="7"/>
                  <a:pt x="36" y="7"/>
                </a:cubicBezTo>
                <a:cubicBezTo>
                  <a:pt x="36" y="7"/>
                  <a:pt x="36" y="7"/>
                  <a:pt x="35" y="7"/>
                </a:cubicBezTo>
                <a:cubicBezTo>
                  <a:pt x="35" y="7"/>
                  <a:pt x="35" y="8"/>
                  <a:pt x="35" y="8"/>
                </a:cubicBezTo>
                <a:cubicBezTo>
                  <a:pt x="34" y="8"/>
                  <a:pt x="34" y="8"/>
                  <a:pt x="34" y="8"/>
                </a:cubicBezTo>
                <a:cubicBezTo>
                  <a:pt x="34" y="8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5" y="9"/>
                  <a:pt x="35" y="9"/>
                </a:cubicBezTo>
                <a:cubicBezTo>
                  <a:pt x="35" y="9"/>
                  <a:pt x="35" y="9"/>
                  <a:pt x="35" y="9"/>
                </a:cubicBezTo>
                <a:cubicBezTo>
                  <a:pt x="36" y="9"/>
                  <a:pt x="36" y="9"/>
                  <a:pt x="36" y="9"/>
                </a:cubicBezTo>
                <a:cubicBezTo>
                  <a:pt x="36" y="9"/>
                  <a:pt x="36" y="10"/>
                  <a:pt x="36" y="10"/>
                </a:cubicBezTo>
                <a:cubicBezTo>
                  <a:pt x="36" y="10"/>
                  <a:pt x="36" y="10"/>
                  <a:pt x="36" y="10"/>
                </a:cubicBezTo>
                <a:cubicBezTo>
                  <a:pt x="36" y="10"/>
                  <a:pt x="35" y="10"/>
                  <a:pt x="35" y="11"/>
                </a:cubicBezTo>
                <a:cubicBezTo>
                  <a:pt x="35" y="11"/>
                  <a:pt x="35" y="11"/>
                  <a:pt x="34" y="11"/>
                </a:cubicBezTo>
                <a:cubicBezTo>
                  <a:pt x="34" y="11"/>
                  <a:pt x="33" y="12"/>
                  <a:pt x="33" y="12"/>
                </a:cubicBezTo>
                <a:cubicBezTo>
                  <a:pt x="33" y="12"/>
                  <a:pt x="33" y="12"/>
                  <a:pt x="33" y="12"/>
                </a:cubicBezTo>
                <a:cubicBezTo>
                  <a:pt x="32" y="13"/>
                  <a:pt x="32" y="14"/>
                  <a:pt x="32" y="14"/>
                </a:cubicBezTo>
                <a:cubicBezTo>
                  <a:pt x="32" y="14"/>
                  <a:pt x="32" y="15"/>
                  <a:pt x="32" y="15"/>
                </a:cubicBezTo>
                <a:cubicBezTo>
                  <a:pt x="32" y="15"/>
                  <a:pt x="32" y="15"/>
                  <a:pt x="32" y="15"/>
                </a:cubicBezTo>
                <a:cubicBezTo>
                  <a:pt x="32" y="15"/>
                  <a:pt x="32" y="16"/>
                  <a:pt x="31" y="16"/>
                </a:cubicBezTo>
                <a:cubicBezTo>
                  <a:pt x="31" y="16"/>
                  <a:pt x="31" y="16"/>
                  <a:pt x="30" y="16"/>
                </a:cubicBezTo>
                <a:cubicBezTo>
                  <a:pt x="30" y="16"/>
                  <a:pt x="30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30" y="15"/>
                  <a:pt x="30" y="15"/>
                  <a:pt x="31" y="15"/>
                </a:cubicBezTo>
                <a:cubicBezTo>
                  <a:pt x="31" y="15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0" y="14"/>
                  <a:pt x="29" y="13"/>
                  <a:pt x="29" y="13"/>
                </a:cubicBezTo>
                <a:cubicBezTo>
                  <a:pt x="28" y="13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9" y="13"/>
                  <a:pt x="29" y="13"/>
                  <a:pt x="30" y="13"/>
                </a:cubicBezTo>
                <a:cubicBezTo>
                  <a:pt x="30" y="13"/>
                  <a:pt x="30" y="13"/>
                  <a:pt x="30" y="12"/>
                </a:cubicBezTo>
                <a:lnTo>
                  <a:pt x="30" y="11"/>
                </a:lnTo>
                <a:cubicBezTo>
                  <a:pt x="30" y="11"/>
                  <a:pt x="30" y="11"/>
                  <a:pt x="30" y="11"/>
                </a:cubicBezTo>
                <a:cubicBezTo>
                  <a:pt x="30" y="11"/>
                  <a:pt x="30" y="11"/>
                  <a:pt x="29" y="11"/>
                </a:cubicBezTo>
                <a:cubicBezTo>
                  <a:pt x="29" y="11"/>
                  <a:pt x="29" y="12"/>
                  <a:pt x="28" y="12"/>
                </a:cubicBezTo>
                <a:cubicBezTo>
                  <a:pt x="28" y="12"/>
                  <a:pt x="28" y="13"/>
                  <a:pt x="27" y="13"/>
                </a:cubicBezTo>
                <a:cubicBezTo>
                  <a:pt x="27" y="14"/>
                  <a:pt x="26" y="14"/>
                  <a:pt x="26" y="14"/>
                </a:cubicBezTo>
                <a:cubicBezTo>
                  <a:pt x="26" y="14"/>
                  <a:pt x="26" y="14"/>
                  <a:pt x="26" y="14"/>
                </a:cubicBezTo>
                <a:cubicBezTo>
                  <a:pt x="26" y="14"/>
                  <a:pt x="25" y="14"/>
                  <a:pt x="25" y="14"/>
                </a:cubicBezTo>
                <a:cubicBezTo>
                  <a:pt x="25" y="14"/>
                  <a:pt x="25" y="13"/>
                  <a:pt x="25" y="13"/>
                </a:cubicBezTo>
                <a:cubicBezTo>
                  <a:pt x="25" y="13"/>
                  <a:pt x="25" y="13"/>
                  <a:pt x="25" y="13"/>
                </a:cubicBezTo>
                <a:cubicBezTo>
                  <a:pt x="25" y="13"/>
                  <a:pt x="26" y="13"/>
                  <a:pt x="26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12"/>
                  <a:pt x="27" y="12"/>
                  <a:pt x="27" y="11"/>
                </a:cubicBezTo>
                <a:cubicBezTo>
                  <a:pt x="26" y="10"/>
                  <a:pt x="26" y="9"/>
                  <a:pt x="26" y="9"/>
                </a:cubicBezTo>
                <a:lnTo>
                  <a:pt x="26" y="7"/>
                </a:lnTo>
                <a:lnTo>
                  <a:pt x="26" y="6"/>
                </a:lnTo>
                <a:cubicBezTo>
                  <a:pt x="26" y="6"/>
                  <a:pt x="27" y="6"/>
                  <a:pt x="27" y="6"/>
                </a:cubicBezTo>
                <a:cubicBezTo>
                  <a:pt x="27" y="6"/>
                  <a:pt x="27" y="5"/>
                  <a:pt x="28" y="5"/>
                </a:cubicBezTo>
                <a:cubicBezTo>
                  <a:pt x="28" y="5"/>
                  <a:pt x="28" y="5"/>
                  <a:pt x="29" y="5"/>
                </a:cubicBezTo>
                <a:cubicBezTo>
                  <a:pt x="30" y="5"/>
                  <a:pt x="30" y="5"/>
                  <a:pt x="30" y="5"/>
                </a:cubicBezTo>
                <a:cubicBezTo>
                  <a:pt x="31" y="5"/>
                  <a:pt x="31" y="5"/>
                  <a:pt x="31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6"/>
                  <a:pt x="32" y="6"/>
                  <a:pt x="31" y="6"/>
                </a:cubicBezTo>
                <a:cubicBezTo>
                  <a:pt x="31" y="6"/>
                  <a:pt x="31" y="7"/>
                  <a:pt x="31" y="7"/>
                </a:cubicBezTo>
                <a:cubicBezTo>
                  <a:pt x="31" y="7"/>
                  <a:pt x="31" y="8"/>
                  <a:pt x="31" y="8"/>
                </a:cubicBezTo>
                <a:cubicBezTo>
                  <a:pt x="31" y="8"/>
                  <a:pt x="31" y="9"/>
                  <a:pt x="31" y="10"/>
                </a:cubicBezTo>
                <a:cubicBezTo>
                  <a:pt x="31" y="11"/>
                  <a:pt x="31" y="11"/>
                  <a:pt x="31" y="11"/>
                </a:cubicBezTo>
                <a:cubicBezTo>
                  <a:pt x="31" y="12"/>
                  <a:pt x="31" y="12"/>
                  <a:pt x="31" y="12"/>
                </a:cubicBezTo>
                <a:cubicBezTo>
                  <a:pt x="31" y="13"/>
                  <a:pt x="31" y="13"/>
                  <a:pt x="31" y="13"/>
                </a:cubicBezTo>
                <a:cubicBezTo>
                  <a:pt x="31" y="13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2" y="13"/>
                  <a:pt x="32" y="12"/>
                </a:cubicBezTo>
                <a:cubicBezTo>
                  <a:pt x="32" y="12"/>
                  <a:pt x="32" y="11"/>
                  <a:pt x="33" y="10"/>
                </a:cubicBezTo>
                <a:cubicBezTo>
                  <a:pt x="33" y="8"/>
                  <a:pt x="33" y="6"/>
                  <a:pt x="33" y="6"/>
                </a:cubicBezTo>
                <a:cubicBezTo>
                  <a:pt x="33" y="5"/>
                  <a:pt x="33" y="5"/>
                  <a:pt x="33" y="5"/>
                </a:cubicBezTo>
                <a:cubicBezTo>
                  <a:pt x="33" y="5"/>
                  <a:pt x="33" y="4"/>
                  <a:pt x="34" y="4"/>
                </a:cubicBezTo>
                <a:cubicBezTo>
                  <a:pt x="34" y="4"/>
                  <a:pt x="34" y="4"/>
                  <a:pt x="34" y="4"/>
                </a:cubicBezTo>
                <a:cubicBezTo>
                  <a:pt x="35" y="4"/>
                  <a:pt x="35" y="4"/>
                  <a:pt x="35" y="4"/>
                </a:cubicBezTo>
                <a:cubicBezTo>
                  <a:pt x="35" y="4"/>
                  <a:pt x="36" y="4"/>
                  <a:pt x="36" y="4"/>
                </a:cubicBezTo>
                <a:cubicBezTo>
                  <a:pt x="36" y="4"/>
                  <a:pt x="37" y="4"/>
                  <a:pt x="37" y="4"/>
                </a:cubicBezTo>
                <a:cubicBezTo>
                  <a:pt x="37" y="4"/>
                  <a:pt x="37" y="4"/>
                  <a:pt x="3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39" y="4"/>
                  <a:pt x="39" y="4"/>
                  <a:pt x="39" y="4"/>
                </a:cubicBezTo>
                <a:close/>
                <a:moveTo>
                  <a:pt x="52" y="6"/>
                </a:moveTo>
                <a:cubicBezTo>
                  <a:pt x="52" y="6"/>
                  <a:pt x="53" y="6"/>
                  <a:pt x="53" y="6"/>
                </a:cubicBezTo>
                <a:cubicBezTo>
                  <a:pt x="53" y="6"/>
                  <a:pt x="54" y="6"/>
                  <a:pt x="54" y="6"/>
                </a:cubicBezTo>
                <a:cubicBezTo>
                  <a:pt x="54" y="7"/>
                  <a:pt x="55" y="7"/>
                  <a:pt x="55" y="7"/>
                </a:cubicBezTo>
                <a:cubicBezTo>
                  <a:pt x="55" y="7"/>
                  <a:pt x="55" y="7"/>
                  <a:pt x="55" y="7"/>
                </a:cubicBezTo>
                <a:cubicBezTo>
                  <a:pt x="55" y="7"/>
                  <a:pt x="55" y="7"/>
                  <a:pt x="54" y="7"/>
                </a:cubicBezTo>
                <a:cubicBezTo>
                  <a:pt x="54" y="8"/>
                  <a:pt x="54" y="8"/>
                  <a:pt x="54" y="8"/>
                </a:cubicBezTo>
                <a:cubicBezTo>
                  <a:pt x="54" y="9"/>
                  <a:pt x="54" y="9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2" y="10"/>
                  <a:pt x="52" y="10"/>
                  <a:pt x="52" y="10"/>
                </a:cubicBezTo>
                <a:cubicBezTo>
                  <a:pt x="52" y="10"/>
                  <a:pt x="51" y="10"/>
                  <a:pt x="51" y="10"/>
                </a:cubicBezTo>
                <a:cubicBezTo>
                  <a:pt x="51" y="10"/>
                  <a:pt x="51" y="10"/>
                  <a:pt x="50" y="10"/>
                </a:cubicBezTo>
                <a:cubicBezTo>
                  <a:pt x="50" y="10"/>
                  <a:pt x="49" y="10"/>
                  <a:pt x="49" y="10"/>
                </a:cubicBezTo>
                <a:cubicBezTo>
                  <a:pt x="49" y="11"/>
                  <a:pt x="48" y="11"/>
                  <a:pt x="48" y="11"/>
                </a:cubicBezTo>
                <a:cubicBezTo>
                  <a:pt x="48" y="11"/>
                  <a:pt x="48" y="10"/>
                  <a:pt x="48" y="10"/>
                </a:cubicBezTo>
                <a:cubicBezTo>
                  <a:pt x="47" y="10"/>
                  <a:pt x="47" y="9"/>
                  <a:pt x="47" y="9"/>
                </a:cubicBezTo>
                <a:cubicBezTo>
                  <a:pt x="46" y="8"/>
                  <a:pt x="46" y="8"/>
                  <a:pt x="46" y="8"/>
                </a:cubicBezTo>
                <a:cubicBezTo>
                  <a:pt x="46" y="8"/>
                  <a:pt x="46" y="7"/>
                  <a:pt x="47" y="7"/>
                </a:cubicBezTo>
                <a:cubicBezTo>
                  <a:pt x="47" y="7"/>
                  <a:pt x="47" y="7"/>
                  <a:pt x="48" y="7"/>
                </a:cubicBezTo>
                <a:cubicBezTo>
                  <a:pt x="49" y="7"/>
                  <a:pt x="49" y="7"/>
                  <a:pt x="49" y="6"/>
                </a:cubicBezTo>
                <a:cubicBezTo>
                  <a:pt x="49" y="6"/>
                  <a:pt x="49" y="6"/>
                  <a:pt x="49" y="6"/>
                </a:cubicBezTo>
                <a:cubicBezTo>
                  <a:pt x="48" y="6"/>
                  <a:pt x="48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6" y="6"/>
                  <a:pt x="46" y="5"/>
                  <a:pt x="46" y="5"/>
                </a:cubicBezTo>
                <a:cubicBezTo>
                  <a:pt x="46" y="5"/>
                  <a:pt x="46" y="5"/>
                  <a:pt x="47" y="5"/>
                </a:cubicBezTo>
                <a:cubicBezTo>
                  <a:pt x="47" y="5"/>
                  <a:pt x="47" y="5"/>
                  <a:pt x="47" y="5"/>
                </a:cubicBezTo>
                <a:cubicBezTo>
                  <a:pt x="48" y="5"/>
                  <a:pt x="49" y="5"/>
                  <a:pt x="49" y="4"/>
                </a:cubicBezTo>
                <a:cubicBezTo>
                  <a:pt x="49" y="4"/>
                  <a:pt x="49" y="4"/>
                  <a:pt x="49" y="3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1" y="2"/>
                  <a:pt x="51" y="2"/>
                  <a:pt x="51" y="2"/>
                </a:cubicBezTo>
                <a:cubicBezTo>
                  <a:pt x="51" y="2"/>
                  <a:pt x="51" y="2"/>
                  <a:pt x="51" y="3"/>
                </a:cubicBezTo>
                <a:cubicBezTo>
                  <a:pt x="50" y="3"/>
                  <a:pt x="50" y="3"/>
                  <a:pt x="50" y="4"/>
                </a:cubicBezTo>
                <a:cubicBezTo>
                  <a:pt x="50" y="4"/>
                  <a:pt x="51" y="4"/>
                  <a:pt x="51" y="4"/>
                </a:cubicBezTo>
                <a:cubicBezTo>
                  <a:pt x="51" y="4"/>
                  <a:pt x="51" y="4"/>
                  <a:pt x="52" y="4"/>
                </a:cubicBezTo>
                <a:cubicBezTo>
                  <a:pt x="52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4" y="4"/>
                  <a:pt x="54" y="5"/>
                  <a:pt x="54" y="5"/>
                </a:cubicBezTo>
                <a:cubicBezTo>
                  <a:pt x="54" y="5"/>
                  <a:pt x="54" y="5"/>
                  <a:pt x="54" y="5"/>
                </a:cubicBezTo>
                <a:cubicBezTo>
                  <a:pt x="53" y="5"/>
                  <a:pt x="53" y="5"/>
                  <a:pt x="53" y="5"/>
                </a:cubicBezTo>
                <a:cubicBezTo>
                  <a:pt x="53" y="5"/>
                  <a:pt x="53" y="5"/>
                  <a:pt x="52" y="5"/>
                </a:cubicBezTo>
                <a:cubicBezTo>
                  <a:pt x="52" y="5"/>
                  <a:pt x="51" y="5"/>
                  <a:pt x="51" y="5"/>
                </a:cubicBezTo>
                <a:lnTo>
                  <a:pt x="50" y="6"/>
                </a:lnTo>
                <a:cubicBezTo>
                  <a:pt x="50" y="6"/>
                  <a:pt x="50" y="6"/>
                  <a:pt x="50" y="6"/>
                </a:cubicBezTo>
                <a:cubicBezTo>
                  <a:pt x="50" y="6"/>
                  <a:pt x="50" y="6"/>
                  <a:pt x="51" y="6"/>
                </a:cubicBezTo>
                <a:cubicBezTo>
                  <a:pt x="51" y="6"/>
                  <a:pt x="51" y="6"/>
                  <a:pt x="52" y="6"/>
                </a:cubicBezTo>
                <a:close/>
                <a:moveTo>
                  <a:pt x="45" y="3"/>
                </a:moveTo>
                <a:cubicBezTo>
                  <a:pt x="45" y="3"/>
                  <a:pt x="45" y="3"/>
                  <a:pt x="46" y="4"/>
                </a:cubicBezTo>
                <a:cubicBezTo>
                  <a:pt x="46" y="4"/>
                  <a:pt x="46" y="4"/>
                  <a:pt x="46" y="4"/>
                </a:cubicBezTo>
                <a:cubicBezTo>
                  <a:pt x="46" y="4"/>
                  <a:pt x="46" y="5"/>
                  <a:pt x="45" y="5"/>
                </a:cubicBezTo>
                <a:cubicBezTo>
                  <a:pt x="45" y="6"/>
                  <a:pt x="44" y="6"/>
                  <a:pt x="44" y="6"/>
                </a:cubicBezTo>
                <a:cubicBezTo>
                  <a:pt x="44" y="7"/>
                  <a:pt x="44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6"/>
                  <a:pt x="43" y="6"/>
                </a:cubicBezTo>
                <a:cubicBezTo>
                  <a:pt x="43" y="6"/>
                  <a:pt x="44" y="5"/>
                  <a:pt x="44" y="4"/>
                </a:cubicBezTo>
                <a:cubicBezTo>
                  <a:pt x="44" y="4"/>
                  <a:pt x="45" y="3"/>
                  <a:pt x="45" y="3"/>
                </a:cubicBezTo>
                <a:cubicBezTo>
                  <a:pt x="45" y="3"/>
                  <a:pt x="45" y="3"/>
                  <a:pt x="45" y="3"/>
                </a:cubicBezTo>
                <a:close/>
                <a:moveTo>
                  <a:pt x="45" y="6"/>
                </a:moveTo>
                <a:cubicBezTo>
                  <a:pt x="45" y="6"/>
                  <a:pt x="45" y="6"/>
                  <a:pt x="46" y="7"/>
                </a:cubicBezTo>
                <a:cubicBezTo>
                  <a:pt x="46" y="7"/>
                  <a:pt x="46" y="7"/>
                  <a:pt x="46" y="7"/>
                </a:cubicBezTo>
                <a:cubicBezTo>
                  <a:pt x="46" y="7"/>
                  <a:pt x="46" y="8"/>
                  <a:pt x="45" y="8"/>
                </a:cubicBezTo>
                <a:cubicBezTo>
                  <a:pt x="45" y="9"/>
                  <a:pt x="44" y="9"/>
                  <a:pt x="44" y="9"/>
                </a:cubicBezTo>
                <a:cubicBezTo>
                  <a:pt x="44" y="9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5" y="10"/>
                  <a:pt x="45" y="11"/>
                  <a:pt x="45" y="11"/>
                </a:cubicBezTo>
                <a:cubicBezTo>
                  <a:pt x="45" y="11"/>
                  <a:pt x="45" y="11"/>
                  <a:pt x="45" y="11"/>
                </a:cubicBezTo>
                <a:cubicBezTo>
                  <a:pt x="45" y="11"/>
                  <a:pt x="45" y="11"/>
                  <a:pt x="45" y="12"/>
                </a:cubicBezTo>
                <a:cubicBezTo>
                  <a:pt x="45" y="12"/>
                  <a:pt x="45" y="12"/>
                  <a:pt x="45" y="13"/>
                </a:cubicBezTo>
                <a:cubicBezTo>
                  <a:pt x="45" y="14"/>
                  <a:pt x="45" y="14"/>
                  <a:pt x="45" y="14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6"/>
                  <a:pt x="45" y="16"/>
                </a:cubicBezTo>
                <a:cubicBezTo>
                  <a:pt x="45" y="16"/>
                  <a:pt x="45" y="16"/>
                  <a:pt x="44" y="16"/>
                </a:cubicBezTo>
                <a:cubicBezTo>
                  <a:pt x="44" y="16"/>
                  <a:pt x="44" y="16"/>
                  <a:pt x="44" y="16"/>
                </a:cubicBezTo>
                <a:cubicBezTo>
                  <a:pt x="44" y="16"/>
                  <a:pt x="44" y="15"/>
                  <a:pt x="44" y="14"/>
                </a:cubicBezTo>
                <a:cubicBezTo>
                  <a:pt x="44" y="14"/>
                  <a:pt x="44" y="13"/>
                  <a:pt x="44" y="13"/>
                </a:cubicBezTo>
                <a:cubicBezTo>
                  <a:pt x="44" y="13"/>
                  <a:pt x="44" y="13"/>
                  <a:pt x="44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12"/>
                  <a:pt x="44" y="12"/>
                  <a:pt x="43" y="12"/>
                </a:cubicBezTo>
                <a:cubicBezTo>
                  <a:pt x="43" y="12"/>
                  <a:pt x="43" y="12"/>
                  <a:pt x="43" y="12"/>
                </a:cubicBezTo>
                <a:cubicBezTo>
                  <a:pt x="43" y="12"/>
                  <a:pt x="42" y="12"/>
                  <a:pt x="42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2"/>
                  <a:pt x="41" y="12"/>
                </a:cubicBezTo>
                <a:cubicBezTo>
                  <a:pt x="41" y="12"/>
                  <a:pt x="41" y="11"/>
                  <a:pt x="42" y="11"/>
                </a:cubicBezTo>
                <a:cubicBezTo>
                  <a:pt x="43" y="10"/>
                  <a:pt x="43" y="10"/>
                  <a:pt x="43" y="9"/>
                </a:cubicBezTo>
                <a:cubicBezTo>
                  <a:pt x="43" y="9"/>
                  <a:pt x="44" y="8"/>
                  <a:pt x="44" y="8"/>
                </a:cubicBezTo>
                <a:cubicBezTo>
                  <a:pt x="44" y="7"/>
                  <a:pt x="45" y="7"/>
                  <a:pt x="45" y="7"/>
                </a:cubicBezTo>
                <a:cubicBezTo>
                  <a:pt x="45" y="6"/>
                  <a:pt x="45" y="6"/>
                  <a:pt x="45" y="6"/>
                </a:cubicBezTo>
                <a:close/>
                <a:moveTo>
                  <a:pt x="52" y="12"/>
                </a:moveTo>
                <a:cubicBezTo>
                  <a:pt x="52" y="12"/>
                  <a:pt x="52" y="12"/>
                  <a:pt x="52" y="12"/>
                </a:cubicBezTo>
                <a:cubicBezTo>
                  <a:pt x="53" y="13"/>
                  <a:pt x="54" y="14"/>
                  <a:pt x="54" y="14"/>
                </a:cubicBezTo>
                <a:cubicBezTo>
                  <a:pt x="55" y="15"/>
                  <a:pt x="55" y="16"/>
                  <a:pt x="55" y="16"/>
                </a:cubicBezTo>
                <a:cubicBezTo>
                  <a:pt x="55" y="16"/>
                  <a:pt x="55" y="16"/>
                  <a:pt x="55" y="16"/>
                </a:cubicBezTo>
                <a:cubicBezTo>
                  <a:pt x="55" y="16"/>
                  <a:pt x="55" y="16"/>
                  <a:pt x="54" y="16"/>
                </a:cubicBezTo>
                <a:cubicBezTo>
                  <a:pt x="54" y="16"/>
                  <a:pt x="54" y="16"/>
                  <a:pt x="53" y="16"/>
                </a:cubicBezTo>
                <a:cubicBezTo>
                  <a:pt x="53" y="16"/>
                  <a:pt x="52" y="16"/>
                  <a:pt x="52" y="16"/>
                </a:cubicBezTo>
                <a:cubicBezTo>
                  <a:pt x="52" y="16"/>
                  <a:pt x="51" y="16"/>
                  <a:pt x="51" y="16"/>
                </a:cubicBezTo>
                <a:lnTo>
                  <a:pt x="50" y="16"/>
                </a:lnTo>
                <a:cubicBezTo>
                  <a:pt x="50" y="16"/>
                  <a:pt x="50" y="16"/>
                  <a:pt x="50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5"/>
                  <a:pt x="48" y="15"/>
                  <a:pt x="48" y="15"/>
                </a:cubicBezTo>
                <a:cubicBezTo>
                  <a:pt x="48" y="15"/>
                  <a:pt x="48" y="14"/>
                  <a:pt x="48" y="14"/>
                </a:cubicBezTo>
                <a:cubicBezTo>
                  <a:pt x="48" y="14"/>
                  <a:pt x="48" y="13"/>
                  <a:pt x="48" y="13"/>
                </a:cubicBezTo>
                <a:cubicBezTo>
                  <a:pt x="48" y="13"/>
                  <a:pt x="48" y="13"/>
                  <a:pt x="48" y="13"/>
                </a:cubicBezTo>
                <a:cubicBezTo>
                  <a:pt x="48" y="13"/>
                  <a:pt x="47" y="13"/>
                  <a:pt x="47" y="14"/>
                </a:cubicBezTo>
                <a:cubicBezTo>
                  <a:pt x="47" y="14"/>
                  <a:pt x="47" y="15"/>
                  <a:pt x="47" y="15"/>
                </a:cubicBezTo>
                <a:cubicBezTo>
                  <a:pt x="47" y="15"/>
                  <a:pt x="47" y="15"/>
                  <a:pt x="47" y="15"/>
                </a:cubicBezTo>
                <a:cubicBezTo>
                  <a:pt x="46" y="15"/>
                  <a:pt x="46" y="15"/>
                  <a:pt x="46" y="15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4"/>
                  <a:pt x="46" y="14"/>
                </a:cubicBezTo>
                <a:cubicBezTo>
                  <a:pt x="46" y="13"/>
                  <a:pt x="46" y="13"/>
                  <a:pt x="47" y="13"/>
                </a:cubicBezTo>
                <a:cubicBezTo>
                  <a:pt x="47" y="13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1"/>
                  <a:pt x="47" y="11"/>
                  <a:pt x="47" y="11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11"/>
                  <a:pt x="49" y="11"/>
                  <a:pt x="49" y="11"/>
                </a:cubicBezTo>
                <a:cubicBezTo>
                  <a:pt x="49" y="11"/>
                  <a:pt x="50" y="11"/>
                  <a:pt x="50" y="11"/>
                </a:cubicBezTo>
                <a:cubicBezTo>
                  <a:pt x="50" y="11"/>
                  <a:pt x="50" y="11"/>
                  <a:pt x="50" y="11"/>
                </a:cubicBezTo>
                <a:cubicBezTo>
                  <a:pt x="51" y="11"/>
                  <a:pt x="51" y="11"/>
                  <a:pt x="51" y="11"/>
                </a:cubicBezTo>
                <a:cubicBezTo>
                  <a:pt x="51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2"/>
                  <a:pt x="52" y="12"/>
                </a:cubicBezTo>
                <a:cubicBezTo>
                  <a:pt x="52" y="12"/>
                  <a:pt x="52" y="12"/>
                  <a:pt x="52" y="12"/>
                </a:cubicBezTo>
                <a:close/>
                <a:moveTo>
                  <a:pt x="57" y="13"/>
                </a:moveTo>
                <a:cubicBezTo>
                  <a:pt x="57" y="13"/>
                  <a:pt x="57" y="13"/>
                  <a:pt x="57" y="14"/>
                </a:cubicBezTo>
                <a:cubicBezTo>
                  <a:pt x="57" y="14"/>
                  <a:pt x="57" y="14"/>
                  <a:pt x="57" y="14"/>
                </a:cubicBezTo>
                <a:cubicBezTo>
                  <a:pt x="56" y="14"/>
                  <a:pt x="56" y="14"/>
                  <a:pt x="55" y="13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5" y="12"/>
                  <a:pt x="55" y="12"/>
                  <a:pt x="56" y="12"/>
                </a:cubicBezTo>
                <a:cubicBezTo>
                  <a:pt x="56" y="12"/>
                  <a:pt x="56" y="12"/>
                  <a:pt x="56" y="12"/>
                </a:cubicBezTo>
                <a:cubicBezTo>
                  <a:pt x="56" y="12"/>
                  <a:pt x="57" y="12"/>
                  <a:pt x="57" y="12"/>
                </a:cubicBezTo>
                <a:cubicBezTo>
                  <a:pt x="57" y="12"/>
                  <a:pt x="57" y="12"/>
                  <a:pt x="57" y="13"/>
                </a:cubicBezTo>
                <a:cubicBezTo>
                  <a:pt x="57" y="13"/>
                  <a:pt x="57" y="13"/>
                  <a:pt x="57" y="13"/>
                </a:cubicBezTo>
                <a:close/>
                <a:moveTo>
                  <a:pt x="71" y="5"/>
                </a:move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6"/>
                  <a:pt x="71" y="6"/>
                </a:cubicBezTo>
                <a:cubicBezTo>
                  <a:pt x="70" y="6"/>
                  <a:pt x="70" y="6"/>
                  <a:pt x="70" y="7"/>
                </a:cubicBezTo>
                <a:cubicBezTo>
                  <a:pt x="70" y="7"/>
                  <a:pt x="70" y="7"/>
                  <a:pt x="70" y="8"/>
                </a:cubicBezTo>
                <a:cubicBezTo>
                  <a:pt x="70" y="8"/>
                  <a:pt x="70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8"/>
                  <a:pt x="68" y="8"/>
                </a:cubicBezTo>
                <a:cubicBezTo>
                  <a:pt x="68" y="8"/>
                  <a:pt x="68" y="8"/>
                  <a:pt x="68" y="8"/>
                </a:cubicBezTo>
                <a:cubicBezTo>
                  <a:pt x="68" y="8"/>
                  <a:pt x="67" y="8"/>
                  <a:pt x="66" y="9"/>
                </a:cubicBezTo>
                <a:cubicBezTo>
                  <a:pt x="66" y="9"/>
                  <a:pt x="65" y="9"/>
                  <a:pt x="65" y="9"/>
                </a:cubicBezTo>
                <a:cubicBezTo>
                  <a:pt x="65" y="9"/>
                  <a:pt x="65" y="9"/>
                  <a:pt x="65" y="9"/>
                </a:cubicBezTo>
                <a:cubicBezTo>
                  <a:pt x="65" y="9"/>
                  <a:pt x="65" y="9"/>
                  <a:pt x="64" y="9"/>
                </a:cubicBezTo>
                <a:cubicBezTo>
                  <a:pt x="64" y="8"/>
                  <a:pt x="64" y="8"/>
                  <a:pt x="63" y="7"/>
                </a:cubicBezTo>
                <a:cubicBezTo>
                  <a:pt x="63" y="7"/>
                  <a:pt x="63" y="6"/>
                  <a:pt x="63" y="6"/>
                </a:cubicBezTo>
                <a:cubicBezTo>
                  <a:pt x="63" y="6"/>
                  <a:pt x="63" y="7"/>
                  <a:pt x="63" y="7"/>
                </a:cubicBezTo>
                <a:cubicBezTo>
                  <a:pt x="63" y="8"/>
                  <a:pt x="62" y="10"/>
                  <a:pt x="61" y="11"/>
                </a:cubicBezTo>
                <a:cubicBezTo>
                  <a:pt x="61" y="12"/>
                  <a:pt x="61" y="12"/>
                  <a:pt x="61" y="13"/>
                </a:cubicBezTo>
                <a:cubicBezTo>
                  <a:pt x="61" y="13"/>
                  <a:pt x="61" y="14"/>
                  <a:pt x="61" y="14"/>
                </a:cubicBezTo>
                <a:cubicBezTo>
                  <a:pt x="60" y="14"/>
                  <a:pt x="60" y="14"/>
                  <a:pt x="60" y="14"/>
                </a:cubicBezTo>
                <a:cubicBezTo>
                  <a:pt x="59" y="15"/>
                  <a:pt x="59" y="15"/>
                  <a:pt x="58" y="15"/>
                </a:cubicBezTo>
                <a:cubicBezTo>
                  <a:pt x="58" y="15"/>
                  <a:pt x="58" y="16"/>
                  <a:pt x="58" y="16"/>
                </a:cubicBezTo>
                <a:cubicBezTo>
                  <a:pt x="57" y="16"/>
                  <a:pt x="57" y="16"/>
                  <a:pt x="57" y="15"/>
                </a:cubicBezTo>
                <a:cubicBezTo>
                  <a:pt x="57" y="15"/>
                  <a:pt x="58" y="15"/>
                  <a:pt x="58" y="15"/>
                </a:cubicBezTo>
                <a:cubicBezTo>
                  <a:pt x="58" y="14"/>
                  <a:pt x="59" y="14"/>
                  <a:pt x="59" y="13"/>
                </a:cubicBezTo>
                <a:cubicBezTo>
                  <a:pt x="59" y="13"/>
                  <a:pt x="60" y="13"/>
                  <a:pt x="60" y="12"/>
                </a:cubicBezTo>
                <a:cubicBezTo>
                  <a:pt x="60" y="11"/>
                  <a:pt x="61" y="10"/>
                  <a:pt x="61" y="9"/>
                </a:cubicBezTo>
                <a:cubicBezTo>
                  <a:pt x="62" y="8"/>
                  <a:pt x="62" y="7"/>
                  <a:pt x="62" y="6"/>
                </a:cubicBezTo>
                <a:cubicBezTo>
                  <a:pt x="63" y="5"/>
                  <a:pt x="63" y="4"/>
                  <a:pt x="63" y="3"/>
                </a:cubicBezTo>
                <a:cubicBezTo>
                  <a:pt x="63" y="3"/>
                  <a:pt x="63" y="3"/>
                  <a:pt x="63" y="3"/>
                </a:cubicBezTo>
                <a:cubicBezTo>
                  <a:pt x="63" y="2"/>
                  <a:pt x="63" y="2"/>
                  <a:pt x="63" y="2"/>
                </a:cubicBezTo>
                <a:cubicBezTo>
                  <a:pt x="63" y="2"/>
                  <a:pt x="64" y="2"/>
                  <a:pt x="64" y="3"/>
                </a:cubicBezTo>
                <a:cubicBezTo>
                  <a:pt x="64" y="3"/>
                  <a:pt x="64" y="3"/>
                  <a:pt x="64" y="3"/>
                </a:cubicBezTo>
                <a:cubicBezTo>
                  <a:pt x="64" y="3"/>
                  <a:pt x="65" y="3"/>
                  <a:pt x="65" y="3"/>
                </a:cubicBezTo>
                <a:cubicBezTo>
                  <a:pt x="66" y="2"/>
                  <a:pt x="66" y="2"/>
                  <a:pt x="66" y="2"/>
                </a:cubicBezTo>
                <a:cubicBezTo>
                  <a:pt x="67" y="2"/>
                  <a:pt x="67" y="2"/>
                  <a:pt x="68" y="2"/>
                </a:cubicBezTo>
                <a:cubicBezTo>
                  <a:pt x="68" y="2"/>
                  <a:pt x="68" y="2"/>
                  <a:pt x="68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3"/>
                </a:cubicBezTo>
                <a:cubicBezTo>
                  <a:pt x="70" y="3"/>
                  <a:pt x="70" y="3"/>
                  <a:pt x="70" y="3"/>
                </a:cubicBezTo>
                <a:cubicBezTo>
                  <a:pt x="70" y="3"/>
                  <a:pt x="70" y="3"/>
                  <a:pt x="69" y="3"/>
                </a:cubicBezTo>
                <a:cubicBezTo>
                  <a:pt x="68" y="3"/>
                  <a:pt x="68" y="3"/>
                  <a:pt x="67" y="4"/>
                </a:cubicBezTo>
                <a:cubicBezTo>
                  <a:pt x="67" y="4"/>
                  <a:pt x="67" y="4"/>
                  <a:pt x="67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5" y="4"/>
                  <a:pt x="65" y="4"/>
                </a:cubicBezTo>
                <a:cubicBezTo>
                  <a:pt x="65" y="4"/>
                  <a:pt x="65" y="4"/>
                  <a:pt x="64" y="4"/>
                </a:cubicBezTo>
                <a:cubicBezTo>
                  <a:pt x="64" y="4"/>
                  <a:pt x="64" y="4"/>
                  <a:pt x="64" y="4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5" y="5"/>
                  <a:pt x="66" y="5"/>
                  <a:pt x="67" y="4"/>
                </a:cubicBezTo>
                <a:cubicBezTo>
                  <a:pt x="68" y="4"/>
                  <a:pt x="68" y="4"/>
                  <a:pt x="69" y="4"/>
                </a:cubicBezTo>
                <a:cubicBezTo>
                  <a:pt x="70" y="4"/>
                  <a:pt x="70" y="4"/>
                  <a:pt x="70" y="5"/>
                </a:cubicBez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5"/>
                  <a:pt x="71" y="5"/>
                </a:cubicBezTo>
                <a:close/>
                <a:moveTo>
                  <a:pt x="72" y="12"/>
                </a:moveTo>
                <a:cubicBezTo>
                  <a:pt x="72" y="12"/>
                  <a:pt x="72" y="12"/>
                  <a:pt x="72" y="12"/>
                </a:cubicBezTo>
                <a:cubicBezTo>
                  <a:pt x="72" y="12"/>
                  <a:pt x="73" y="12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2" y="13"/>
                  <a:pt x="72" y="13"/>
                </a:cubicBezTo>
                <a:cubicBezTo>
                  <a:pt x="72" y="13"/>
                  <a:pt x="71" y="13"/>
                  <a:pt x="70" y="13"/>
                </a:cubicBezTo>
                <a:cubicBezTo>
                  <a:pt x="69" y="13"/>
                  <a:pt x="69" y="13"/>
                  <a:pt x="69" y="13"/>
                </a:cubicBezTo>
                <a:cubicBezTo>
                  <a:pt x="68" y="13"/>
                  <a:pt x="68" y="13"/>
                  <a:pt x="68" y="13"/>
                </a:cubicBezTo>
                <a:lnTo>
                  <a:pt x="68" y="14"/>
                </a:lnTo>
                <a:cubicBezTo>
                  <a:pt x="68" y="15"/>
                  <a:pt x="68" y="16"/>
                  <a:pt x="68" y="16"/>
                </a:cubicBezTo>
                <a:cubicBezTo>
                  <a:pt x="68" y="17"/>
                  <a:pt x="68" y="17"/>
                  <a:pt x="68" y="17"/>
                </a:cubicBezTo>
                <a:cubicBezTo>
                  <a:pt x="68" y="18"/>
                  <a:pt x="68" y="18"/>
                  <a:pt x="68" y="18"/>
                </a:cubicBezTo>
                <a:cubicBezTo>
                  <a:pt x="67" y="18"/>
                  <a:pt x="67" y="18"/>
                  <a:pt x="66" y="17"/>
                </a:cubicBezTo>
                <a:cubicBezTo>
                  <a:pt x="65" y="17"/>
                  <a:pt x="65" y="17"/>
                  <a:pt x="64" y="17"/>
                </a:cubicBezTo>
                <a:cubicBezTo>
                  <a:pt x="64" y="16"/>
                  <a:pt x="63" y="16"/>
                  <a:pt x="63" y="16"/>
                </a:cubicBezTo>
                <a:cubicBezTo>
                  <a:pt x="63" y="16"/>
                  <a:pt x="63" y="16"/>
                  <a:pt x="64" y="16"/>
                </a:cubicBezTo>
                <a:cubicBezTo>
                  <a:pt x="64" y="16"/>
                  <a:pt x="64" y="16"/>
                  <a:pt x="64" y="16"/>
                </a:cubicBezTo>
                <a:cubicBezTo>
                  <a:pt x="64" y="16"/>
                  <a:pt x="65" y="16"/>
                  <a:pt x="65" y="16"/>
                </a:cubicBezTo>
                <a:cubicBezTo>
                  <a:pt x="66" y="16"/>
                  <a:pt x="66" y="16"/>
                  <a:pt x="66" y="16"/>
                </a:cubicBezTo>
                <a:cubicBezTo>
                  <a:pt x="66" y="16"/>
                  <a:pt x="67" y="16"/>
                  <a:pt x="67" y="16"/>
                </a:cubicBezTo>
                <a:cubicBezTo>
                  <a:pt x="67" y="16"/>
                  <a:pt x="67" y="16"/>
                  <a:pt x="67" y="16"/>
                </a:cubicBezTo>
                <a:cubicBezTo>
                  <a:pt x="67" y="16"/>
                  <a:pt x="67" y="15"/>
                  <a:pt x="67" y="15"/>
                </a:cubicBezTo>
                <a:cubicBezTo>
                  <a:pt x="67" y="15"/>
                  <a:pt x="67" y="14"/>
                  <a:pt x="67" y="14"/>
                </a:cubicBezTo>
                <a:cubicBezTo>
                  <a:pt x="67" y="14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6" y="13"/>
                  <a:pt x="65" y="13"/>
                  <a:pt x="64" y="13"/>
                </a:cubicBezTo>
                <a:cubicBezTo>
                  <a:pt x="64" y="14"/>
                  <a:pt x="64" y="14"/>
                  <a:pt x="63" y="14"/>
                </a:cubicBezTo>
                <a:cubicBezTo>
                  <a:pt x="63" y="14"/>
                  <a:pt x="63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3"/>
                  <a:pt x="62" y="13"/>
                </a:cubicBezTo>
                <a:cubicBezTo>
                  <a:pt x="62" y="13"/>
                  <a:pt x="62" y="13"/>
                  <a:pt x="62" y="13"/>
                </a:cubicBezTo>
                <a:cubicBezTo>
                  <a:pt x="62" y="13"/>
                  <a:pt x="62" y="13"/>
                  <a:pt x="63" y="13"/>
                </a:cubicBezTo>
                <a:cubicBezTo>
                  <a:pt x="63" y="13"/>
                  <a:pt x="63" y="13"/>
                  <a:pt x="63" y="13"/>
                </a:cubicBezTo>
                <a:cubicBezTo>
                  <a:pt x="64" y="13"/>
                  <a:pt x="65" y="12"/>
                  <a:pt x="66" y="12"/>
                </a:cubicBezTo>
                <a:cubicBezTo>
                  <a:pt x="67" y="12"/>
                  <a:pt x="67" y="12"/>
                  <a:pt x="67" y="12"/>
                </a:cubicBezTo>
                <a:cubicBezTo>
                  <a:pt x="67" y="12"/>
                  <a:pt x="67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7" y="11"/>
                  <a:pt x="67" y="11"/>
                  <a:pt x="67" y="11"/>
                </a:cubicBezTo>
                <a:cubicBezTo>
                  <a:pt x="67" y="11"/>
                  <a:pt x="68" y="11"/>
                  <a:pt x="68" y="10"/>
                </a:cubicBezTo>
                <a:cubicBezTo>
                  <a:pt x="68" y="10"/>
                  <a:pt x="68" y="10"/>
                  <a:pt x="68" y="10"/>
                </a:cubicBezTo>
                <a:cubicBezTo>
                  <a:pt x="68" y="10"/>
                  <a:pt x="68" y="9"/>
                  <a:pt x="68" y="9"/>
                </a:cubicBezTo>
                <a:cubicBezTo>
                  <a:pt x="68" y="9"/>
                  <a:pt x="67" y="10"/>
                  <a:pt x="66" y="10"/>
                </a:cubicBezTo>
                <a:cubicBezTo>
                  <a:pt x="65" y="11"/>
                  <a:pt x="65" y="11"/>
                  <a:pt x="64" y="11"/>
                </a:cubicBezTo>
                <a:cubicBezTo>
                  <a:pt x="64" y="11"/>
                  <a:pt x="64" y="11"/>
                  <a:pt x="64" y="11"/>
                </a:cubicBezTo>
                <a:cubicBezTo>
                  <a:pt x="64" y="11"/>
                  <a:pt x="63" y="11"/>
                  <a:pt x="63" y="11"/>
                </a:cubicBezTo>
                <a:cubicBezTo>
                  <a:pt x="63" y="11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4" y="10"/>
                  <a:pt x="64" y="10"/>
                </a:cubicBezTo>
                <a:cubicBezTo>
                  <a:pt x="64" y="10"/>
                  <a:pt x="65" y="10"/>
                  <a:pt x="66" y="9"/>
                </a:cubicBezTo>
                <a:cubicBezTo>
                  <a:pt x="67" y="9"/>
                  <a:pt x="67" y="9"/>
                  <a:pt x="68" y="9"/>
                </a:cubicBezTo>
                <a:cubicBezTo>
                  <a:pt x="68" y="9"/>
                  <a:pt x="68" y="9"/>
                  <a:pt x="68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70" y="9"/>
                  <a:pt x="70" y="10"/>
                  <a:pt x="70" y="10"/>
                </a:cubicBezTo>
                <a:cubicBezTo>
                  <a:pt x="70" y="10"/>
                  <a:pt x="70" y="10"/>
                  <a:pt x="69" y="10"/>
                </a:cubicBezTo>
                <a:cubicBezTo>
                  <a:pt x="69" y="11"/>
                  <a:pt x="69" y="11"/>
                  <a:pt x="68" y="11"/>
                </a:cubicBezTo>
                <a:cubicBezTo>
                  <a:pt x="68" y="11"/>
                  <a:pt x="68" y="11"/>
                  <a:pt x="68" y="11"/>
                </a:cubicBezTo>
                <a:cubicBezTo>
                  <a:pt x="68" y="11"/>
                  <a:pt x="68" y="12"/>
                  <a:pt x="68" y="12"/>
                </a:cubicBezTo>
                <a:cubicBezTo>
                  <a:pt x="68" y="12"/>
                  <a:pt x="68" y="12"/>
                  <a:pt x="69" y="12"/>
                </a:cubicBezTo>
                <a:lnTo>
                  <a:pt x="70" y="12"/>
                </a:lnTo>
                <a:cubicBezTo>
                  <a:pt x="70" y="12"/>
                  <a:pt x="71" y="12"/>
                  <a:pt x="71" y="12"/>
                </a:cubicBezTo>
                <a:cubicBezTo>
                  <a:pt x="71" y="12"/>
                  <a:pt x="71" y="12"/>
                  <a:pt x="72" y="12"/>
                </a:cubicBezTo>
                <a:close/>
                <a:moveTo>
                  <a:pt x="84" y="6"/>
                </a:moveTo>
                <a:cubicBezTo>
                  <a:pt x="84" y="6"/>
                  <a:pt x="84" y="6"/>
                  <a:pt x="85" y="6"/>
                </a:cubicBezTo>
                <a:cubicBezTo>
                  <a:pt x="85" y="6"/>
                  <a:pt x="85" y="6"/>
                  <a:pt x="86" y="6"/>
                </a:cubicBezTo>
                <a:cubicBezTo>
                  <a:pt x="86" y="6"/>
                  <a:pt x="86" y="6"/>
                  <a:pt x="87" y="6"/>
                </a:cubicBezTo>
                <a:cubicBezTo>
                  <a:pt x="87" y="6"/>
                  <a:pt x="87" y="6"/>
                  <a:pt x="88" y="7"/>
                </a:cubicBezTo>
                <a:cubicBezTo>
                  <a:pt x="88" y="7"/>
                  <a:pt x="89" y="8"/>
                  <a:pt x="89" y="8"/>
                </a:cubicBezTo>
                <a:cubicBezTo>
                  <a:pt x="89" y="8"/>
                  <a:pt x="89" y="8"/>
                  <a:pt x="89" y="8"/>
                </a:cubicBezTo>
                <a:cubicBezTo>
                  <a:pt x="89" y="8"/>
                  <a:pt x="89" y="9"/>
                  <a:pt x="89" y="9"/>
                </a:cubicBezTo>
                <a:cubicBezTo>
                  <a:pt x="89" y="9"/>
                  <a:pt x="89" y="9"/>
                  <a:pt x="89" y="9"/>
                </a:cubicBezTo>
                <a:cubicBezTo>
                  <a:pt x="89" y="9"/>
                  <a:pt x="89" y="9"/>
                  <a:pt x="88" y="9"/>
                </a:cubicBezTo>
                <a:cubicBezTo>
                  <a:pt x="88" y="9"/>
                  <a:pt x="88" y="9"/>
                  <a:pt x="87" y="9"/>
                </a:cubicBezTo>
                <a:lnTo>
                  <a:pt x="86" y="9"/>
                </a:lnTo>
                <a:cubicBezTo>
                  <a:pt x="86" y="9"/>
                  <a:pt x="86" y="9"/>
                  <a:pt x="86" y="9"/>
                </a:cubicBezTo>
                <a:cubicBezTo>
                  <a:pt x="85" y="9"/>
                  <a:pt x="85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5" y="11"/>
                  <a:pt x="86" y="11"/>
                  <a:pt x="87" y="11"/>
                </a:cubicBezTo>
                <a:cubicBezTo>
                  <a:pt x="87" y="11"/>
                  <a:pt x="88" y="11"/>
                  <a:pt x="88" y="11"/>
                </a:cubicBezTo>
                <a:cubicBezTo>
                  <a:pt x="88" y="11"/>
                  <a:pt x="88" y="11"/>
                  <a:pt x="88" y="11"/>
                </a:cubicBezTo>
                <a:cubicBezTo>
                  <a:pt x="88" y="12"/>
                  <a:pt x="88" y="12"/>
                  <a:pt x="88" y="12"/>
                </a:cubicBezTo>
                <a:cubicBezTo>
                  <a:pt x="88" y="12"/>
                  <a:pt x="88" y="12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7" y="13"/>
                  <a:pt x="87" y="12"/>
                  <a:pt x="86" y="12"/>
                </a:cubicBezTo>
                <a:cubicBezTo>
                  <a:pt x="85" y="12"/>
                  <a:pt x="84" y="12"/>
                  <a:pt x="84" y="13"/>
                </a:cubicBezTo>
                <a:cubicBezTo>
                  <a:pt x="84" y="13"/>
                  <a:pt x="84" y="13"/>
                  <a:pt x="84" y="13"/>
                </a:cubicBezTo>
                <a:cubicBezTo>
                  <a:pt x="84" y="13"/>
                  <a:pt x="84" y="14"/>
                  <a:pt x="84" y="15"/>
                </a:cubicBezTo>
                <a:cubicBezTo>
                  <a:pt x="84" y="15"/>
                  <a:pt x="84" y="16"/>
                  <a:pt x="84" y="16"/>
                </a:cubicBezTo>
                <a:cubicBezTo>
                  <a:pt x="83" y="17"/>
                  <a:pt x="83" y="17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2" y="18"/>
                  <a:pt x="82" y="18"/>
                  <a:pt x="82" y="18"/>
                </a:cubicBezTo>
                <a:cubicBezTo>
                  <a:pt x="81" y="17"/>
                  <a:pt x="80" y="17"/>
                  <a:pt x="80" y="17"/>
                </a:cubicBezTo>
                <a:cubicBezTo>
                  <a:pt x="80" y="17"/>
                  <a:pt x="79" y="16"/>
                  <a:pt x="79" y="16"/>
                </a:cubicBezTo>
                <a:cubicBezTo>
                  <a:pt x="79" y="16"/>
                  <a:pt x="79" y="16"/>
                  <a:pt x="80" y="16"/>
                </a:cubicBezTo>
                <a:cubicBezTo>
                  <a:pt x="80" y="16"/>
                  <a:pt x="80" y="16"/>
                  <a:pt x="81" y="16"/>
                </a:cubicBezTo>
                <a:cubicBezTo>
                  <a:pt x="81" y="16"/>
                  <a:pt x="81" y="16"/>
                  <a:pt x="81" y="16"/>
                </a:cubicBezTo>
                <a:cubicBezTo>
                  <a:pt x="82" y="16"/>
                  <a:pt x="82" y="16"/>
                  <a:pt x="82" y="16"/>
                </a:cubicBezTo>
                <a:cubicBezTo>
                  <a:pt x="82" y="16"/>
                  <a:pt x="82" y="15"/>
                  <a:pt x="82" y="15"/>
                </a:cubicBezTo>
                <a:cubicBezTo>
                  <a:pt x="82" y="15"/>
                  <a:pt x="82" y="14"/>
                  <a:pt x="82" y="14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1" y="13"/>
                </a:cubicBezTo>
                <a:cubicBezTo>
                  <a:pt x="80" y="13"/>
                  <a:pt x="79" y="13"/>
                  <a:pt x="78" y="13"/>
                </a:cubicBezTo>
                <a:cubicBezTo>
                  <a:pt x="78" y="14"/>
                  <a:pt x="78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8" y="13"/>
                  <a:pt x="78" y="13"/>
                  <a:pt x="79" y="12"/>
                </a:cubicBezTo>
                <a:cubicBezTo>
                  <a:pt x="80" y="12"/>
                  <a:pt x="81" y="12"/>
                  <a:pt x="82" y="12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0"/>
                  <a:pt x="82" y="10"/>
                </a:cubicBezTo>
                <a:cubicBezTo>
                  <a:pt x="82" y="10"/>
                  <a:pt x="82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4" y="10"/>
                  <a:pt x="84" y="9"/>
                  <a:pt x="84" y="9"/>
                </a:cubicBezTo>
                <a:cubicBezTo>
                  <a:pt x="84" y="9"/>
                  <a:pt x="84" y="9"/>
                  <a:pt x="84" y="9"/>
                </a:cubicBezTo>
                <a:cubicBezTo>
                  <a:pt x="84" y="9"/>
                  <a:pt x="84" y="9"/>
                  <a:pt x="83" y="9"/>
                </a:cubicBezTo>
                <a:cubicBezTo>
                  <a:pt x="83" y="9"/>
                  <a:pt x="83" y="9"/>
                  <a:pt x="82" y="9"/>
                </a:cubicBezTo>
                <a:cubicBezTo>
                  <a:pt x="82" y="9"/>
                  <a:pt x="82" y="9"/>
                  <a:pt x="82" y="9"/>
                </a:cubicBezTo>
                <a:cubicBezTo>
                  <a:pt x="82" y="9"/>
                  <a:pt x="82" y="10"/>
                  <a:pt x="81" y="10"/>
                </a:cubicBezTo>
                <a:cubicBezTo>
                  <a:pt x="81" y="10"/>
                  <a:pt x="81" y="10"/>
                  <a:pt x="81" y="10"/>
                </a:cubicBezTo>
                <a:cubicBezTo>
                  <a:pt x="80" y="10"/>
                  <a:pt x="80" y="10"/>
                  <a:pt x="80" y="10"/>
                </a:cubicBezTo>
                <a:cubicBezTo>
                  <a:pt x="80" y="10"/>
                  <a:pt x="80" y="11"/>
                  <a:pt x="80" y="11"/>
                </a:cubicBezTo>
                <a:cubicBezTo>
                  <a:pt x="80" y="11"/>
                  <a:pt x="79" y="10"/>
                  <a:pt x="79" y="10"/>
                </a:cubicBezTo>
                <a:cubicBezTo>
                  <a:pt x="79" y="10"/>
                  <a:pt x="79" y="10"/>
                  <a:pt x="79" y="9"/>
                </a:cubicBezTo>
                <a:cubicBezTo>
                  <a:pt x="79" y="9"/>
                  <a:pt x="79" y="9"/>
                  <a:pt x="79" y="9"/>
                </a:cubicBezTo>
                <a:cubicBezTo>
                  <a:pt x="80" y="9"/>
                  <a:pt x="81" y="9"/>
                  <a:pt x="81" y="9"/>
                </a:cubicBezTo>
                <a:cubicBezTo>
                  <a:pt x="82" y="8"/>
                  <a:pt x="83" y="8"/>
                  <a:pt x="84" y="8"/>
                </a:cubicBezTo>
                <a:cubicBezTo>
                  <a:pt x="84" y="8"/>
                  <a:pt x="84" y="8"/>
                  <a:pt x="85" y="8"/>
                </a:cubicBezTo>
                <a:cubicBezTo>
                  <a:pt x="85" y="8"/>
                  <a:pt x="85" y="8"/>
                  <a:pt x="85" y="9"/>
                </a:cubicBezTo>
                <a:cubicBezTo>
                  <a:pt x="86" y="9"/>
                  <a:pt x="86" y="9"/>
                  <a:pt x="86" y="9"/>
                </a:cubicBezTo>
                <a:cubicBezTo>
                  <a:pt x="86" y="9"/>
                  <a:pt x="86" y="9"/>
                  <a:pt x="87" y="8"/>
                </a:cubicBezTo>
                <a:cubicBezTo>
                  <a:pt x="87" y="8"/>
                  <a:pt x="87" y="8"/>
                  <a:pt x="87" y="7"/>
                </a:cubicBezTo>
                <a:cubicBezTo>
                  <a:pt x="87" y="7"/>
                  <a:pt x="87" y="7"/>
                  <a:pt x="87" y="7"/>
                </a:cubicBezTo>
                <a:cubicBezTo>
                  <a:pt x="86" y="6"/>
                  <a:pt x="86" y="6"/>
                  <a:pt x="86" y="6"/>
                </a:cubicBezTo>
                <a:cubicBezTo>
                  <a:pt x="86" y="6"/>
                  <a:pt x="85" y="6"/>
                  <a:pt x="84" y="7"/>
                </a:cubicBezTo>
                <a:cubicBezTo>
                  <a:pt x="84" y="7"/>
                  <a:pt x="83" y="7"/>
                  <a:pt x="83" y="7"/>
                </a:cubicBezTo>
                <a:cubicBezTo>
                  <a:pt x="83" y="7"/>
                  <a:pt x="82" y="7"/>
                  <a:pt x="82" y="7"/>
                </a:cubicBezTo>
                <a:cubicBezTo>
                  <a:pt x="81" y="7"/>
                  <a:pt x="81" y="7"/>
                  <a:pt x="80" y="8"/>
                </a:cubicBezTo>
                <a:cubicBezTo>
                  <a:pt x="80" y="8"/>
                  <a:pt x="80" y="8"/>
                  <a:pt x="79" y="8"/>
                </a:cubicBezTo>
                <a:cubicBezTo>
                  <a:pt x="79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9" y="7"/>
                </a:cubicBezTo>
                <a:cubicBezTo>
                  <a:pt x="80" y="7"/>
                  <a:pt x="81" y="6"/>
                  <a:pt x="82" y="6"/>
                </a:cubicBezTo>
                <a:cubicBezTo>
                  <a:pt x="82" y="6"/>
                  <a:pt x="83" y="6"/>
                  <a:pt x="83" y="5"/>
                </a:cubicBezTo>
                <a:cubicBezTo>
                  <a:pt x="84" y="4"/>
                  <a:pt x="84" y="3"/>
                  <a:pt x="85" y="2"/>
                </a:cubicBezTo>
                <a:cubicBezTo>
                  <a:pt x="85" y="2"/>
                  <a:pt x="85" y="2"/>
                  <a:pt x="85" y="2"/>
                </a:cubicBezTo>
                <a:cubicBezTo>
                  <a:pt x="86" y="2"/>
                  <a:pt x="86" y="2"/>
                  <a:pt x="86" y="2"/>
                </a:cubicBezTo>
                <a:cubicBezTo>
                  <a:pt x="86" y="3"/>
                  <a:pt x="87" y="3"/>
                  <a:pt x="87" y="3"/>
                </a:cubicBezTo>
                <a:cubicBezTo>
                  <a:pt x="87" y="3"/>
                  <a:pt x="87" y="3"/>
                  <a:pt x="86" y="3"/>
                </a:cubicBezTo>
                <a:cubicBezTo>
                  <a:pt x="86" y="3"/>
                  <a:pt x="86" y="4"/>
                  <a:pt x="86" y="4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4" y="5"/>
                  <a:pt x="84" y="5"/>
                </a:cubicBezTo>
                <a:cubicBezTo>
                  <a:pt x="84" y="5"/>
                  <a:pt x="84" y="5"/>
                  <a:pt x="84" y="6"/>
                </a:cubicBezTo>
                <a:close/>
                <a:moveTo>
                  <a:pt x="83" y="2"/>
                </a:moveTo>
                <a:cubicBezTo>
                  <a:pt x="83" y="2"/>
                  <a:pt x="83" y="2"/>
                  <a:pt x="83" y="3"/>
                </a:cubicBezTo>
                <a:cubicBezTo>
                  <a:pt x="83" y="3"/>
                  <a:pt x="83" y="3"/>
                  <a:pt x="83" y="3"/>
                </a:cubicBezTo>
                <a:cubicBezTo>
                  <a:pt x="82" y="3"/>
                  <a:pt x="82" y="4"/>
                  <a:pt x="82" y="4"/>
                </a:cubicBezTo>
                <a:cubicBezTo>
                  <a:pt x="82" y="4"/>
                  <a:pt x="82" y="4"/>
                  <a:pt x="82" y="4"/>
                </a:cubicBezTo>
                <a:cubicBezTo>
                  <a:pt x="82" y="4"/>
                  <a:pt x="81" y="4"/>
                  <a:pt x="81" y="4"/>
                </a:cubicBezTo>
                <a:cubicBezTo>
                  <a:pt x="81" y="4"/>
                  <a:pt x="81" y="3"/>
                  <a:pt x="81" y="3"/>
                </a:cubicBezTo>
                <a:cubicBezTo>
                  <a:pt x="81" y="3"/>
                  <a:pt x="81" y="3"/>
                  <a:pt x="81" y="3"/>
                </a:cubicBezTo>
                <a:cubicBezTo>
                  <a:pt x="81" y="3"/>
                  <a:pt x="81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3" y="3"/>
                </a:cubicBezTo>
                <a:cubicBezTo>
                  <a:pt x="83" y="2"/>
                  <a:pt x="83" y="2"/>
                  <a:pt x="83" y="2"/>
                </a:cubicBezTo>
                <a:close/>
                <a:moveTo>
                  <a:pt x="80" y="5"/>
                </a:moveTo>
                <a:cubicBezTo>
                  <a:pt x="80" y="6"/>
                  <a:pt x="80" y="6"/>
                  <a:pt x="80" y="6"/>
                </a:cubicBezTo>
                <a:cubicBezTo>
                  <a:pt x="80" y="6"/>
                  <a:pt x="80" y="6"/>
                  <a:pt x="80" y="6"/>
                </a:cubicBezTo>
                <a:cubicBezTo>
                  <a:pt x="79" y="6"/>
                  <a:pt x="79" y="6"/>
                  <a:pt x="79" y="6"/>
                </a:cubicBezTo>
                <a:cubicBezTo>
                  <a:pt x="79" y="6"/>
                  <a:pt x="78" y="6"/>
                  <a:pt x="78" y="6"/>
                </a:cubicBezTo>
                <a:cubicBezTo>
                  <a:pt x="78" y="6"/>
                  <a:pt x="78" y="5"/>
                  <a:pt x="78" y="5"/>
                </a:cubicBezTo>
                <a:cubicBezTo>
                  <a:pt x="78" y="5"/>
                  <a:pt x="78" y="5"/>
                  <a:pt x="78" y="4"/>
                </a:cubicBezTo>
                <a:cubicBezTo>
                  <a:pt x="78" y="4"/>
                  <a:pt x="78" y="4"/>
                  <a:pt x="78" y="4"/>
                </a:cubicBezTo>
                <a:cubicBezTo>
                  <a:pt x="78" y="4"/>
                  <a:pt x="78" y="4"/>
                  <a:pt x="79" y="4"/>
                </a:cubicBezTo>
                <a:cubicBezTo>
                  <a:pt x="79" y="4"/>
                  <a:pt x="79" y="4"/>
                  <a:pt x="79" y="4"/>
                </a:cubicBezTo>
                <a:cubicBezTo>
                  <a:pt x="79" y="4"/>
                  <a:pt x="79" y="4"/>
                  <a:pt x="80" y="4"/>
                </a:cubicBezTo>
                <a:cubicBezTo>
                  <a:pt x="80" y="5"/>
                  <a:pt x="80" y="5"/>
                  <a:pt x="80" y="5"/>
                </a:cubicBezTo>
                <a:close/>
                <a:moveTo>
                  <a:pt x="77" y="9"/>
                </a:move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1"/>
                  <a:pt x="77" y="11"/>
                </a:cubicBezTo>
                <a:cubicBezTo>
                  <a:pt x="76" y="11"/>
                  <a:pt x="76" y="10"/>
                  <a:pt x="76" y="10"/>
                </a:cubicBezTo>
                <a:cubicBezTo>
                  <a:pt x="75" y="10"/>
                  <a:pt x="75" y="10"/>
                  <a:pt x="75" y="10"/>
                </a:cubicBezTo>
                <a:cubicBezTo>
                  <a:pt x="75" y="10"/>
                  <a:pt x="75" y="9"/>
                  <a:pt x="75" y="9"/>
                </a:cubicBezTo>
                <a:cubicBezTo>
                  <a:pt x="75" y="9"/>
                  <a:pt x="76" y="9"/>
                  <a:pt x="76" y="9"/>
                </a:cubicBezTo>
                <a:cubicBezTo>
                  <a:pt x="76" y="8"/>
                  <a:pt x="77" y="8"/>
                  <a:pt x="77" y="8"/>
                </a:cubicBezTo>
                <a:cubicBezTo>
                  <a:pt x="77" y="8"/>
                  <a:pt x="77" y="8"/>
                  <a:pt x="77" y="8"/>
                </a:cubicBezTo>
                <a:cubicBezTo>
                  <a:pt x="77" y="9"/>
                  <a:pt x="77" y="9"/>
                  <a:pt x="77" y="9"/>
                </a:cubicBezTo>
                <a:cubicBezTo>
                  <a:pt x="77" y="9"/>
                  <a:pt x="77" y="9"/>
                  <a:pt x="77" y="9"/>
                </a:cubicBezTo>
                <a:close/>
                <a:moveTo>
                  <a:pt x="118" y="15"/>
                </a:moveTo>
                <a:cubicBezTo>
                  <a:pt x="118" y="15"/>
                  <a:pt x="118" y="15"/>
                  <a:pt x="117" y="15"/>
                </a:cubicBezTo>
                <a:cubicBezTo>
                  <a:pt x="117" y="15"/>
                  <a:pt x="117" y="15"/>
                  <a:pt x="116" y="15"/>
                </a:cubicBezTo>
                <a:cubicBezTo>
                  <a:pt x="115" y="15"/>
                  <a:pt x="114" y="15"/>
                  <a:pt x="114" y="15"/>
                </a:cubicBezTo>
                <a:cubicBezTo>
                  <a:pt x="113" y="15"/>
                  <a:pt x="113" y="15"/>
                  <a:pt x="113" y="14"/>
                </a:cubicBezTo>
                <a:cubicBezTo>
                  <a:pt x="113" y="14"/>
                  <a:pt x="113" y="14"/>
                  <a:pt x="113" y="14"/>
                </a:cubicBezTo>
                <a:cubicBezTo>
                  <a:pt x="113" y="13"/>
                  <a:pt x="112" y="13"/>
                  <a:pt x="112" y="13"/>
                </a:cubicBezTo>
                <a:cubicBezTo>
                  <a:pt x="111" y="12"/>
                  <a:pt x="111" y="12"/>
                  <a:pt x="110" y="12"/>
                </a:cubicBezTo>
                <a:cubicBezTo>
                  <a:pt x="110" y="12"/>
                  <a:pt x="110" y="11"/>
                  <a:pt x="110" y="11"/>
                </a:cubicBezTo>
                <a:cubicBezTo>
                  <a:pt x="110" y="11"/>
                  <a:pt x="110" y="12"/>
                  <a:pt x="110" y="12"/>
                </a:cubicBezTo>
                <a:cubicBezTo>
                  <a:pt x="110" y="12"/>
                  <a:pt x="110" y="12"/>
                  <a:pt x="110" y="13"/>
                </a:cubicBezTo>
                <a:cubicBezTo>
                  <a:pt x="110" y="14"/>
                  <a:pt x="110" y="14"/>
                  <a:pt x="110" y="15"/>
                </a:cubicBezTo>
                <a:cubicBezTo>
                  <a:pt x="110" y="16"/>
                  <a:pt x="110" y="16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09" y="17"/>
                  <a:pt x="109" y="17"/>
                  <a:pt x="109" y="17"/>
                </a:cubicBezTo>
                <a:cubicBezTo>
                  <a:pt x="109" y="17"/>
                  <a:pt x="108" y="17"/>
                  <a:pt x="108" y="17"/>
                </a:cubicBezTo>
                <a:cubicBezTo>
                  <a:pt x="107" y="16"/>
                  <a:pt x="107" y="16"/>
                  <a:pt x="106" y="16"/>
                </a:cubicBezTo>
                <a:cubicBezTo>
                  <a:pt x="106" y="15"/>
                  <a:pt x="105" y="15"/>
                  <a:pt x="105" y="15"/>
                </a:cubicBezTo>
                <a:cubicBezTo>
                  <a:pt x="105" y="15"/>
                  <a:pt x="105" y="15"/>
                  <a:pt x="105" y="15"/>
                </a:cubicBezTo>
                <a:cubicBezTo>
                  <a:pt x="105" y="15"/>
                  <a:pt x="105" y="15"/>
                  <a:pt x="106" y="15"/>
                </a:cubicBezTo>
                <a:cubicBezTo>
                  <a:pt x="106" y="15"/>
                  <a:pt x="107" y="15"/>
                  <a:pt x="107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4"/>
                  <a:pt x="108" y="14"/>
                  <a:pt x="108" y="13"/>
                </a:cubicBezTo>
                <a:cubicBezTo>
                  <a:pt x="108" y="12"/>
                  <a:pt x="108" y="12"/>
                  <a:pt x="108" y="11"/>
                </a:cubicBezTo>
                <a:cubicBezTo>
                  <a:pt x="108" y="10"/>
                  <a:pt x="108" y="9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7" y="8"/>
                  <a:pt x="106" y="8"/>
                </a:cubicBezTo>
                <a:cubicBezTo>
                  <a:pt x="106" y="8"/>
                  <a:pt x="105" y="8"/>
                  <a:pt x="105" y="8"/>
                </a:cubicBezTo>
                <a:cubicBezTo>
                  <a:pt x="105" y="8"/>
                  <a:pt x="105" y="8"/>
                  <a:pt x="105" y="8"/>
                </a:cubicBezTo>
                <a:cubicBezTo>
                  <a:pt x="104" y="8"/>
                  <a:pt x="104" y="8"/>
                  <a:pt x="104" y="8"/>
                </a:cubicBezTo>
                <a:cubicBezTo>
                  <a:pt x="104" y="8"/>
                  <a:pt x="104" y="8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5" y="6"/>
                  <a:pt x="105" y="6"/>
                </a:cubicBezTo>
                <a:cubicBezTo>
                  <a:pt x="106" y="6"/>
                  <a:pt x="107" y="6"/>
                  <a:pt x="107" y="6"/>
                </a:cubicBezTo>
                <a:cubicBezTo>
                  <a:pt x="107" y="6"/>
                  <a:pt x="108" y="6"/>
                  <a:pt x="108" y="6"/>
                </a:cubicBezTo>
                <a:cubicBezTo>
                  <a:pt x="108" y="6"/>
                  <a:pt x="108" y="6"/>
                  <a:pt x="108" y="6"/>
                </a:cubicBezTo>
                <a:lnTo>
                  <a:pt x="108" y="5"/>
                </a:lnTo>
                <a:cubicBezTo>
                  <a:pt x="108" y="4"/>
                  <a:pt x="108" y="4"/>
                  <a:pt x="108" y="3"/>
                </a:cubicBezTo>
                <a:cubicBezTo>
                  <a:pt x="108" y="3"/>
                  <a:pt x="108" y="3"/>
                  <a:pt x="109" y="2"/>
                </a:cubicBezTo>
                <a:cubicBezTo>
                  <a:pt x="109" y="2"/>
                  <a:pt x="109" y="1"/>
                  <a:pt x="109" y="1"/>
                </a:cubicBezTo>
                <a:cubicBezTo>
                  <a:pt x="109" y="1"/>
                  <a:pt x="109" y="1"/>
                  <a:pt x="109" y="1"/>
                </a:cubicBezTo>
                <a:cubicBezTo>
                  <a:pt x="109" y="1"/>
                  <a:pt x="109" y="1"/>
                  <a:pt x="110" y="1"/>
                </a:cubicBezTo>
                <a:cubicBezTo>
                  <a:pt x="110" y="1"/>
                  <a:pt x="110" y="1"/>
                  <a:pt x="110" y="1"/>
                </a:cubicBezTo>
                <a:cubicBezTo>
                  <a:pt x="110" y="2"/>
                  <a:pt x="110" y="2"/>
                  <a:pt x="110" y="2"/>
                </a:cubicBezTo>
                <a:cubicBezTo>
                  <a:pt x="110" y="2"/>
                  <a:pt x="110" y="3"/>
                  <a:pt x="110" y="3"/>
                </a:cubicBezTo>
                <a:lnTo>
                  <a:pt x="110" y="4"/>
                </a:lnTo>
                <a:lnTo>
                  <a:pt x="110" y="5"/>
                </a:lnTo>
                <a:cubicBezTo>
                  <a:pt x="110" y="5"/>
                  <a:pt x="110" y="5"/>
                  <a:pt x="110" y="5"/>
                </a:cubicBezTo>
                <a:cubicBezTo>
                  <a:pt x="110" y="5"/>
                  <a:pt x="110" y="5"/>
                  <a:pt x="110" y="5"/>
                </a:cubicBezTo>
                <a:cubicBezTo>
                  <a:pt x="111" y="5"/>
                  <a:pt x="111" y="5"/>
                  <a:pt x="111" y="5"/>
                </a:cubicBezTo>
                <a:cubicBezTo>
                  <a:pt x="111" y="5"/>
                  <a:pt x="112" y="5"/>
                  <a:pt x="112" y="5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7"/>
                  <a:pt x="112" y="7"/>
                  <a:pt x="112" y="7"/>
                </a:cubicBezTo>
                <a:cubicBezTo>
                  <a:pt x="112" y="7"/>
                  <a:pt x="111" y="7"/>
                  <a:pt x="111" y="7"/>
                </a:cubicBezTo>
                <a:cubicBezTo>
                  <a:pt x="111" y="7"/>
                  <a:pt x="110" y="7"/>
                  <a:pt x="110" y="7"/>
                </a:cubicBezTo>
                <a:cubicBezTo>
                  <a:pt x="110" y="7"/>
                  <a:pt x="110" y="7"/>
                  <a:pt x="110" y="7"/>
                </a:cubicBezTo>
                <a:cubicBezTo>
                  <a:pt x="109" y="7"/>
                  <a:pt x="109" y="8"/>
                  <a:pt x="109" y="8"/>
                </a:cubicBezTo>
                <a:cubicBezTo>
                  <a:pt x="109" y="8"/>
                  <a:pt x="109" y="8"/>
                  <a:pt x="109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1" y="9"/>
                  <a:pt x="111" y="9"/>
                </a:cubicBezTo>
                <a:cubicBezTo>
                  <a:pt x="112" y="8"/>
                  <a:pt x="112" y="8"/>
                  <a:pt x="113" y="7"/>
                </a:cubicBezTo>
                <a:cubicBezTo>
                  <a:pt x="113" y="7"/>
                  <a:pt x="113" y="7"/>
                  <a:pt x="113" y="7"/>
                </a:cubicBezTo>
                <a:cubicBezTo>
                  <a:pt x="113" y="7"/>
                  <a:pt x="113" y="7"/>
                  <a:pt x="114" y="8"/>
                </a:cubicBezTo>
                <a:cubicBezTo>
                  <a:pt x="114" y="8"/>
                  <a:pt x="114" y="8"/>
                  <a:pt x="114" y="8"/>
                </a:cubicBezTo>
                <a:cubicBezTo>
                  <a:pt x="114" y="8"/>
                  <a:pt x="114" y="8"/>
                  <a:pt x="113" y="8"/>
                </a:cubicBezTo>
                <a:cubicBezTo>
                  <a:pt x="113" y="8"/>
                  <a:pt x="113" y="9"/>
                  <a:pt x="113" y="9"/>
                </a:cubicBezTo>
                <a:cubicBezTo>
                  <a:pt x="112" y="9"/>
                  <a:pt x="112" y="9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1"/>
                  <a:pt x="111" y="11"/>
                  <a:pt x="112" y="11"/>
                </a:cubicBezTo>
                <a:cubicBezTo>
                  <a:pt x="112" y="12"/>
                  <a:pt x="113" y="12"/>
                  <a:pt x="113" y="12"/>
                </a:cubicBezTo>
                <a:cubicBezTo>
                  <a:pt x="114" y="13"/>
                  <a:pt x="114" y="13"/>
                  <a:pt x="115" y="13"/>
                </a:cubicBezTo>
                <a:cubicBezTo>
                  <a:pt x="117" y="14"/>
                  <a:pt x="118" y="14"/>
                  <a:pt x="118" y="15"/>
                </a:cubicBezTo>
                <a:close/>
                <a:moveTo>
                  <a:pt x="113" y="3"/>
                </a:moveTo>
                <a:cubicBezTo>
                  <a:pt x="113" y="3"/>
                  <a:pt x="113" y="3"/>
                  <a:pt x="113" y="3"/>
                </a:cubicBezTo>
                <a:cubicBezTo>
                  <a:pt x="113" y="3"/>
                  <a:pt x="113" y="3"/>
                  <a:pt x="114" y="3"/>
                </a:cubicBezTo>
                <a:cubicBezTo>
                  <a:pt x="114" y="4"/>
                  <a:pt x="114" y="4"/>
                  <a:pt x="114" y="4"/>
                </a:cubicBezTo>
                <a:cubicBezTo>
                  <a:pt x="115" y="4"/>
                  <a:pt x="115" y="5"/>
                  <a:pt x="115" y="5"/>
                </a:cubicBezTo>
                <a:cubicBezTo>
                  <a:pt x="115" y="5"/>
                  <a:pt x="115" y="5"/>
                  <a:pt x="114" y="5"/>
                </a:cubicBezTo>
                <a:cubicBezTo>
                  <a:pt x="114" y="5"/>
                  <a:pt x="114" y="5"/>
                  <a:pt x="113" y="5"/>
                </a:cubicBezTo>
                <a:cubicBezTo>
                  <a:pt x="113" y="5"/>
                  <a:pt x="113" y="5"/>
                  <a:pt x="113" y="5"/>
                </a:cubicBezTo>
                <a:cubicBezTo>
                  <a:pt x="112" y="5"/>
                  <a:pt x="112" y="5"/>
                  <a:pt x="112" y="4"/>
                </a:cubicBezTo>
                <a:cubicBezTo>
                  <a:pt x="112" y="4"/>
                  <a:pt x="112" y="4"/>
                  <a:pt x="112" y="4"/>
                </a:cubicBezTo>
                <a:cubicBezTo>
                  <a:pt x="112" y="4"/>
                  <a:pt x="112" y="3"/>
                  <a:pt x="112" y="3"/>
                </a:cubicBezTo>
                <a:cubicBezTo>
                  <a:pt x="112" y="3"/>
                  <a:pt x="113" y="3"/>
                  <a:pt x="113" y="3"/>
                </a:cubicBezTo>
                <a:close/>
                <a:moveTo>
                  <a:pt x="105" y="9"/>
                </a:move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6" y="9"/>
                </a:cubicBezTo>
                <a:cubicBezTo>
                  <a:pt x="106" y="10"/>
                  <a:pt x="107" y="10"/>
                  <a:pt x="107" y="10"/>
                </a:cubicBezTo>
                <a:cubicBezTo>
                  <a:pt x="107" y="11"/>
                  <a:pt x="106" y="11"/>
                  <a:pt x="106" y="11"/>
                </a:cubicBezTo>
                <a:cubicBezTo>
                  <a:pt x="105" y="11"/>
                  <a:pt x="105" y="11"/>
                  <a:pt x="105" y="11"/>
                </a:cubicBezTo>
                <a:cubicBezTo>
                  <a:pt x="105" y="11"/>
                  <a:pt x="104" y="11"/>
                  <a:pt x="104" y="10"/>
                </a:cubicBezTo>
                <a:cubicBezTo>
                  <a:pt x="104" y="10"/>
                  <a:pt x="104" y="10"/>
                  <a:pt x="104" y="10"/>
                </a:cubicBezTo>
                <a:cubicBezTo>
                  <a:pt x="104" y="9"/>
                  <a:pt x="104" y="9"/>
                  <a:pt x="104" y="9"/>
                </a:cubicBezTo>
                <a:cubicBezTo>
                  <a:pt x="104" y="9"/>
                  <a:pt x="105" y="9"/>
                  <a:pt x="105" y="9"/>
                </a:cubicBezTo>
                <a:close/>
                <a:moveTo>
                  <a:pt x="108" y="11"/>
                </a:moveTo>
                <a:cubicBezTo>
                  <a:pt x="108" y="11"/>
                  <a:pt x="107" y="11"/>
                  <a:pt x="107" y="11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6" y="12"/>
                  <a:pt x="106" y="12"/>
                  <a:pt x="106" y="13"/>
                </a:cubicBezTo>
                <a:cubicBezTo>
                  <a:pt x="106" y="13"/>
                  <a:pt x="105" y="14"/>
                  <a:pt x="104" y="14"/>
                </a:cubicBezTo>
                <a:cubicBezTo>
                  <a:pt x="104" y="14"/>
                  <a:pt x="104" y="14"/>
                  <a:pt x="104" y="15"/>
                </a:cubicBezTo>
                <a:cubicBezTo>
                  <a:pt x="104" y="15"/>
                  <a:pt x="104" y="15"/>
                  <a:pt x="104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2" y="14"/>
                  <a:pt x="102" y="14"/>
                  <a:pt x="102" y="14"/>
                </a:cubicBezTo>
                <a:cubicBezTo>
                  <a:pt x="102" y="14"/>
                  <a:pt x="102" y="14"/>
                  <a:pt x="103" y="14"/>
                </a:cubicBezTo>
                <a:cubicBezTo>
                  <a:pt x="103" y="13"/>
                  <a:pt x="104" y="13"/>
                  <a:pt x="104" y="13"/>
                </a:cubicBezTo>
                <a:cubicBezTo>
                  <a:pt x="105" y="12"/>
                  <a:pt x="106" y="11"/>
                  <a:pt x="107" y="11"/>
                </a:cubicBezTo>
                <a:cubicBezTo>
                  <a:pt x="107" y="11"/>
                  <a:pt x="107" y="11"/>
                  <a:pt x="107" y="11"/>
                </a:cubicBezTo>
                <a:cubicBezTo>
                  <a:pt x="107" y="11"/>
                  <a:pt x="108" y="11"/>
                  <a:pt x="108" y="11"/>
                </a:cubicBezTo>
                <a:close/>
                <a:moveTo>
                  <a:pt x="127" y="13"/>
                </a:moveTo>
                <a:cubicBezTo>
                  <a:pt x="127" y="13"/>
                  <a:pt x="127" y="13"/>
                  <a:pt x="127" y="14"/>
                </a:cubicBezTo>
                <a:cubicBezTo>
                  <a:pt x="127" y="14"/>
                  <a:pt x="127" y="14"/>
                  <a:pt x="128" y="14"/>
                </a:cubicBezTo>
                <a:cubicBezTo>
                  <a:pt x="128" y="14"/>
                  <a:pt x="129" y="15"/>
                  <a:pt x="129" y="15"/>
                </a:cubicBezTo>
                <a:cubicBezTo>
                  <a:pt x="130" y="15"/>
                  <a:pt x="130" y="15"/>
                  <a:pt x="131" y="15"/>
                </a:cubicBezTo>
                <a:cubicBezTo>
                  <a:pt x="131" y="16"/>
                  <a:pt x="132" y="16"/>
                  <a:pt x="134" y="16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4" y="18"/>
                  <a:pt x="134" y="18"/>
                  <a:pt x="133" y="18"/>
                </a:cubicBezTo>
                <a:cubicBezTo>
                  <a:pt x="133" y="18"/>
                  <a:pt x="132" y="18"/>
                  <a:pt x="131" y="18"/>
                </a:cubicBezTo>
                <a:cubicBezTo>
                  <a:pt x="131" y="18"/>
                  <a:pt x="130" y="17"/>
                  <a:pt x="130" y="17"/>
                </a:cubicBezTo>
                <a:cubicBezTo>
                  <a:pt x="130" y="17"/>
                  <a:pt x="129" y="17"/>
                  <a:pt x="129" y="17"/>
                </a:cubicBezTo>
                <a:cubicBezTo>
                  <a:pt x="129" y="17"/>
                  <a:pt x="129" y="17"/>
                  <a:pt x="129" y="17"/>
                </a:cubicBezTo>
                <a:cubicBezTo>
                  <a:pt x="129" y="16"/>
                  <a:pt x="129" y="16"/>
                  <a:pt x="129" y="16"/>
                </a:cubicBezTo>
                <a:cubicBezTo>
                  <a:pt x="128" y="15"/>
                  <a:pt x="128" y="15"/>
                  <a:pt x="127" y="15"/>
                </a:cubicBezTo>
                <a:cubicBezTo>
                  <a:pt x="126" y="15"/>
                  <a:pt x="126" y="14"/>
                  <a:pt x="126" y="14"/>
                </a:cubicBezTo>
                <a:cubicBezTo>
                  <a:pt x="125" y="14"/>
                  <a:pt x="125" y="14"/>
                  <a:pt x="124" y="14"/>
                </a:cubicBezTo>
                <a:cubicBezTo>
                  <a:pt x="124" y="13"/>
                  <a:pt x="123" y="13"/>
                  <a:pt x="123" y="13"/>
                </a:cubicBezTo>
                <a:cubicBezTo>
                  <a:pt x="123" y="13"/>
                  <a:pt x="123" y="13"/>
                  <a:pt x="123" y="14"/>
                </a:cubicBezTo>
                <a:cubicBezTo>
                  <a:pt x="123" y="14"/>
                  <a:pt x="122" y="14"/>
                  <a:pt x="122" y="14"/>
                </a:cubicBezTo>
                <a:cubicBezTo>
                  <a:pt x="122" y="14"/>
                  <a:pt x="122" y="15"/>
                  <a:pt x="122" y="15"/>
                </a:cubicBezTo>
                <a:cubicBezTo>
                  <a:pt x="122" y="15"/>
                  <a:pt x="122" y="15"/>
                  <a:pt x="122" y="15"/>
                </a:cubicBezTo>
                <a:cubicBezTo>
                  <a:pt x="121" y="15"/>
                  <a:pt x="121" y="15"/>
                  <a:pt x="120" y="15"/>
                </a:cubicBezTo>
                <a:cubicBezTo>
                  <a:pt x="120" y="16"/>
                  <a:pt x="119" y="16"/>
                  <a:pt x="119" y="16"/>
                </a:cubicBezTo>
                <a:cubicBezTo>
                  <a:pt x="119" y="16"/>
                  <a:pt x="119" y="16"/>
                  <a:pt x="118" y="16"/>
                </a:cubicBezTo>
                <a:cubicBezTo>
                  <a:pt x="118" y="15"/>
                  <a:pt x="118" y="15"/>
                  <a:pt x="118" y="15"/>
                </a:cubicBezTo>
                <a:cubicBezTo>
                  <a:pt x="118" y="15"/>
                  <a:pt x="119" y="15"/>
                  <a:pt x="119" y="15"/>
                </a:cubicBezTo>
                <a:cubicBezTo>
                  <a:pt x="120" y="15"/>
                  <a:pt x="120" y="15"/>
                  <a:pt x="121" y="14"/>
                </a:cubicBezTo>
                <a:cubicBezTo>
                  <a:pt x="121" y="14"/>
                  <a:pt x="122" y="13"/>
                  <a:pt x="122" y="12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0"/>
                  <a:pt x="123" y="10"/>
                  <a:pt x="123" y="10"/>
                </a:cubicBezTo>
                <a:cubicBezTo>
                  <a:pt x="122" y="10"/>
                  <a:pt x="122" y="11"/>
                  <a:pt x="122" y="11"/>
                </a:cubicBezTo>
                <a:cubicBezTo>
                  <a:pt x="122" y="11"/>
                  <a:pt x="121" y="11"/>
                  <a:pt x="121" y="11"/>
                </a:cubicBezTo>
                <a:cubicBezTo>
                  <a:pt x="120" y="11"/>
                  <a:pt x="120" y="11"/>
                  <a:pt x="120" y="11"/>
                </a:cubicBezTo>
                <a:cubicBezTo>
                  <a:pt x="120" y="11"/>
                  <a:pt x="119" y="11"/>
                  <a:pt x="119" y="11"/>
                </a:cubicBezTo>
                <a:cubicBezTo>
                  <a:pt x="119" y="11"/>
                  <a:pt x="119" y="11"/>
                  <a:pt x="119" y="11"/>
                </a:cubicBezTo>
                <a:cubicBezTo>
                  <a:pt x="119" y="11"/>
                  <a:pt x="119" y="11"/>
                  <a:pt x="119" y="10"/>
                </a:cubicBezTo>
                <a:cubicBezTo>
                  <a:pt x="119" y="10"/>
                  <a:pt x="119" y="10"/>
                  <a:pt x="119" y="10"/>
                </a:cubicBezTo>
                <a:cubicBezTo>
                  <a:pt x="120" y="10"/>
                  <a:pt x="121" y="10"/>
                  <a:pt x="123" y="9"/>
                </a:cubicBezTo>
                <a:cubicBezTo>
                  <a:pt x="124" y="9"/>
                  <a:pt x="126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6" y="7"/>
                  <a:pt x="126" y="7"/>
                  <a:pt x="126" y="7"/>
                </a:cubicBezTo>
                <a:cubicBezTo>
                  <a:pt x="126" y="7"/>
                  <a:pt x="126" y="7"/>
                  <a:pt x="125" y="7"/>
                </a:cubicBezTo>
                <a:cubicBezTo>
                  <a:pt x="125" y="8"/>
                  <a:pt x="125" y="8"/>
                  <a:pt x="125" y="8"/>
                </a:cubicBezTo>
                <a:cubicBezTo>
                  <a:pt x="125" y="8"/>
                  <a:pt x="124" y="8"/>
                  <a:pt x="124" y="8"/>
                </a:cubicBezTo>
                <a:cubicBezTo>
                  <a:pt x="124" y="8"/>
                  <a:pt x="124" y="8"/>
                  <a:pt x="123" y="7"/>
                </a:cubicBezTo>
                <a:cubicBezTo>
                  <a:pt x="123" y="7"/>
                  <a:pt x="123" y="7"/>
                  <a:pt x="123" y="6"/>
                </a:cubicBezTo>
                <a:cubicBezTo>
                  <a:pt x="123" y="5"/>
                  <a:pt x="123" y="4"/>
                  <a:pt x="123" y="3"/>
                </a:cubicBezTo>
                <a:cubicBezTo>
                  <a:pt x="123" y="3"/>
                  <a:pt x="123" y="2"/>
                  <a:pt x="124" y="2"/>
                </a:cubicBezTo>
                <a:cubicBezTo>
                  <a:pt x="124" y="2"/>
                  <a:pt x="124" y="2"/>
                  <a:pt x="125" y="2"/>
                </a:cubicBezTo>
                <a:cubicBezTo>
                  <a:pt x="126" y="2"/>
                  <a:pt x="127" y="2"/>
                  <a:pt x="128" y="2"/>
                </a:cubicBezTo>
                <a:cubicBezTo>
                  <a:pt x="128" y="2"/>
                  <a:pt x="129" y="2"/>
                  <a:pt x="129" y="2"/>
                </a:cubicBezTo>
                <a:cubicBezTo>
                  <a:pt x="129" y="2"/>
                  <a:pt x="130" y="2"/>
                  <a:pt x="130" y="2"/>
                </a:cubicBezTo>
                <a:cubicBezTo>
                  <a:pt x="130" y="2"/>
                  <a:pt x="130" y="2"/>
                  <a:pt x="129" y="3"/>
                </a:cubicBezTo>
                <a:cubicBezTo>
                  <a:pt x="129" y="3"/>
                  <a:pt x="129" y="3"/>
                  <a:pt x="129" y="3"/>
                </a:cubicBezTo>
                <a:cubicBezTo>
                  <a:pt x="129" y="4"/>
                  <a:pt x="129" y="4"/>
                  <a:pt x="129" y="4"/>
                </a:cubicBezTo>
                <a:lnTo>
                  <a:pt x="129" y="6"/>
                </a:lnTo>
                <a:cubicBezTo>
                  <a:pt x="129" y="7"/>
                  <a:pt x="129" y="7"/>
                  <a:pt x="129" y="7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30" y="8"/>
                  <a:pt x="130" y="8"/>
                </a:cubicBezTo>
                <a:cubicBezTo>
                  <a:pt x="130" y="8"/>
                  <a:pt x="130" y="8"/>
                  <a:pt x="131" y="8"/>
                </a:cubicBezTo>
                <a:cubicBezTo>
                  <a:pt x="131" y="8"/>
                  <a:pt x="131" y="8"/>
                  <a:pt x="131" y="8"/>
                </a:cubicBezTo>
                <a:cubicBezTo>
                  <a:pt x="131" y="8"/>
                  <a:pt x="131" y="8"/>
                  <a:pt x="131" y="9"/>
                </a:cubicBezTo>
                <a:cubicBezTo>
                  <a:pt x="131" y="9"/>
                  <a:pt x="131" y="9"/>
                  <a:pt x="131" y="9"/>
                </a:cubicBezTo>
                <a:cubicBezTo>
                  <a:pt x="131" y="9"/>
                  <a:pt x="131" y="10"/>
                  <a:pt x="131" y="10"/>
                </a:cubicBezTo>
                <a:cubicBezTo>
                  <a:pt x="130" y="10"/>
                  <a:pt x="130" y="10"/>
                  <a:pt x="129" y="10"/>
                </a:cubicBezTo>
                <a:cubicBezTo>
                  <a:pt x="128" y="10"/>
                  <a:pt x="128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1"/>
                  <a:pt x="127" y="11"/>
                </a:cubicBezTo>
                <a:cubicBezTo>
                  <a:pt x="127" y="11"/>
                  <a:pt x="127" y="11"/>
                  <a:pt x="128" y="11"/>
                </a:cubicBezTo>
                <a:cubicBezTo>
                  <a:pt x="128" y="11"/>
                  <a:pt x="128" y="11"/>
                  <a:pt x="128" y="11"/>
                </a:cubicBezTo>
                <a:cubicBezTo>
                  <a:pt x="128" y="10"/>
                  <a:pt x="129" y="10"/>
                  <a:pt x="129" y="10"/>
                </a:cubicBezTo>
                <a:cubicBezTo>
                  <a:pt x="129" y="10"/>
                  <a:pt x="129" y="11"/>
                  <a:pt x="129" y="11"/>
                </a:cubicBezTo>
                <a:cubicBezTo>
                  <a:pt x="129" y="11"/>
                  <a:pt x="129" y="11"/>
                  <a:pt x="129" y="11"/>
                </a:cubicBezTo>
                <a:cubicBezTo>
                  <a:pt x="129" y="11"/>
                  <a:pt x="129" y="12"/>
                  <a:pt x="129" y="12"/>
                </a:cubicBezTo>
                <a:cubicBezTo>
                  <a:pt x="129" y="12"/>
                  <a:pt x="129" y="12"/>
                  <a:pt x="128" y="12"/>
                </a:cubicBezTo>
                <a:cubicBezTo>
                  <a:pt x="128" y="12"/>
                  <a:pt x="128" y="12"/>
                  <a:pt x="127" y="12"/>
                </a:cubicBezTo>
                <a:cubicBezTo>
                  <a:pt x="127" y="12"/>
                  <a:pt x="127" y="12"/>
                  <a:pt x="127" y="12"/>
                </a:cubicBezTo>
                <a:cubicBezTo>
                  <a:pt x="127" y="12"/>
                  <a:pt x="127" y="13"/>
                  <a:pt x="127" y="13"/>
                </a:cubicBezTo>
                <a:cubicBezTo>
                  <a:pt x="127" y="13"/>
                  <a:pt x="127" y="13"/>
                  <a:pt x="127" y="13"/>
                </a:cubicBezTo>
                <a:close/>
                <a:moveTo>
                  <a:pt x="148" y="11"/>
                </a:moveTo>
                <a:cubicBezTo>
                  <a:pt x="148" y="12"/>
                  <a:pt x="148" y="13"/>
                  <a:pt x="148" y="14"/>
                </a:cubicBezTo>
                <a:cubicBezTo>
                  <a:pt x="148" y="15"/>
                  <a:pt x="148" y="15"/>
                  <a:pt x="148" y="16"/>
                </a:cubicBezTo>
                <a:cubicBezTo>
                  <a:pt x="148" y="16"/>
                  <a:pt x="148" y="16"/>
                  <a:pt x="148" y="17"/>
                </a:cubicBezTo>
                <a:cubicBezTo>
                  <a:pt x="148" y="17"/>
                  <a:pt x="148" y="17"/>
                  <a:pt x="148" y="17"/>
                </a:cubicBezTo>
                <a:cubicBezTo>
                  <a:pt x="148" y="18"/>
                  <a:pt x="148" y="18"/>
                  <a:pt x="148" y="18"/>
                </a:cubicBezTo>
                <a:cubicBezTo>
                  <a:pt x="148" y="18"/>
                  <a:pt x="147" y="18"/>
                  <a:pt x="146" y="17"/>
                </a:cubicBezTo>
                <a:cubicBezTo>
                  <a:pt x="145" y="17"/>
                  <a:pt x="144" y="16"/>
                  <a:pt x="144" y="16"/>
                </a:cubicBezTo>
                <a:cubicBezTo>
                  <a:pt x="143" y="16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4" y="16"/>
                  <a:pt x="145" y="16"/>
                  <a:pt x="146" y="16"/>
                </a:cubicBezTo>
                <a:cubicBezTo>
                  <a:pt x="146" y="16"/>
                  <a:pt x="147" y="16"/>
                  <a:pt x="147" y="16"/>
                </a:cubicBezTo>
                <a:cubicBezTo>
                  <a:pt x="147" y="16"/>
                  <a:pt x="147" y="15"/>
                  <a:pt x="147" y="15"/>
                </a:cubicBezTo>
                <a:cubicBezTo>
                  <a:pt x="147" y="14"/>
                  <a:pt x="147" y="14"/>
                  <a:pt x="147" y="12"/>
                </a:cubicBezTo>
                <a:cubicBezTo>
                  <a:pt x="147" y="11"/>
                  <a:pt x="146" y="9"/>
                  <a:pt x="146" y="8"/>
                </a:cubicBezTo>
                <a:lnTo>
                  <a:pt x="146" y="5"/>
                </a:lnTo>
                <a:lnTo>
                  <a:pt x="146" y="3"/>
                </a:lnTo>
                <a:cubicBezTo>
                  <a:pt x="146" y="3"/>
                  <a:pt x="147" y="3"/>
                  <a:pt x="147" y="3"/>
                </a:cubicBezTo>
                <a:cubicBezTo>
                  <a:pt x="147" y="3"/>
                  <a:pt x="147" y="3"/>
                  <a:pt x="148" y="3"/>
                </a:cubicBezTo>
                <a:cubicBezTo>
                  <a:pt x="148" y="3"/>
                  <a:pt x="148" y="3"/>
                  <a:pt x="148" y="3"/>
                </a:cubicBezTo>
                <a:cubicBezTo>
                  <a:pt x="148" y="4"/>
                  <a:pt x="148" y="4"/>
                  <a:pt x="148" y="4"/>
                </a:cubicBezTo>
                <a:cubicBezTo>
                  <a:pt x="148" y="4"/>
                  <a:pt x="148" y="5"/>
                  <a:pt x="148" y="6"/>
                </a:cubicBezTo>
                <a:cubicBezTo>
                  <a:pt x="148" y="6"/>
                  <a:pt x="148" y="6"/>
                  <a:pt x="148" y="7"/>
                </a:cubicBezTo>
                <a:cubicBezTo>
                  <a:pt x="148" y="9"/>
                  <a:pt x="148" y="9"/>
                  <a:pt x="148" y="10"/>
                </a:cubicBezTo>
                <a:lnTo>
                  <a:pt x="148" y="11"/>
                </a:lnTo>
                <a:close/>
                <a:moveTo>
                  <a:pt x="143" y="7"/>
                </a:moveTo>
                <a:cubicBezTo>
                  <a:pt x="143" y="7"/>
                  <a:pt x="143" y="7"/>
                  <a:pt x="142" y="7"/>
                </a:cubicBezTo>
                <a:cubicBezTo>
                  <a:pt x="142" y="7"/>
                  <a:pt x="142" y="7"/>
                  <a:pt x="141" y="7"/>
                </a:cubicBezTo>
                <a:cubicBezTo>
                  <a:pt x="141" y="7"/>
                  <a:pt x="141" y="7"/>
                  <a:pt x="141" y="7"/>
                </a:cubicBezTo>
                <a:cubicBezTo>
                  <a:pt x="141" y="7"/>
                  <a:pt x="141" y="7"/>
                  <a:pt x="140" y="7"/>
                </a:cubicBezTo>
                <a:cubicBezTo>
                  <a:pt x="140" y="7"/>
                  <a:pt x="140" y="6"/>
                  <a:pt x="140" y="6"/>
                </a:cubicBezTo>
                <a:cubicBezTo>
                  <a:pt x="140" y="6"/>
                  <a:pt x="140" y="7"/>
                  <a:pt x="140" y="7"/>
                </a:cubicBezTo>
                <a:cubicBezTo>
                  <a:pt x="139" y="7"/>
                  <a:pt x="139" y="7"/>
                  <a:pt x="139" y="7"/>
                </a:cubicBezTo>
                <a:cubicBezTo>
                  <a:pt x="138" y="8"/>
                  <a:pt x="138" y="8"/>
                  <a:pt x="138" y="9"/>
                </a:cubicBezTo>
                <a:cubicBezTo>
                  <a:pt x="138" y="9"/>
                  <a:pt x="137" y="9"/>
                  <a:pt x="137" y="10"/>
                </a:cubicBezTo>
                <a:cubicBezTo>
                  <a:pt x="137" y="10"/>
                  <a:pt x="138" y="10"/>
                  <a:pt x="138" y="10"/>
                </a:cubicBezTo>
                <a:cubicBezTo>
                  <a:pt x="138" y="10"/>
                  <a:pt x="138" y="10"/>
                  <a:pt x="138" y="10"/>
                </a:cubicBezTo>
                <a:cubicBezTo>
                  <a:pt x="139" y="9"/>
                  <a:pt x="140" y="9"/>
                  <a:pt x="141" y="9"/>
                </a:cubicBezTo>
                <a:cubicBezTo>
                  <a:pt x="141" y="9"/>
                  <a:pt x="141" y="9"/>
                  <a:pt x="141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10"/>
                  <a:pt x="142" y="10"/>
                  <a:pt x="142" y="10"/>
                </a:cubicBezTo>
                <a:cubicBezTo>
                  <a:pt x="142" y="11"/>
                  <a:pt x="141" y="11"/>
                  <a:pt x="141" y="12"/>
                </a:cubicBezTo>
                <a:cubicBezTo>
                  <a:pt x="141" y="12"/>
                  <a:pt x="141" y="13"/>
                  <a:pt x="141" y="13"/>
                </a:cubicBezTo>
                <a:cubicBezTo>
                  <a:pt x="141" y="13"/>
                  <a:pt x="140" y="13"/>
                  <a:pt x="140" y="13"/>
                </a:cubicBezTo>
                <a:cubicBezTo>
                  <a:pt x="140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4"/>
                </a:cubicBezTo>
                <a:cubicBezTo>
                  <a:pt x="138" y="14"/>
                  <a:pt x="138" y="14"/>
                  <a:pt x="138" y="15"/>
                </a:cubicBezTo>
                <a:cubicBezTo>
                  <a:pt x="138" y="15"/>
                  <a:pt x="138" y="15"/>
                  <a:pt x="139" y="15"/>
                </a:cubicBezTo>
                <a:cubicBezTo>
                  <a:pt x="139" y="15"/>
                  <a:pt x="139" y="15"/>
                  <a:pt x="139" y="15"/>
                </a:cubicBezTo>
                <a:cubicBezTo>
                  <a:pt x="139" y="15"/>
                  <a:pt x="140" y="15"/>
                  <a:pt x="140" y="15"/>
                </a:cubicBezTo>
                <a:cubicBezTo>
                  <a:pt x="140" y="15"/>
                  <a:pt x="140" y="15"/>
                  <a:pt x="141" y="15"/>
                </a:cubicBezTo>
                <a:cubicBezTo>
                  <a:pt x="141" y="15"/>
                  <a:pt x="141" y="14"/>
                  <a:pt x="141" y="14"/>
                </a:cubicBezTo>
                <a:cubicBezTo>
                  <a:pt x="141" y="14"/>
                  <a:pt x="141" y="13"/>
                  <a:pt x="141" y="13"/>
                </a:cubicBezTo>
                <a:cubicBezTo>
                  <a:pt x="141" y="13"/>
                  <a:pt x="141" y="14"/>
                  <a:pt x="142" y="14"/>
                </a:cubicBezTo>
                <a:cubicBezTo>
                  <a:pt x="142" y="15"/>
                  <a:pt x="142" y="15"/>
                  <a:pt x="142" y="16"/>
                </a:cubicBezTo>
                <a:cubicBezTo>
                  <a:pt x="142" y="16"/>
                  <a:pt x="142" y="16"/>
                  <a:pt x="141" y="16"/>
                </a:cubicBezTo>
                <a:cubicBezTo>
                  <a:pt x="141" y="16"/>
                  <a:pt x="141" y="16"/>
                  <a:pt x="141" y="16"/>
                </a:cubicBezTo>
                <a:cubicBezTo>
                  <a:pt x="140" y="16"/>
                  <a:pt x="140" y="16"/>
                  <a:pt x="139" y="16"/>
                </a:cubicBezTo>
                <a:cubicBezTo>
                  <a:pt x="139" y="16"/>
                  <a:pt x="138" y="16"/>
                  <a:pt x="138" y="16"/>
                </a:cubicBezTo>
                <a:cubicBezTo>
                  <a:pt x="138" y="16"/>
                  <a:pt x="137" y="15"/>
                  <a:pt x="137" y="14"/>
                </a:cubicBezTo>
                <a:cubicBezTo>
                  <a:pt x="137" y="14"/>
                  <a:pt x="138" y="13"/>
                  <a:pt x="138" y="13"/>
                </a:cubicBezTo>
                <a:cubicBezTo>
                  <a:pt x="138" y="12"/>
                  <a:pt x="138" y="12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9" y="11"/>
                  <a:pt x="139" y="11"/>
                </a:cubicBezTo>
                <a:cubicBezTo>
                  <a:pt x="139" y="11"/>
                  <a:pt x="139" y="11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40" y="12"/>
                  <a:pt x="140" y="12"/>
                  <a:pt x="140" y="11"/>
                </a:cubicBezTo>
                <a:cubicBezTo>
                  <a:pt x="140" y="11"/>
                  <a:pt x="140" y="11"/>
                  <a:pt x="140" y="10"/>
                </a:cubicBezTo>
                <a:cubicBezTo>
                  <a:pt x="140" y="10"/>
                  <a:pt x="140" y="10"/>
                  <a:pt x="140" y="10"/>
                </a:cubicBezTo>
                <a:cubicBezTo>
                  <a:pt x="139" y="10"/>
                  <a:pt x="139" y="10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8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6" y="12"/>
                </a:cubicBezTo>
                <a:cubicBezTo>
                  <a:pt x="135" y="12"/>
                  <a:pt x="135" y="12"/>
                  <a:pt x="135" y="12"/>
                </a:cubicBezTo>
                <a:cubicBezTo>
                  <a:pt x="134" y="12"/>
                  <a:pt x="134" y="12"/>
                  <a:pt x="134" y="12"/>
                </a:cubicBezTo>
                <a:cubicBezTo>
                  <a:pt x="134" y="12"/>
                  <a:pt x="133" y="12"/>
                  <a:pt x="133" y="12"/>
                </a:cubicBezTo>
                <a:cubicBezTo>
                  <a:pt x="133" y="12"/>
                  <a:pt x="134" y="12"/>
                  <a:pt x="134" y="12"/>
                </a:cubicBezTo>
                <a:cubicBezTo>
                  <a:pt x="134" y="11"/>
                  <a:pt x="135" y="11"/>
                  <a:pt x="135" y="10"/>
                </a:cubicBezTo>
                <a:cubicBezTo>
                  <a:pt x="136" y="10"/>
                  <a:pt x="136" y="9"/>
                  <a:pt x="137" y="8"/>
                </a:cubicBezTo>
                <a:cubicBezTo>
                  <a:pt x="137" y="8"/>
                  <a:pt x="138" y="7"/>
                  <a:pt x="138" y="7"/>
                </a:cubicBezTo>
                <a:cubicBezTo>
                  <a:pt x="138" y="7"/>
                  <a:pt x="138" y="6"/>
                  <a:pt x="139" y="6"/>
                </a:cubicBezTo>
                <a:cubicBezTo>
                  <a:pt x="139" y="5"/>
                  <a:pt x="140" y="4"/>
                  <a:pt x="140" y="4"/>
                </a:cubicBezTo>
                <a:cubicBezTo>
                  <a:pt x="140" y="4"/>
                  <a:pt x="140" y="4"/>
                  <a:pt x="140" y="4"/>
                </a:cubicBezTo>
                <a:cubicBezTo>
                  <a:pt x="140" y="4"/>
                  <a:pt x="141" y="3"/>
                  <a:pt x="141" y="3"/>
                </a:cubicBezTo>
                <a:cubicBezTo>
                  <a:pt x="141" y="3"/>
                  <a:pt x="141" y="4"/>
                  <a:pt x="141" y="4"/>
                </a:cubicBezTo>
                <a:cubicBezTo>
                  <a:pt x="141" y="4"/>
                  <a:pt x="141" y="4"/>
                  <a:pt x="141" y="4"/>
                </a:cubicBezTo>
                <a:cubicBezTo>
                  <a:pt x="141" y="5"/>
                  <a:pt x="141" y="5"/>
                  <a:pt x="141" y="5"/>
                </a:cubicBezTo>
                <a:cubicBezTo>
                  <a:pt x="141" y="5"/>
                  <a:pt x="141" y="5"/>
                  <a:pt x="141" y="6"/>
                </a:cubicBezTo>
                <a:cubicBezTo>
                  <a:pt x="141" y="6"/>
                  <a:pt x="141" y="6"/>
                  <a:pt x="141" y="6"/>
                </a:cubicBezTo>
                <a:cubicBezTo>
                  <a:pt x="141" y="6"/>
                  <a:pt x="141" y="6"/>
                  <a:pt x="142" y="6"/>
                </a:cubicBezTo>
                <a:cubicBezTo>
                  <a:pt x="142" y="6"/>
                  <a:pt x="143" y="6"/>
                  <a:pt x="143" y="7"/>
                </a:cubicBezTo>
                <a:close/>
                <a:moveTo>
                  <a:pt x="145" y="8"/>
                </a:move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9"/>
                  <a:pt x="145" y="9"/>
                </a:cubicBezTo>
                <a:cubicBezTo>
                  <a:pt x="145" y="9"/>
                  <a:pt x="145" y="10"/>
                  <a:pt x="145" y="10"/>
                </a:cubicBezTo>
                <a:cubicBezTo>
                  <a:pt x="145" y="11"/>
                  <a:pt x="145" y="11"/>
                  <a:pt x="144" y="11"/>
                </a:cubicBezTo>
                <a:cubicBezTo>
                  <a:pt x="144" y="11"/>
                  <a:pt x="144" y="11"/>
                  <a:pt x="144" y="11"/>
                </a:cubicBezTo>
                <a:cubicBezTo>
                  <a:pt x="144" y="11"/>
                  <a:pt x="143" y="11"/>
                  <a:pt x="143" y="10"/>
                </a:cubicBezTo>
                <a:cubicBezTo>
                  <a:pt x="143" y="9"/>
                  <a:pt x="143" y="9"/>
                  <a:pt x="143" y="9"/>
                </a:cubicBezTo>
                <a:lnTo>
                  <a:pt x="143" y="8"/>
                </a:lnTo>
                <a:cubicBezTo>
                  <a:pt x="143" y="8"/>
                  <a:pt x="143" y="8"/>
                  <a:pt x="144" y="8"/>
                </a:cubicBezTo>
                <a:cubicBezTo>
                  <a:pt x="144" y="8"/>
                  <a:pt x="144" y="8"/>
                  <a:pt x="144" y="8"/>
                </a:cubicBez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8"/>
                  <a:pt x="145" y="8"/>
                </a:cubicBezTo>
                <a:close/>
                <a:moveTo>
                  <a:pt x="157" y="2"/>
                </a:moveTo>
                <a:cubicBezTo>
                  <a:pt x="157" y="2"/>
                  <a:pt x="158" y="2"/>
                  <a:pt x="158" y="2"/>
                </a:cubicBezTo>
                <a:cubicBezTo>
                  <a:pt x="158" y="2"/>
                  <a:pt x="158" y="2"/>
                  <a:pt x="158" y="3"/>
                </a:cubicBezTo>
                <a:cubicBezTo>
                  <a:pt x="158" y="3"/>
                  <a:pt x="158" y="3"/>
                  <a:pt x="158" y="3"/>
                </a:cubicBezTo>
                <a:cubicBezTo>
                  <a:pt x="158" y="3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7" y="4"/>
                  <a:pt x="157" y="4"/>
                </a:cubicBezTo>
                <a:cubicBezTo>
                  <a:pt x="157" y="4"/>
                  <a:pt x="156" y="4"/>
                  <a:pt x="156" y="3"/>
                </a:cubicBezTo>
                <a:cubicBezTo>
                  <a:pt x="156" y="3"/>
                  <a:pt x="157" y="3"/>
                  <a:pt x="157" y="2"/>
                </a:cubicBezTo>
                <a:cubicBezTo>
                  <a:pt x="157" y="2"/>
                  <a:pt x="157" y="2"/>
                  <a:pt x="157" y="2"/>
                </a:cubicBezTo>
                <a:close/>
                <a:moveTo>
                  <a:pt x="159" y="5"/>
                </a:moveTo>
                <a:cubicBezTo>
                  <a:pt x="159" y="5"/>
                  <a:pt x="159" y="6"/>
                  <a:pt x="159" y="6"/>
                </a:cubicBezTo>
                <a:cubicBezTo>
                  <a:pt x="159" y="6"/>
                  <a:pt x="159" y="6"/>
                  <a:pt x="159" y="6"/>
                </a:cubicBezTo>
                <a:cubicBezTo>
                  <a:pt x="159" y="6"/>
                  <a:pt x="158" y="6"/>
                  <a:pt x="158" y="6"/>
                </a:cubicBezTo>
                <a:cubicBezTo>
                  <a:pt x="158" y="6"/>
                  <a:pt x="158" y="6"/>
                  <a:pt x="159" y="6"/>
                </a:cubicBezTo>
                <a:cubicBezTo>
                  <a:pt x="159" y="6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8"/>
                  <a:pt x="159" y="8"/>
                  <a:pt x="158" y="8"/>
                </a:cubicBezTo>
                <a:cubicBezTo>
                  <a:pt x="158" y="8"/>
                  <a:pt x="158" y="8"/>
                  <a:pt x="158" y="8"/>
                </a:cubicBezTo>
                <a:cubicBezTo>
                  <a:pt x="158" y="8"/>
                  <a:pt x="158" y="8"/>
                  <a:pt x="159" y="8"/>
                </a:cubicBezTo>
                <a:cubicBezTo>
                  <a:pt x="159" y="8"/>
                  <a:pt x="159" y="8"/>
                  <a:pt x="159" y="8"/>
                </a:cubicBezTo>
                <a:cubicBezTo>
                  <a:pt x="159" y="8"/>
                  <a:pt x="159" y="8"/>
                  <a:pt x="159" y="9"/>
                </a:cubicBezTo>
                <a:cubicBezTo>
                  <a:pt x="159" y="9"/>
                  <a:pt x="159" y="9"/>
                  <a:pt x="159" y="9"/>
                </a:cubicBezTo>
                <a:cubicBezTo>
                  <a:pt x="159" y="9"/>
                  <a:pt x="158" y="9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9" y="10"/>
                  <a:pt x="159" y="10"/>
                </a:cubicBezTo>
                <a:cubicBezTo>
                  <a:pt x="159" y="10"/>
                  <a:pt x="159" y="10"/>
                  <a:pt x="159" y="10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8" y="11"/>
                </a:cubicBezTo>
                <a:cubicBezTo>
                  <a:pt x="158" y="11"/>
                  <a:pt x="157" y="12"/>
                  <a:pt x="157" y="12"/>
                </a:cubicBezTo>
                <a:cubicBezTo>
                  <a:pt x="157" y="12"/>
                  <a:pt x="157" y="12"/>
                  <a:pt x="157" y="12"/>
                </a:cubicBezTo>
                <a:cubicBezTo>
                  <a:pt x="157" y="12"/>
                  <a:pt x="157" y="12"/>
                  <a:pt x="158" y="12"/>
                </a:cubicBezTo>
                <a:cubicBezTo>
                  <a:pt x="158" y="12"/>
                  <a:pt x="159" y="13"/>
                  <a:pt x="159" y="13"/>
                </a:cubicBezTo>
                <a:cubicBezTo>
                  <a:pt x="159" y="13"/>
                  <a:pt x="159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7" y="13"/>
                  <a:pt x="157" y="13"/>
                </a:cubicBezTo>
                <a:cubicBezTo>
                  <a:pt x="157" y="13"/>
                  <a:pt x="157" y="13"/>
                  <a:pt x="157" y="13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57" y="14"/>
                  <a:pt x="157" y="15"/>
                  <a:pt x="157" y="15"/>
                </a:cubicBezTo>
                <a:cubicBezTo>
                  <a:pt x="157" y="16"/>
                  <a:pt x="157" y="16"/>
                  <a:pt x="157" y="16"/>
                </a:cubicBezTo>
                <a:cubicBezTo>
                  <a:pt x="157" y="16"/>
                  <a:pt x="156" y="16"/>
                  <a:pt x="156" y="16"/>
                </a:cubicBezTo>
                <a:cubicBezTo>
                  <a:pt x="156" y="15"/>
                  <a:pt x="155" y="15"/>
                  <a:pt x="155" y="15"/>
                </a:cubicBezTo>
                <a:cubicBezTo>
                  <a:pt x="155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6"/>
                  <a:pt x="154" y="16"/>
                </a:cubicBezTo>
                <a:cubicBezTo>
                  <a:pt x="154" y="16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4"/>
                  <a:pt x="153" y="14"/>
                  <a:pt x="153" y="14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2"/>
                  <a:pt x="154" y="12"/>
                  <a:pt x="154" y="12"/>
                </a:cubicBezTo>
                <a:cubicBezTo>
                  <a:pt x="154" y="12"/>
                  <a:pt x="154" y="12"/>
                  <a:pt x="153" y="13"/>
                </a:cubicBezTo>
                <a:cubicBezTo>
                  <a:pt x="153" y="13"/>
                  <a:pt x="153" y="13"/>
                  <a:pt x="153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3" y="12"/>
                  <a:pt x="154" y="11"/>
                  <a:pt x="155" y="11"/>
                </a:cubicBezTo>
                <a:cubicBezTo>
                  <a:pt x="155" y="11"/>
                  <a:pt x="155" y="11"/>
                  <a:pt x="156" y="11"/>
                </a:cubicBezTo>
                <a:cubicBezTo>
                  <a:pt x="156" y="11"/>
                  <a:pt x="156" y="11"/>
                  <a:pt x="156" y="11"/>
                </a:cubicBezTo>
                <a:cubicBezTo>
                  <a:pt x="156" y="10"/>
                  <a:pt x="156" y="10"/>
                  <a:pt x="156" y="10"/>
                </a:cubicBezTo>
                <a:cubicBezTo>
                  <a:pt x="156" y="10"/>
                  <a:pt x="155" y="10"/>
                  <a:pt x="155" y="10"/>
                </a:cubicBezTo>
                <a:cubicBezTo>
                  <a:pt x="155" y="10"/>
                  <a:pt x="154" y="10"/>
                  <a:pt x="154" y="10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4" y="11"/>
                  <a:pt x="154" y="10"/>
                  <a:pt x="154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154" y="10"/>
                  <a:pt x="154" y="10"/>
                  <a:pt x="154" y="9"/>
                </a:cubicBezTo>
                <a:cubicBezTo>
                  <a:pt x="154" y="9"/>
                  <a:pt x="154" y="9"/>
                  <a:pt x="154" y="9"/>
                </a:cubicBezTo>
                <a:cubicBezTo>
                  <a:pt x="155" y="9"/>
                  <a:pt x="155" y="9"/>
                  <a:pt x="156" y="9"/>
                </a:cubicBezTo>
                <a:cubicBezTo>
                  <a:pt x="156" y="9"/>
                  <a:pt x="157" y="8"/>
                  <a:pt x="157" y="8"/>
                </a:cubicBezTo>
                <a:cubicBezTo>
                  <a:pt x="157" y="8"/>
                  <a:pt x="157" y="8"/>
                  <a:pt x="157" y="8"/>
                </a:cubicBezTo>
                <a:cubicBezTo>
                  <a:pt x="157" y="8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6" y="7"/>
                  <a:pt x="156" y="7"/>
                  <a:pt x="156" y="7"/>
                </a:cubicBezTo>
                <a:cubicBezTo>
                  <a:pt x="156" y="7"/>
                  <a:pt x="156" y="8"/>
                  <a:pt x="156" y="8"/>
                </a:cubicBezTo>
                <a:cubicBezTo>
                  <a:pt x="156" y="8"/>
                  <a:pt x="156" y="8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5" y="6"/>
                  <a:pt x="156" y="6"/>
                </a:cubicBezTo>
                <a:cubicBezTo>
                  <a:pt x="157" y="5"/>
                  <a:pt x="158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lose/>
                <a:moveTo>
                  <a:pt x="166" y="8"/>
                </a:moveTo>
                <a:cubicBezTo>
                  <a:pt x="166" y="8"/>
                  <a:pt x="166" y="8"/>
                  <a:pt x="166" y="8"/>
                </a:cubicBezTo>
                <a:cubicBezTo>
                  <a:pt x="166" y="8"/>
                  <a:pt x="166" y="8"/>
                  <a:pt x="166" y="9"/>
                </a:cubicBezTo>
                <a:cubicBezTo>
                  <a:pt x="167" y="9"/>
                  <a:pt x="167" y="9"/>
                  <a:pt x="167" y="9"/>
                </a:cubicBezTo>
                <a:cubicBezTo>
                  <a:pt x="167" y="9"/>
                  <a:pt x="167" y="9"/>
                  <a:pt x="167" y="10"/>
                </a:cubicBezTo>
                <a:cubicBezTo>
                  <a:pt x="167" y="10"/>
                  <a:pt x="167" y="10"/>
                  <a:pt x="167" y="10"/>
                </a:cubicBezTo>
                <a:cubicBezTo>
                  <a:pt x="167" y="10"/>
                  <a:pt x="166" y="10"/>
                  <a:pt x="166" y="10"/>
                </a:cubicBezTo>
                <a:cubicBezTo>
                  <a:pt x="166" y="10"/>
                  <a:pt x="166" y="10"/>
                  <a:pt x="165" y="10"/>
                </a:cubicBezTo>
                <a:cubicBezTo>
                  <a:pt x="165" y="10"/>
                  <a:pt x="164" y="10"/>
                  <a:pt x="164" y="10"/>
                </a:cubicBezTo>
                <a:cubicBezTo>
                  <a:pt x="164" y="10"/>
                  <a:pt x="164" y="10"/>
                  <a:pt x="164" y="11"/>
                </a:cubicBezTo>
                <a:cubicBezTo>
                  <a:pt x="164" y="12"/>
                  <a:pt x="164" y="12"/>
                  <a:pt x="164" y="13"/>
                </a:cubicBezTo>
                <a:cubicBezTo>
                  <a:pt x="164" y="13"/>
                  <a:pt x="164" y="13"/>
                  <a:pt x="164" y="14"/>
                </a:cubicBezTo>
                <a:cubicBezTo>
                  <a:pt x="164" y="14"/>
                  <a:pt x="164" y="14"/>
                  <a:pt x="164" y="15"/>
                </a:cubicBezTo>
                <a:cubicBezTo>
                  <a:pt x="164" y="15"/>
                  <a:pt x="164" y="15"/>
                  <a:pt x="164" y="16"/>
                </a:cubicBezTo>
                <a:cubicBezTo>
                  <a:pt x="164" y="16"/>
                  <a:pt x="164" y="16"/>
                  <a:pt x="164" y="16"/>
                </a:cubicBezTo>
                <a:cubicBezTo>
                  <a:pt x="164" y="17"/>
                  <a:pt x="164" y="17"/>
                  <a:pt x="164" y="17"/>
                </a:cubicBezTo>
                <a:cubicBezTo>
                  <a:pt x="164" y="17"/>
                  <a:pt x="164" y="18"/>
                  <a:pt x="164" y="18"/>
                </a:cubicBezTo>
                <a:cubicBezTo>
                  <a:pt x="164" y="18"/>
                  <a:pt x="164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lnTo>
                  <a:pt x="163" y="17"/>
                </a:lnTo>
                <a:cubicBezTo>
                  <a:pt x="163" y="17"/>
                  <a:pt x="163" y="15"/>
                  <a:pt x="163" y="14"/>
                </a:cubicBezTo>
                <a:cubicBezTo>
                  <a:pt x="163" y="12"/>
                  <a:pt x="163" y="11"/>
                  <a:pt x="163" y="11"/>
                </a:cubicBezTo>
                <a:cubicBezTo>
                  <a:pt x="163" y="11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1" y="10"/>
                  <a:pt x="161" y="10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0" y="12"/>
                  <a:pt x="160" y="12"/>
                  <a:pt x="160" y="12"/>
                </a:cubicBezTo>
                <a:lnTo>
                  <a:pt x="160" y="13"/>
                </a:lnTo>
                <a:cubicBezTo>
                  <a:pt x="160" y="13"/>
                  <a:pt x="160" y="13"/>
                  <a:pt x="160" y="14"/>
                </a:cubicBezTo>
                <a:cubicBezTo>
                  <a:pt x="160" y="14"/>
                  <a:pt x="159" y="14"/>
                  <a:pt x="159" y="15"/>
                </a:cubicBezTo>
                <a:cubicBezTo>
                  <a:pt x="159" y="15"/>
                  <a:pt x="158" y="15"/>
                  <a:pt x="158" y="15"/>
                </a:cubicBezTo>
                <a:cubicBezTo>
                  <a:pt x="158" y="15"/>
                  <a:pt x="158" y="15"/>
                  <a:pt x="158" y="15"/>
                </a:cubicBezTo>
                <a:cubicBezTo>
                  <a:pt x="158" y="15"/>
                  <a:pt x="158" y="14"/>
                  <a:pt x="159" y="14"/>
                </a:cubicBezTo>
                <a:cubicBezTo>
                  <a:pt x="159" y="13"/>
                  <a:pt x="159" y="12"/>
                  <a:pt x="160" y="12"/>
                </a:cubicBezTo>
                <a:cubicBezTo>
                  <a:pt x="160" y="11"/>
                  <a:pt x="160" y="11"/>
                  <a:pt x="160" y="10"/>
                </a:cubicBezTo>
                <a:cubicBezTo>
                  <a:pt x="160" y="9"/>
                  <a:pt x="160" y="8"/>
                  <a:pt x="160" y="8"/>
                </a:cubicBezTo>
                <a:lnTo>
                  <a:pt x="160" y="7"/>
                </a:lnTo>
                <a:cubicBezTo>
                  <a:pt x="160" y="7"/>
                  <a:pt x="160" y="6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6"/>
                  <a:pt x="162" y="6"/>
                  <a:pt x="162" y="6"/>
                </a:cubicBezTo>
                <a:cubicBezTo>
                  <a:pt x="163" y="5"/>
                  <a:pt x="164" y="5"/>
                  <a:pt x="164" y="5"/>
                </a:cubicBezTo>
                <a:cubicBezTo>
                  <a:pt x="164" y="5"/>
                  <a:pt x="165" y="5"/>
                  <a:pt x="165" y="5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7"/>
                  <a:pt x="164" y="7"/>
                  <a:pt x="164" y="7"/>
                </a:cubicBezTo>
                <a:cubicBezTo>
                  <a:pt x="164" y="7"/>
                  <a:pt x="164" y="7"/>
                  <a:pt x="164" y="7"/>
                </a:cubicBezTo>
                <a:cubicBezTo>
                  <a:pt x="163" y="7"/>
                  <a:pt x="163" y="7"/>
                  <a:pt x="163" y="7"/>
                </a:cubicBezTo>
                <a:cubicBezTo>
                  <a:pt x="162" y="7"/>
                  <a:pt x="162" y="7"/>
                  <a:pt x="161" y="8"/>
                </a:cubicBezTo>
                <a:cubicBezTo>
                  <a:pt x="161" y="8"/>
                  <a:pt x="161" y="9"/>
                  <a:pt x="161" y="9"/>
                </a:cubicBezTo>
                <a:cubicBezTo>
                  <a:pt x="161" y="9"/>
                  <a:pt x="161" y="9"/>
                  <a:pt x="161" y="9"/>
                </a:cubicBezTo>
                <a:cubicBezTo>
                  <a:pt x="161" y="9"/>
                  <a:pt x="162" y="9"/>
                  <a:pt x="163" y="9"/>
                </a:cubicBezTo>
                <a:cubicBezTo>
                  <a:pt x="163" y="8"/>
                  <a:pt x="164" y="8"/>
                  <a:pt x="165" y="8"/>
                </a:cubicBezTo>
                <a:cubicBezTo>
                  <a:pt x="165" y="8"/>
                  <a:pt x="165" y="8"/>
                  <a:pt x="166" y="8"/>
                </a:cubicBezTo>
                <a:close/>
              </a:path>
              <a:path w="192" h="20">
                <a:moveTo>
                  <a:pt x="28" y="11"/>
                </a:moveTo>
                <a:cubicBezTo>
                  <a:pt x="28" y="11"/>
                  <a:pt x="28" y="11"/>
                  <a:pt x="28" y="11"/>
                </a:cubicBezTo>
                <a:cubicBezTo>
                  <a:pt x="28" y="11"/>
                  <a:pt x="29" y="10"/>
                  <a:pt x="30" y="10"/>
                </a:cubicBezTo>
                <a:cubicBezTo>
                  <a:pt x="30" y="10"/>
                  <a:pt x="30" y="10"/>
                  <a:pt x="30" y="10"/>
                </a:cubicBezTo>
                <a:cubicBezTo>
                  <a:pt x="30" y="10"/>
                  <a:pt x="30" y="9"/>
                  <a:pt x="30" y="9"/>
                </a:cubicBezTo>
                <a:lnTo>
                  <a:pt x="30" y="7"/>
                </a:lnTo>
                <a:cubicBezTo>
                  <a:pt x="30" y="6"/>
                  <a:pt x="30" y="6"/>
                  <a:pt x="30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8" y="6"/>
                  <a:pt x="28" y="6"/>
                  <a:pt x="28" y="6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8"/>
                  <a:pt x="29" y="8"/>
                  <a:pt x="29" y="8"/>
                </a:cubicBezTo>
                <a:cubicBezTo>
                  <a:pt x="29" y="8"/>
                  <a:pt x="29" y="8"/>
                  <a:pt x="29" y="9"/>
                </a:cubicBez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28" y="9"/>
                  <a:pt x="28" y="9"/>
                </a:cubicBezTo>
                <a:cubicBezTo>
                  <a:pt x="28" y="9"/>
                  <a:pt x="28" y="9"/>
                  <a:pt x="28" y="10"/>
                </a:cubicBezTo>
                <a:cubicBezTo>
                  <a:pt x="28" y="10"/>
                  <a:pt x="28" y="10"/>
                  <a:pt x="28" y="10"/>
                </a:cubicBezTo>
                <a:cubicBezTo>
                  <a:pt x="28" y="10"/>
                  <a:pt x="28" y="11"/>
                  <a:pt x="28" y="11"/>
                </a:cubicBezTo>
                <a:cubicBezTo>
                  <a:pt x="28" y="11"/>
                  <a:pt x="28" y="11"/>
                  <a:pt x="28" y="11"/>
                </a:cubicBezTo>
                <a:close/>
              </a:path>
              <a:path w="192" h="20">
                <a:moveTo>
                  <a:pt x="53" y="8"/>
                </a:moveTo>
                <a:cubicBezTo>
                  <a:pt x="53" y="7"/>
                  <a:pt x="53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8"/>
                </a:cubicBezTo>
                <a:cubicBezTo>
                  <a:pt x="51" y="8"/>
                  <a:pt x="51" y="9"/>
                  <a:pt x="51" y="9"/>
                </a:cubicBezTo>
                <a:cubicBezTo>
                  <a:pt x="51" y="9"/>
                  <a:pt x="52" y="9"/>
                  <a:pt x="52" y="9"/>
                </a:cubicBezTo>
                <a:cubicBezTo>
                  <a:pt x="52" y="9"/>
                  <a:pt x="52" y="9"/>
                  <a:pt x="52" y="9"/>
                </a:cubicBezTo>
                <a:cubicBezTo>
                  <a:pt x="53" y="8"/>
                  <a:pt x="53" y="8"/>
                  <a:pt x="53" y="8"/>
                </a:cubicBezTo>
                <a:close/>
              </a:path>
              <a:path w="192" h="20">
                <a:moveTo>
                  <a:pt x="50" y="8"/>
                </a:moveTo>
                <a:cubicBezTo>
                  <a:pt x="50" y="8"/>
                  <a:pt x="50" y="8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8"/>
                  <a:pt x="50" y="8"/>
                </a:cubicBezTo>
                <a:cubicBezTo>
                  <a:pt x="50" y="8"/>
                  <a:pt x="50" y="8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8"/>
                  <a:pt x="50" y="8"/>
                  <a:pt x="50" y="8"/>
                </a:cubicBezTo>
                <a:close/>
              </a:path>
              <a:path w="192" h="20">
                <a:moveTo>
                  <a:pt x="49" y="9"/>
                </a:moveTo>
                <a:cubicBezTo>
                  <a:pt x="49" y="9"/>
                  <a:pt x="49" y="9"/>
                  <a:pt x="49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9"/>
                  <a:pt x="48" y="9"/>
                  <a:pt x="48" y="9"/>
                </a:cubicBezTo>
                <a:cubicBezTo>
                  <a:pt x="48" y="9"/>
                  <a:pt x="48" y="9"/>
                  <a:pt x="48" y="9"/>
                </a:cubicBezTo>
                <a:cubicBezTo>
                  <a:pt x="49" y="9"/>
                  <a:pt x="49" y="9"/>
                  <a:pt x="49" y="9"/>
                </a:cubicBezTo>
                <a:close/>
              </a:path>
              <a:path w="192" h="20">
                <a:moveTo>
                  <a:pt x="51" y="13"/>
                </a:moveTo>
                <a:cubicBezTo>
                  <a:pt x="51" y="13"/>
                  <a:pt x="51" y="13"/>
                  <a:pt x="51" y="13"/>
                </a:cubicBezTo>
                <a:cubicBezTo>
                  <a:pt x="51" y="13"/>
                  <a:pt x="52" y="13"/>
                  <a:pt x="52" y="13"/>
                </a:cubicBezTo>
                <a:cubicBezTo>
                  <a:pt x="52" y="13"/>
                  <a:pt x="52" y="12"/>
                  <a:pt x="52" y="12"/>
                </a:cubicBezTo>
                <a:cubicBezTo>
                  <a:pt x="52" y="12"/>
                  <a:pt x="52" y="12"/>
                  <a:pt x="51" y="12"/>
                </a:cubicBezTo>
                <a:cubicBezTo>
                  <a:pt x="51" y="12"/>
                  <a:pt x="51" y="12"/>
                  <a:pt x="51" y="12"/>
                </a:cubicBezTo>
                <a:cubicBezTo>
                  <a:pt x="51" y="12"/>
                  <a:pt x="51" y="12"/>
                  <a:pt x="50" y="12"/>
                </a:cubicBezTo>
                <a:cubicBezTo>
                  <a:pt x="50" y="12"/>
                  <a:pt x="50" y="12"/>
                  <a:pt x="50" y="12"/>
                </a:cubicBezTo>
                <a:cubicBezTo>
                  <a:pt x="50" y="12"/>
                  <a:pt x="50" y="12"/>
                  <a:pt x="50" y="13"/>
                </a:cubicBezTo>
                <a:cubicBezTo>
                  <a:pt x="50" y="13"/>
                  <a:pt x="50" y="13"/>
                  <a:pt x="51" y="13"/>
                </a:cubicBezTo>
                <a:close/>
              </a:path>
              <a:path w="192" h="20">
                <a:moveTo>
                  <a:pt x="51" y="15"/>
                </a:moveTo>
                <a:cubicBezTo>
                  <a:pt x="52" y="15"/>
                  <a:pt x="52" y="15"/>
                  <a:pt x="52" y="15"/>
                </a:cubicBezTo>
                <a:cubicBezTo>
                  <a:pt x="53" y="15"/>
                  <a:pt x="53" y="15"/>
                  <a:pt x="53" y="14"/>
                </a:cubicBezTo>
                <a:cubicBezTo>
                  <a:pt x="53" y="14"/>
                  <a:pt x="53" y="14"/>
                  <a:pt x="53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1" y="14"/>
                  <a:pt x="51" y="14"/>
                </a:cubicBezTo>
                <a:cubicBezTo>
                  <a:pt x="51" y="14"/>
                  <a:pt x="51" y="14"/>
                  <a:pt x="51" y="14"/>
                </a:cubicBezTo>
                <a:lnTo>
                  <a:pt x="50" y="14"/>
                </a:lnTo>
                <a:cubicBezTo>
                  <a:pt x="50" y="14"/>
                  <a:pt x="50" y="14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3"/>
                </a:cubicBezTo>
                <a:cubicBezTo>
                  <a:pt x="49" y="13"/>
                  <a:pt x="49" y="13"/>
                  <a:pt x="49" y="13"/>
                </a:cubicBezTo>
                <a:cubicBezTo>
                  <a:pt x="49" y="14"/>
                  <a:pt x="49" y="14"/>
                  <a:pt x="49" y="15"/>
                </a:cubicBezTo>
                <a:cubicBezTo>
                  <a:pt x="50" y="15"/>
                  <a:pt x="50" y="15"/>
                  <a:pt x="51" y="15"/>
                </a:cubicBezTo>
                <a:close/>
              </a:path>
              <a:path w="192" h="20">
                <a:moveTo>
                  <a:pt x="68" y="8"/>
                </a:moveTo>
                <a:cubicBezTo>
                  <a:pt x="68" y="8"/>
                  <a:pt x="69" y="8"/>
                  <a:pt x="69" y="8"/>
                </a:cubicBezTo>
                <a:cubicBezTo>
                  <a:pt x="69" y="8"/>
                  <a:pt x="69" y="7"/>
                  <a:pt x="69" y="7"/>
                </a:cubicBezTo>
                <a:cubicBezTo>
                  <a:pt x="69" y="7"/>
                  <a:pt x="69" y="6"/>
                  <a:pt x="69" y="6"/>
                </a:cubicBezTo>
                <a:cubicBezTo>
                  <a:pt x="69" y="6"/>
                  <a:pt x="69" y="5"/>
                  <a:pt x="69" y="5"/>
                </a:cubicBezTo>
                <a:cubicBezTo>
                  <a:pt x="68" y="5"/>
                  <a:pt x="68" y="5"/>
                  <a:pt x="68" y="5"/>
                </a:cubicBezTo>
                <a:cubicBezTo>
                  <a:pt x="68" y="5"/>
                  <a:pt x="67" y="5"/>
                  <a:pt x="67" y="5"/>
                </a:cubicBezTo>
                <a:cubicBezTo>
                  <a:pt x="67" y="5"/>
                  <a:pt x="67" y="5"/>
                  <a:pt x="66" y="5"/>
                </a:cubicBezTo>
                <a:cubicBezTo>
                  <a:pt x="66" y="6"/>
                  <a:pt x="66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7"/>
                  <a:pt x="65" y="7"/>
                  <a:pt x="65" y="8"/>
                </a:cubicBezTo>
                <a:cubicBezTo>
                  <a:pt x="65" y="8"/>
                  <a:pt x="65" y="8"/>
                  <a:pt x="65" y="8"/>
                </a:cubicBezTo>
                <a:cubicBezTo>
                  <a:pt x="66" y="8"/>
                  <a:pt x="66" y="8"/>
                  <a:pt x="66" y="8"/>
                </a:cubicBezTo>
                <a:cubicBezTo>
                  <a:pt x="67" y="7"/>
                  <a:pt x="68" y="7"/>
                  <a:pt x="68" y="7"/>
                </a:cubicBezTo>
                <a:cubicBezTo>
                  <a:pt x="68" y="7"/>
                  <a:pt x="68" y="7"/>
                  <a:pt x="68" y="8"/>
                </a:cubicBezTo>
                <a:cubicBezTo>
                  <a:pt x="68" y="8"/>
                  <a:pt x="68" y="8"/>
                  <a:pt x="68" y="8"/>
                </a:cubicBezTo>
                <a:close/>
                <a:moveTo>
                  <a:pt x="68" y="6"/>
                </a:moveTo>
                <a:cubicBezTo>
                  <a:pt x="68" y="6"/>
                  <a:pt x="68" y="6"/>
                  <a:pt x="68" y="6"/>
                </a:cubicBezTo>
                <a:cubicBezTo>
                  <a:pt x="68" y="7"/>
                  <a:pt x="68" y="7"/>
                  <a:pt x="67" y="7"/>
                </a:cubicBezTo>
                <a:cubicBezTo>
                  <a:pt x="67" y="7"/>
                  <a:pt x="66" y="7"/>
                  <a:pt x="66" y="7"/>
                </a:cubicBezTo>
                <a:cubicBezTo>
                  <a:pt x="66" y="7"/>
                  <a:pt x="66" y="7"/>
                  <a:pt x="66" y="7"/>
                </a:cubicBezTo>
                <a:cubicBezTo>
                  <a:pt x="65" y="7"/>
                  <a:pt x="65" y="7"/>
                  <a:pt x="65" y="6"/>
                </a:cubicBezTo>
                <a:cubicBezTo>
                  <a:pt x="65" y="6"/>
                  <a:pt x="66" y="6"/>
                  <a:pt x="66" y="6"/>
                </a:cubicBezTo>
                <a:cubicBezTo>
                  <a:pt x="66" y="6"/>
                  <a:pt x="67" y="6"/>
                  <a:pt x="67" y="6"/>
                </a:cubicBezTo>
                <a:cubicBezTo>
                  <a:pt x="67" y="6"/>
                  <a:pt x="67" y="6"/>
                  <a:pt x="68" y="6"/>
                </a:cubicBezTo>
                <a:close/>
              </a:path>
              <a:path w="192" h="20">
                <a:moveTo>
                  <a:pt x="127" y="7"/>
                </a:moveTo>
                <a:cubicBezTo>
                  <a:pt x="127" y="7"/>
                  <a:pt x="127" y="7"/>
                  <a:pt x="127" y="7"/>
                </a:cubicBezTo>
                <a:cubicBezTo>
                  <a:pt x="127" y="7"/>
                  <a:pt x="127" y="7"/>
                  <a:pt x="127" y="6"/>
                </a:cubicBezTo>
                <a:cubicBezTo>
                  <a:pt x="127" y="6"/>
                  <a:pt x="127" y="5"/>
                  <a:pt x="127" y="5"/>
                </a:cubicBezTo>
                <a:cubicBezTo>
                  <a:pt x="127" y="4"/>
                  <a:pt x="127" y="4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6" y="3"/>
                  <a:pt x="126" y="3"/>
                </a:cubicBezTo>
                <a:cubicBezTo>
                  <a:pt x="125" y="3"/>
                  <a:pt x="125" y="3"/>
                  <a:pt x="125" y="4"/>
                </a:cubicBezTo>
                <a:cubicBezTo>
                  <a:pt x="125" y="4"/>
                  <a:pt x="125" y="4"/>
                  <a:pt x="125" y="4"/>
                </a:cubicBezTo>
                <a:cubicBezTo>
                  <a:pt x="125" y="4"/>
                  <a:pt x="125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5"/>
                  <a:pt x="126" y="5"/>
                  <a:pt x="126" y="5"/>
                </a:cubicBezTo>
                <a:cubicBezTo>
                  <a:pt x="125" y="5"/>
                  <a:pt x="125" y="5"/>
                  <a:pt x="125" y="5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7" y="7"/>
                </a:cubicBezTo>
                <a:cubicBezTo>
                  <a:pt x="127" y="7"/>
                  <a:pt x="127" y="7"/>
                  <a:pt x="127" y="7"/>
                </a:cubicBezTo>
                <a:close/>
              </a:path>
              <a:path w="192" h="20">
                <a:moveTo>
                  <a:pt x="125" y="13"/>
                </a:moveTo>
                <a:cubicBezTo>
                  <a:pt x="125" y="13"/>
                  <a:pt x="125" y="13"/>
                  <a:pt x="125" y="13"/>
                </a:cubicBezTo>
                <a:cubicBezTo>
                  <a:pt x="125" y="13"/>
                  <a:pt x="125" y="12"/>
                  <a:pt x="125" y="12"/>
                </a:cubicBezTo>
                <a:cubicBezTo>
                  <a:pt x="126" y="12"/>
                  <a:pt x="126" y="11"/>
                  <a:pt x="126" y="11"/>
                </a:cubicBezTo>
                <a:cubicBezTo>
                  <a:pt x="126" y="11"/>
                  <a:pt x="125" y="11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4" y="10"/>
                  <a:pt x="124" y="10"/>
                  <a:pt x="124" y="11"/>
                </a:cubicBezTo>
                <a:cubicBezTo>
                  <a:pt x="124" y="11"/>
                  <a:pt x="124" y="11"/>
                  <a:pt x="124" y="11"/>
                </a:cubicBezTo>
                <a:cubicBezTo>
                  <a:pt x="124" y="12"/>
                  <a:pt x="124" y="12"/>
                  <a:pt x="124" y="12"/>
                </a:cubicBezTo>
                <a:cubicBezTo>
                  <a:pt x="125" y="12"/>
                  <a:pt x="125" y="12"/>
                  <a:pt x="125" y="12"/>
                </a:cubicBezTo>
                <a:cubicBezTo>
                  <a:pt x="125" y="13"/>
                  <a:pt x="125" y="13"/>
                  <a:pt x="125" y="13"/>
                </a:cubicBezTo>
                <a:close/>
              </a:path>
              <a:path w="192" h="20">
                <a:moveTo>
                  <a:pt x="156" y="13"/>
                </a:moveTo>
                <a:cubicBezTo>
                  <a:pt x="156" y="13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5" y="12"/>
                </a:cubicBezTo>
                <a:cubicBezTo>
                  <a:pt x="155" y="12"/>
                  <a:pt x="155" y="12"/>
                  <a:pt x="155" y="12"/>
                </a:cubicBezTo>
                <a:cubicBezTo>
                  <a:pt x="155" y="12"/>
                  <a:pt x="155" y="12"/>
                  <a:pt x="155" y="13"/>
                </a:cubicBezTo>
                <a:cubicBezTo>
                  <a:pt x="155" y="13"/>
                  <a:pt x="155" y="13"/>
                  <a:pt x="155" y="13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3"/>
                  <a:pt x="156" y="13"/>
                  <a:pt x="156" y="13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8" name="Rectangle 13"/>
          <p:cNvSpPr>
            <a:spLocks noGrp="1"/>
          </p:cNvSpPr>
          <p:nvPr/>
        </p:nvSpPr>
        <p:spPr>
          <a:xfrm>
            <a:off x="9972040" y="260350"/>
            <a:ext cx="182880" cy="6350"/>
          </a:xfrm>
          <a:prstGeom prst="rect">
            <a:avLst/>
          </a:prstGeom>
          <a:solidFill>
            <a:srgbClr val="005A9F"/>
          </a:solidFill>
          <a:ln>
            <a:noFill/>
          </a:ln>
        </p:spPr>
      </p:sp>
      <p:sp>
        <p:nvSpPr>
          <p:cNvPr id="19" name="Freeform 14"/>
          <p:cNvSpPr>
            <a:spLocks noGrp="1"/>
          </p:cNvSpPr>
          <p:nvPr/>
        </p:nvSpPr>
        <p:spPr>
          <a:xfrm>
            <a:off x="9881870" y="177800"/>
            <a:ext cx="358140" cy="91440"/>
          </a:xfrm>
          <a:custGeom>
            <a:avLst/>
            <a:gdLst/>
            <a:ahLst/>
            <a:cxnLst/>
            <a:rect l="l" t="t" r="r" b="b"/>
            <a:pathLst>
              <a:path w="232" h="59">
                <a:moveTo>
                  <a:pt x="7" y="34"/>
                </a:moveTo>
                <a:lnTo>
                  <a:pt x="2" y="31"/>
                </a:lnTo>
                <a:lnTo>
                  <a:pt x="1" y="31"/>
                </a:lnTo>
                <a:lnTo>
                  <a:pt x="1" y="30"/>
                </a:lnTo>
                <a:lnTo>
                  <a:pt x="2" y="30"/>
                </a:lnTo>
                <a:lnTo>
                  <a:pt x="3" y="30"/>
                </a:lnTo>
                <a:lnTo>
                  <a:pt x="3" y="29"/>
                </a:lnTo>
                <a:lnTo>
                  <a:pt x="4" y="29"/>
                </a:lnTo>
                <a:lnTo>
                  <a:pt x="5" y="30"/>
                </a:lnTo>
                <a:lnTo>
                  <a:pt x="6" y="30"/>
                </a:lnTo>
                <a:lnTo>
                  <a:pt x="7" y="31"/>
                </a:lnTo>
                <a:lnTo>
                  <a:pt x="7" y="32"/>
                </a:lnTo>
                <a:lnTo>
                  <a:pt x="8" y="34"/>
                </a:lnTo>
                <a:lnTo>
                  <a:pt x="9" y="33"/>
                </a:lnTo>
                <a:lnTo>
                  <a:pt x="9" y="28"/>
                </a:lnTo>
                <a:lnTo>
                  <a:pt x="9" y="27"/>
                </a:lnTo>
                <a:lnTo>
                  <a:pt x="9" y="26"/>
                </a:lnTo>
                <a:lnTo>
                  <a:pt x="10" y="26"/>
                </a:lnTo>
                <a:lnTo>
                  <a:pt x="11" y="26"/>
                </a:lnTo>
                <a:lnTo>
                  <a:pt x="12" y="26"/>
                </a:lnTo>
                <a:lnTo>
                  <a:pt x="13" y="26"/>
                </a:lnTo>
                <a:lnTo>
                  <a:pt x="14" y="27"/>
                </a:lnTo>
                <a:lnTo>
                  <a:pt x="14" y="28"/>
                </a:lnTo>
                <a:lnTo>
                  <a:pt x="15" y="28"/>
                </a:lnTo>
                <a:lnTo>
                  <a:pt x="15" y="29"/>
                </a:lnTo>
                <a:lnTo>
                  <a:pt x="14" y="29"/>
                </a:lnTo>
                <a:lnTo>
                  <a:pt x="12" y="32"/>
                </a:lnTo>
                <a:lnTo>
                  <a:pt x="12" y="33"/>
                </a:lnTo>
                <a:lnTo>
                  <a:pt x="11" y="33"/>
                </a:lnTo>
                <a:lnTo>
                  <a:pt x="11" y="34"/>
                </a:lnTo>
                <a:lnTo>
                  <a:pt x="11" y="35"/>
                </a:lnTo>
                <a:lnTo>
                  <a:pt x="11" y="37"/>
                </a:lnTo>
                <a:lnTo>
                  <a:pt x="13" y="37"/>
                </a:lnTo>
                <a:lnTo>
                  <a:pt x="14" y="36"/>
                </a:lnTo>
                <a:lnTo>
                  <a:pt x="14" y="35"/>
                </a:lnTo>
                <a:lnTo>
                  <a:pt x="14" y="34"/>
                </a:lnTo>
                <a:lnTo>
                  <a:pt x="14" y="33"/>
                </a:lnTo>
                <a:lnTo>
                  <a:pt x="13" y="33"/>
                </a:lnTo>
                <a:lnTo>
                  <a:pt x="13" y="32"/>
                </a:lnTo>
                <a:lnTo>
                  <a:pt x="14" y="32"/>
                </a:lnTo>
                <a:lnTo>
                  <a:pt x="16" y="32"/>
                </a:lnTo>
                <a:lnTo>
                  <a:pt x="17" y="32"/>
                </a:lnTo>
                <a:lnTo>
                  <a:pt x="18" y="32"/>
                </a:lnTo>
                <a:lnTo>
                  <a:pt x="18" y="33"/>
                </a:lnTo>
                <a:lnTo>
                  <a:pt x="18" y="34"/>
                </a:lnTo>
                <a:lnTo>
                  <a:pt x="17" y="34"/>
                </a:lnTo>
                <a:lnTo>
                  <a:pt x="17" y="35"/>
                </a:lnTo>
                <a:lnTo>
                  <a:pt x="17" y="36"/>
                </a:lnTo>
                <a:lnTo>
                  <a:pt x="16" y="36"/>
                </a:lnTo>
                <a:lnTo>
                  <a:pt x="16" y="38"/>
                </a:lnTo>
                <a:lnTo>
                  <a:pt x="17" y="38"/>
                </a:lnTo>
                <a:lnTo>
                  <a:pt x="19" y="35"/>
                </a:lnTo>
                <a:lnTo>
                  <a:pt x="19" y="34"/>
                </a:lnTo>
                <a:lnTo>
                  <a:pt x="20" y="34"/>
                </a:lnTo>
                <a:lnTo>
                  <a:pt x="21" y="34"/>
                </a:lnTo>
                <a:lnTo>
                  <a:pt x="22" y="34"/>
                </a:lnTo>
                <a:lnTo>
                  <a:pt x="22" y="35"/>
                </a:lnTo>
                <a:lnTo>
                  <a:pt x="23" y="35"/>
                </a:lnTo>
                <a:lnTo>
                  <a:pt x="23" y="36"/>
                </a:lnTo>
                <a:lnTo>
                  <a:pt x="22" y="36"/>
                </a:lnTo>
                <a:lnTo>
                  <a:pt x="19" y="42"/>
                </a:lnTo>
                <a:lnTo>
                  <a:pt x="18" y="42"/>
                </a:lnTo>
                <a:lnTo>
                  <a:pt x="18" y="43"/>
                </a:lnTo>
                <a:lnTo>
                  <a:pt x="19" y="43"/>
                </a:lnTo>
                <a:lnTo>
                  <a:pt x="20" y="43"/>
                </a:lnTo>
                <a:lnTo>
                  <a:pt x="22" y="43"/>
                </a:lnTo>
                <a:lnTo>
                  <a:pt x="23" y="43"/>
                </a:lnTo>
                <a:lnTo>
                  <a:pt x="23" y="44"/>
                </a:lnTo>
                <a:lnTo>
                  <a:pt x="20" y="48"/>
                </a:lnTo>
                <a:lnTo>
                  <a:pt x="24" y="54"/>
                </a:lnTo>
                <a:lnTo>
                  <a:pt x="24" y="56"/>
                </a:lnTo>
                <a:lnTo>
                  <a:pt x="25" y="57"/>
                </a:lnTo>
                <a:lnTo>
                  <a:pt x="25" y="58"/>
                </a:lnTo>
                <a:lnTo>
                  <a:pt x="25" y="59"/>
                </a:lnTo>
                <a:lnTo>
                  <a:pt x="24" y="59"/>
                </a:lnTo>
                <a:lnTo>
                  <a:pt x="23" y="59"/>
                </a:lnTo>
                <a:lnTo>
                  <a:pt x="22" y="59"/>
                </a:lnTo>
                <a:lnTo>
                  <a:pt x="22" y="58"/>
                </a:lnTo>
                <a:lnTo>
                  <a:pt x="17" y="51"/>
                </a:lnTo>
                <a:lnTo>
                  <a:pt x="13" y="57"/>
                </a:lnTo>
                <a:lnTo>
                  <a:pt x="12" y="58"/>
                </a:lnTo>
                <a:lnTo>
                  <a:pt x="11" y="58"/>
                </a:lnTo>
                <a:lnTo>
                  <a:pt x="10" y="58"/>
                </a:lnTo>
                <a:lnTo>
                  <a:pt x="10" y="57"/>
                </a:lnTo>
                <a:lnTo>
                  <a:pt x="12" y="52"/>
                </a:lnTo>
                <a:lnTo>
                  <a:pt x="14" y="47"/>
                </a:lnTo>
                <a:lnTo>
                  <a:pt x="14" y="46"/>
                </a:lnTo>
                <a:lnTo>
                  <a:pt x="13" y="46"/>
                </a:lnTo>
                <a:lnTo>
                  <a:pt x="8" y="53"/>
                </a:lnTo>
                <a:lnTo>
                  <a:pt x="7" y="54"/>
                </a:lnTo>
                <a:lnTo>
                  <a:pt x="7" y="55"/>
                </a:lnTo>
                <a:lnTo>
                  <a:pt x="6" y="55"/>
                </a:lnTo>
                <a:lnTo>
                  <a:pt x="5" y="56"/>
                </a:lnTo>
                <a:lnTo>
                  <a:pt x="3" y="56"/>
                </a:lnTo>
                <a:lnTo>
                  <a:pt x="2" y="55"/>
                </a:lnTo>
                <a:lnTo>
                  <a:pt x="12" y="44"/>
                </a:lnTo>
                <a:lnTo>
                  <a:pt x="11" y="42"/>
                </a:lnTo>
                <a:lnTo>
                  <a:pt x="11" y="43"/>
                </a:lnTo>
                <a:lnTo>
                  <a:pt x="10" y="43"/>
                </a:lnTo>
                <a:lnTo>
                  <a:pt x="10" y="44"/>
                </a:lnTo>
                <a:lnTo>
                  <a:pt x="10" y="45"/>
                </a:lnTo>
                <a:lnTo>
                  <a:pt x="10" y="46"/>
                </a:lnTo>
                <a:lnTo>
                  <a:pt x="9" y="47"/>
                </a:lnTo>
                <a:lnTo>
                  <a:pt x="5" y="46"/>
                </a:lnTo>
                <a:lnTo>
                  <a:pt x="5" y="45"/>
                </a:lnTo>
                <a:lnTo>
                  <a:pt x="5" y="44"/>
                </a:lnTo>
                <a:lnTo>
                  <a:pt x="3" y="43"/>
                </a:lnTo>
                <a:lnTo>
                  <a:pt x="3" y="42"/>
                </a:lnTo>
                <a:lnTo>
                  <a:pt x="4" y="42"/>
                </a:lnTo>
                <a:lnTo>
                  <a:pt x="7" y="42"/>
                </a:lnTo>
                <a:lnTo>
                  <a:pt x="8" y="42"/>
                </a:lnTo>
                <a:lnTo>
                  <a:pt x="8" y="41"/>
                </a:lnTo>
                <a:lnTo>
                  <a:pt x="9" y="41"/>
                </a:lnTo>
                <a:lnTo>
                  <a:pt x="10" y="41"/>
                </a:lnTo>
                <a:lnTo>
                  <a:pt x="10" y="40"/>
                </a:lnTo>
                <a:lnTo>
                  <a:pt x="8" y="39"/>
                </a:lnTo>
                <a:lnTo>
                  <a:pt x="8" y="38"/>
                </a:lnTo>
                <a:lnTo>
                  <a:pt x="8" y="37"/>
                </a:lnTo>
                <a:lnTo>
                  <a:pt x="9" y="37"/>
                </a:lnTo>
                <a:lnTo>
                  <a:pt x="10" y="37"/>
                </a:lnTo>
                <a:lnTo>
                  <a:pt x="10" y="36"/>
                </a:lnTo>
                <a:lnTo>
                  <a:pt x="10" y="35"/>
                </a:lnTo>
                <a:lnTo>
                  <a:pt x="9" y="35"/>
                </a:lnTo>
                <a:lnTo>
                  <a:pt x="5" y="39"/>
                </a:lnTo>
                <a:lnTo>
                  <a:pt x="4" y="40"/>
                </a:lnTo>
                <a:lnTo>
                  <a:pt x="3" y="40"/>
                </a:lnTo>
                <a:lnTo>
                  <a:pt x="2" y="40"/>
                </a:lnTo>
                <a:lnTo>
                  <a:pt x="1" y="40"/>
                </a:lnTo>
                <a:lnTo>
                  <a:pt x="0" y="40"/>
                </a:lnTo>
                <a:lnTo>
                  <a:pt x="0" y="39"/>
                </a:lnTo>
                <a:lnTo>
                  <a:pt x="1" y="38"/>
                </a:lnTo>
                <a:lnTo>
                  <a:pt x="7" y="34"/>
                </a:lnTo>
                <a:close/>
                <a:moveTo>
                  <a:pt x="17" y="45"/>
                </a:moveTo>
                <a:lnTo>
                  <a:pt x="17" y="45"/>
                </a:lnTo>
                <a:lnTo>
                  <a:pt x="18" y="45"/>
                </a:lnTo>
                <a:lnTo>
                  <a:pt x="18" y="46"/>
                </a:lnTo>
                <a:lnTo>
                  <a:pt x="19" y="46"/>
                </a:lnTo>
                <a:lnTo>
                  <a:pt x="19" y="45"/>
                </a:lnTo>
                <a:lnTo>
                  <a:pt x="18" y="44"/>
                </a:lnTo>
                <a:lnTo>
                  <a:pt x="17" y="44"/>
                </a:lnTo>
                <a:lnTo>
                  <a:pt x="17" y="45"/>
                </a:lnTo>
                <a:close/>
                <a:moveTo>
                  <a:pt x="16" y="42"/>
                </a:moveTo>
                <a:lnTo>
                  <a:pt x="18" y="39"/>
                </a:lnTo>
                <a:lnTo>
                  <a:pt x="19" y="39"/>
                </a:lnTo>
                <a:lnTo>
                  <a:pt x="17" y="42"/>
                </a:lnTo>
                <a:lnTo>
                  <a:pt x="17" y="43"/>
                </a:lnTo>
                <a:lnTo>
                  <a:pt x="16" y="43"/>
                </a:lnTo>
                <a:lnTo>
                  <a:pt x="16" y="42"/>
                </a:lnTo>
                <a:close/>
                <a:moveTo>
                  <a:pt x="13" y="38"/>
                </a:moveTo>
                <a:lnTo>
                  <a:pt x="15" y="41"/>
                </a:lnTo>
                <a:lnTo>
                  <a:pt x="15" y="40"/>
                </a:lnTo>
                <a:lnTo>
                  <a:pt x="16" y="40"/>
                </a:lnTo>
                <a:lnTo>
                  <a:pt x="16" y="39"/>
                </a:lnTo>
                <a:lnTo>
                  <a:pt x="15" y="39"/>
                </a:lnTo>
                <a:lnTo>
                  <a:pt x="15" y="38"/>
                </a:lnTo>
                <a:lnTo>
                  <a:pt x="15" y="37"/>
                </a:lnTo>
                <a:lnTo>
                  <a:pt x="14" y="37"/>
                </a:lnTo>
                <a:lnTo>
                  <a:pt x="13" y="38"/>
                </a:lnTo>
                <a:close/>
                <a:moveTo>
                  <a:pt x="11" y="29"/>
                </a:moveTo>
                <a:lnTo>
                  <a:pt x="11" y="29"/>
                </a:lnTo>
                <a:lnTo>
                  <a:pt x="11" y="28"/>
                </a:lnTo>
                <a:lnTo>
                  <a:pt x="12" y="28"/>
                </a:lnTo>
                <a:lnTo>
                  <a:pt x="12" y="29"/>
                </a:lnTo>
                <a:lnTo>
                  <a:pt x="12" y="30"/>
                </a:lnTo>
                <a:lnTo>
                  <a:pt x="12" y="31"/>
                </a:lnTo>
                <a:lnTo>
                  <a:pt x="11" y="31"/>
                </a:lnTo>
                <a:lnTo>
                  <a:pt x="11" y="30"/>
                </a:lnTo>
                <a:lnTo>
                  <a:pt x="11" y="29"/>
                </a:lnTo>
                <a:close/>
                <a:moveTo>
                  <a:pt x="15" y="48"/>
                </a:moveTo>
                <a:lnTo>
                  <a:pt x="16" y="49"/>
                </a:lnTo>
                <a:lnTo>
                  <a:pt x="13" y="53"/>
                </a:lnTo>
                <a:lnTo>
                  <a:pt x="12" y="53"/>
                </a:lnTo>
                <a:lnTo>
                  <a:pt x="15" y="48"/>
                </a:lnTo>
                <a:close/>
              </a:path>
              <a:path w="232" h="59">
                <a:moveTo>
                  <a:pt x="204" y="57"/>
                </a:moveTo>
                <a:cubicBezTo>
                  <a:pt x="202" y="54"/>
                  <a:pt x="202" y="53"/>
                  <a:pt x="201" y="52"/>
                </a:cubicBezTo>
                <a:cubicBezTo>
                  <a:pt x="201" y="52"/>
                  <a:pt x="201" y="52"/>
                  <a:pt x="201" y="52"/>
                </a:cubicBezTo>
                <a:cubicBezTo>
                  <a:pt x="203" y="53"/>
                  <a:pt x="204" y="54"/>
                  <a:pt x="206" y="52"/>
                </a:cubicBezTo>
                <a:cubicBezTo>
                  <a:pt x="208" y="50"/>
                  <a:pt x="209" y="48"/>
                  <a:pt x="210" y="46"/>
                </a:cubicBezTo>
                <a:cubicBezTo>
                  <a:pt x="210" y="45"/>
                  <a:pt x="210" y="45"/>
                  <a:pt x="210" y="45"/>
                </a:cubicBezTo>
                <a:cubicBezTo>
                  <a:pt x="207" y="45"/>
                  <a:pt x="204" y="46"/>
                  <a:pt x="200" y="46"/>
                </a:cubicBezTo>
                <a:cubicBezTo>
                  <a:pt x="199" y="45"/>
                  <a:pt x="198" y="43"/>
                  <a:pt x="198" y="42"/>
                </a:cubicBezTo>
                <a:cubicBezTo>
                  <a:pt x="198" y="42"/>
                  <a:pt x="198" y="42"/>
                  <a:pt x="198" y="42"/>
                </a:cubicBezTo>
                <a:cubicBezTo>
                  <a:pt x="203" y="42"/>
                  <a:pt x="208" y="44"/>
                  <a:pt x="213" y="43"/>
                </a:cubicBezTo>
                <a:cubicBezTo>
                  <a:pt x="214" y="43"/>
                  <a:pt x="217" y="41"/>
                  <a:pt x="216" y="41"/>
                </a:cubicBezTo>
                <a:cubicBezTo>
                  <a:pt x="215" y="39"/>
                  <a:pt x="210" y="41"/>
                  <a:pt x="209" y="38"/>
                </a:cubicBezTo>
                <a:cubicBezTo>
                  <a:pt x="209" y="38"/>
                  <a:pt x="209" y="38"/>
                  <a:pt x="209" y="38"/>
                </a:cubicBezTo>
                <a:cubicBezTo>
                  <a:pt x="213" y="38"/>
                  <a:pt x="216" y="39"/>
                  <a:pt x="219" y="39"/>
                </a:cubicBezTo>
                <a:cubicBezTo>
                  <a:pt x="221" y="38"/>
                  <a:pt x="223" y="37"/>
                  <a:pt x="224" y="37"/>
                </a:cubicBezTo>
                <a:cubicBezTo>
                  <a:pt x="225" y="36"/>
                  <a:pt x="225" y="36"/>
                  <a:pt x="226" y="35"/>
                </a:cubicBezTo>
                <a:cubicBezTo>
                  <a:pt x="225" y="34"/>
                  <a:pt x="222" y="33"/>
                  <a:pt x="222" y="34"/>
                </a:cubicBezTo>
                <a:cubicBezTo>
                  <a:pt x="221" y="36"/>
                  <a:pt x="221" y="38"/>
                  <a:pt x="218" y="38"/>
                </a:cubicBezTo>
                <a:cubicBezTo>
                  <a:pt x="216" y="38"/>
                  <a:pt x="216" y="37"/>
                  <a:pt x="215" y="36"/>
                </a:cubicBezTo>
                <a:cubicBezTo>
                  <a:pt x="215" y="33"/>
                  <a:pt x="217" y="33"/>
                  <a:pt x="218" y="32"/>
                </a:cubicBezTo>
                <a:cubicBezTo>
                  <a:pt x="217" y="31"/>
                  <a:pt x="216" y="32"/>
                  <a:pt x="215" y="32"/>
                </a:cubicBezTo>
                <a:cubicBezTo>
                  <a:pt x="215" y="33"/>
                  <a:pt x="215" y="33"/>
                  <a:pt x="214" y="34"/>
                </a:cubicBezTo>
                <a:cubicBezTo>
                  <a:pt x="214" y="35"/>
                  <a:pt x="214" y="36"/>
                  <a:pt x="213" y="36"/>
                </a:cubicBezTo>
                <a:cubicBezTo>
                  <a:pt x="212" y="36"/>
                  <a:pt x="212" y="34"/>
                  <a:pt x="212" y="34"/>
                </a:cubicBezTo>
                <a:cubicBezTo>
                  <a:pt x="211" y="34"/>
                  <a:pt x="211" y="35"/>
                  <a:pt x="210" y="36"/>
                </a:cubicBezTo>
                <a:cubicBezTo>
                  <a:pt x="209" y="36"/>
                  <a:pt x="209" y="36"/>
                  <a:pt x="209" y="35"/>
                </a:cubicBezTo>
                <a:cubicBezTo>
                  <a:pt x="210" y="33"/>
                  <a:pt x="210" y="29"/>
                  <a:pt x="211" y="27"/>
                </a:cubicBezTo>
                <a:cubicBezTo>
                  <a:pt x="212" y="27"/>
                  <a:pt x="211" y="29"/>
                  <a:pt x="212" y="30"/>
                </a:cubicBezTo>
                <a:cubicBezTo>
                  <a:pt x="212" y="30"/>
                  <a:pt x="213" y="30"/>
                  <a:pt x="213" y="30"/>
                </a:cubicBezTo>
                <a:cubicBezTo>
                  <a:pt x="213" y="28"/>
                  <a:pt x="213" y="26"/>
                  <a:pt x="213" y="24"/>
                </a:cubicBezTo>
                <a:cubicBezTo>
                  <a:pt x="213" y="24"/>
                  <a:pt x="213" y="24"/>
                  <a:pt x="213" y="24"/>
                </a:cubicBezTo>
                <a:cubicBezTo>
                  <a:pt x="214" y="23"/>
                  <a:pt x="215" y="26"/>
                  <a:pt x="215" y="27"/>
                </a:cubicBezTo>
                <a:cubicBezTo>
                  <a:pt x="215" y="28"/>
                  <a:pt x="215" y="29"/>
                  <a:pt x="215" y="30"/>
                </a:cubicBezTo>
                <a:cubicBezTo>
                  <a:pt x="216" y="31"/>
                  <a:pt x="217" y="31"/>
                  <a:pt x="218" y="30"/>
                </a:cubicBezTo>
                <a:cubicBezTo>
                  <a:pt x="218" y="29"/>
                  <a:pt x="217" y="28"/>
                  <a:pt x="218" y="27"/>
                </a:cubicBezTo>
                <a:cubicBezTo>
                  <a:pt x="219" y="27"/>
                  <a:pt x="219" y="29"/>
                  <a:pt x="221" y="29"/>
                </a:cubicBezTo>
                <a:cubicBezTo>
                  <a:pt x="221" y="28"/>
                  <a:pt x="222" y="28"/>
                  <a:pt x="223" y="27"/>
                </a:cubicBezTo>
                <a:cubicBezTo>
                  <a:pt x="224" y="28"/>
                  <a:pt x="225" y="30"/>
                  <a:pt x="224" y="31"/>
                </a:cubicBezTo>
                <a:cubicBezTo>
                  <a:pt x="224" y="31"/>
                  <a:pt x="223" y="31"/>
                  <a:pt x="223" y="32"/>
                </a:cubicBezTo>
                <a:cubicBezTo>
                  <a:pt x="224" y="32"/>
                  <a:pt x="228" y="33"/>
                  <a:pt x="229" y="33"/>
                </a:cubicBezTo>
                <a:cubicBezTo>
                  <a:pt x="230" y="33"/>
                  <a:pt x="232" y="37"/>
                  <a:pt x="230" y="39"/>
                </a:cubicBezTo>
                <a:cubicBezTo>
                  <a:pt x="229" y="39"/>
                  <a:pt x="226" y="39"/>
                  <a:pt x="225" y="39"/>
                </a:cubicBezTo>
                <a:cubicBezTo>
                  <a:pt x="223" y="39"/>
                  <a:pt x="223" y="39"/>
                  <a:pt x="222" y="39"/>
                </a:cubicBezTo>
                <a:cubicBezTo>
                  <a:pt x="221" y="40"/>
                  <a:pt x="221" y="40"/>
                  <a:pt x="222" y="42"/>
                </a:cubicBezTo>
                <a:cubicBezTo>
                  <a:pt x="221" y="44"/>
                  <a:pt x="218" y="42"/>
                  <a:pt x="217" y="44"/>
                </a:cubicBezTo>
                <a:cubicBezTo>
                  <a:pt x="218" y="45"/>
                  <a:pt x="220" y="46"/>
                  <a:pt x="219" y="48"/>
                </a:cubicBezTo>
                <a:cubicBezTo>
                  <a:pt x="218" y="49"/>
                  <a:pt x="215" y="49"/>
                  <a:pt x="214" y="48"/>
                </a:cubicBezTo>
                <a:cubicBezTo>
                  <a:pt x="215" y="46"/>
                  <a:pt x="215" y="46"/>
                  <a:pt x="215" y="46"/>
                </a:cubicBezTo>
                <a:cubicBezTo>
                  <a:pt x="215" y="46"/>
                  <a:pt x="215" y="46"/>
                  <a:pt x="214" y="46"/>
                </a:cubicBezTo>
                <a:cubicBezTo>
                  <a:pt x="212" y="46"/>
                  <a:pt x="210" y="51"/>
                  <a:pt x="209" y="53"/>
                </a:cubicBezTo>
                <a:cubicBezTo>
                  <a:pt x="208" y="54"/>
                  <a:pt x="207" y="58"/>
                  <a:pt x="204" y="57"/>
                </a:cubicBezTo>
                <a:close/>
                <a:moveTo>
                  <a:pt x="218" y="36"/>
                </a:moveTo>
                <a:cubicBezTo>
                  <a:pt x="218" y="35"/>
                  <a:pt x="218" y="35"/>
                  <a:pt x="218" y="35"/>
                </a:cubicBezTo>
                <a:cubicBezTo>
                  <a:pt x="218" y="35"/>
                  <a:pt x="219" y="34"/>
                  <a:pt x="219" y="34"/>
                </a:cubicBezTo>
                <a:cubicBezTo>
                  <a:pt x="219" y="35"/>
                  <a:pt x="219" y="35"/>
                  <a:pt x="218" y="36"/>
                </a:cubicBezTo>
                <a:cubicBezTo>
                  <a:pt x="218" y="36"/>
                  <a:pt x="218" y="36"/>
                  <a:pt x="218" y="36"/>
                </a:cubicBezTo>
                <a:close/>
              </a:path>
              <a:path w="232" h="59">
                <a:moveTo>
                  <a:pt x="177" y="37"/>
                </a:moveTo>
                <a:cubicBezTo>
                  <a:pt x="176" y="36"/>
                  <a:pt x="176" y="36"/>
                  <a:pt x="176" y="35"/>
                </a:cubicBezTo>
                <a:cubicBezTo>
                  <a:pt x="177" y="33"/>
                  <a:pt x="177" y="28"/>
                  <a:pt x="178" y="27"/>
                </a:cubicBezTo>
                <a:cubicBezTo>
                  <a:pt x="179" y="27"/>
                  <a:pt x="179" y="27"/>
                  <a:pt x="179" y="27"/>
                </a:cubicBezTo>
                <a:cubicBezTo>
                  <a:pt x="179" y="27"/>
                  <a:pt x="179" y="27"/>
                  <a:pt x="179" y="28"/>
                </a:cubicBezTo>
                <a:cubicBezTo>
                  <a:pt x="179" y="32"/>
                  <a:pt x="180" y="35"/>
                  <a:pt x="183" y="38"/>
                </a:cubicBezTo>
                <a:cubicBezTo>
                  <a:pt x="183" y="38"/>
                  <a:pt x="183" y="38"/>
                  <a:pt x="183" y="38"/>
                </a:cubicBezTo>
                <a:cubicBezTo>
                  <a:pt x="183" y="39"/>
                  <a:pt x="178" y="37"/>
                  <a:pt x="177" y="37"/>
                </a:cubicBezTo>
                <a:close/>
              </a:path>
              <a:path w="232" h="59">
                <a:moveTo>
                  <a:pt x="163" y="29"/>
                </a:moveTo>
                <a:cubicBezTo>
                  <a:pt x="163" y="28"/>
                  <a:pt x="163" y="28"/>
                  <a:pt x="162" y="28"/>
                </a:cubicBezTo>
                <a:cubicBezTo>
                  <a:pt x="162" y="27"/>
                  <a:pt x="162" y="27"/>
                  <a:pt x="162" y="27"/>
                </a:cubicBezTo>
                <a:cubicBezTo>
                  <a:pt x="164" y="28"/>
                  <a:pt x="165" y="28"/>
                  <a:pt x="166" y="28"/>
                </a:cubicBezTo>
                <a:cubicBezTo>
                  <a:pt x="169" y="28"/>
                  <a:pt x="171" y="27"/>
                  <a:pt x="173" y="26"/>
                </a:cubicBezTo>
                <a:cubicBezTo>
                  <a:pt x="172" y="25"/>
                  <a:pt x="170" y="25"/>
                  <a:pt x="169" y="26"/>
                </a:cubicBezTo>
                <a:cubicBezTo>
                  <a:pt x="167" y="25"/>
                  <a:pt x="166" y="21"/>
                  <a:pt x="166" y="21"/>
                </a:cubicBezTo>
                <a:cubicBezTo>
                  <a:pt x="168" y="21"/>
                  <a:pt x="172" y="23"/>
                  <a:pt x="173" y="22"/>
                </a:cubicBezTo>
                <a:cubicBezTo>
                  <a:pt x="178" y="23"/>
                  <a:pt x="178" y="21"/>
                  <a:pt x="181" y="17"/>
                </a:cubicBezTo>
                <a:cubicBezTo>
                  <a:pt x="182" y="16"/>
                  <a:pt x="184" y="12"/>
                  <a:pt x="185" y="12"/>
                </a:cubicBezTo>
                <a:cubicBezTo>
                  <a:pt x="186" y="13"/>
                  <a:pt x="186" y="15"/>
                  <a:pt x="186" y="17"/>
                </a:cubicBezTo>
                <a:cubicBezTo>
                  <a:pt x="185" y="19"/>
                  <a:pt x="183" y="20"/>
                  <a:pt x="182" y="23"/>
                </a:cubicBezTo>
                <a:cubicBezTo>
                  <a:pt x="184" y="24"/>
                  <a:pt x="185" y="22"/>
                  <a:pt x="187" y="24"/>
                </a:cubicBezTo>
                <a:cubicBezTo>
                  <a:pt x="187" y="25"/>
                  <a:pt x="187" y="25"/>
                  <a:pt x="187" y="25"/>
                </a:cubicBezTo>
                <a:cubicBezTo>
                  <a:pt x="186" y="26"/>
                  <a:pt x="184" y="25"/>
                  <a:pt x="183" y="25"/>
                </a:cubicBezTo>
                <a:cubicBezTo>
                  <a:pt x="180" y="25"/>
                  <a:pt x="180" y="25"/>
                  <a:pt x="179" y="25"/>
                </a:cubicBezTo>
                <a:cubicBezTo>
                  <a:pt x="175" y="28"/>
                  <a:pt x="169" y="33"/>
                  <a:pt x="163" y="29"/>
                </a:cubicBezTo>
                <a:close/>
              </a:path>
              <a:path w="232" h="59">
                <a:moveTo>
                  <a:pt x="134" y="18"/>
                </a:moveTo>
                <a:cubicBezTo>
                  <a:pt x="133" y="16"/>
                  <a:pt x="134" y="15"/>
                  <a:pt x="134" y="14"/>
                </a:cubicBezTo>
                <a:cubicBezTo>
                  <a:pt x="134" y="14"/>
                  <a:pt x="134" y="14"/>
                  <a:pt x="134" y="14"/>
                </a:cubicBezTo>
                <a:cubicBezTo>
                  <a:pt x="133" y="15"/>
                  <a:pt x="132" y="15"/>
                  <a:pt x="132" y="15"/>
                </a:cubicBezTo>
                <a:cubicBezTo>
                  <a:pt x="131" y="16"/>
                  <a:pt x="130" y="17"/>
                  <a:pt x="129" y="19"/>
                </a:cubicBezTo>
                <a:cubicBezTo>
                  <a:pt x="129" y="20"/>
                  <a:pt x="129" y="30"/>
                  <a:pt x="126" y="30"/>
                </a:cubicBezTo>
                <a:cubicBezTo>
                  <a:pt x="124" y="28"/>
                  <a:pt x="125" y="27"/>
                  <a:pt x="125" y="25"/>
                </a:cubicBezTo>
                <a:cubicBezTo>
                  <a:pt x="125" y="24"/>
                  <a:pt x="125" y="24"/>
                  <a:pt x="126" y="23"/>
                </a:cubicBezTo>
                <a:cubicBezTo>
                  <a:pt x="125" y="23"/>
                  <a:pt x="123" y="25"/>
                  <a:pt x="123" y="25"/>
                </a:cubicBezTo>
                <a:cubicBezTo>
                  <a:pt x="121" y="26"/>
                  <a:pt x="120" y="25"/>
                  <a:pt x="120" y="23"/>
                </a:cubicBezTo>
                <a:cubicBezTo>
                  <a:pt x="122" y="23"/>
                  <a:pt x="124" y="21"/>
                  <a:pt x="126" y="19"/>
                </a:cubicBezTo>
                <a:cubicBezTo>
                  <a:pt x="126" y="17"/>
                  <a:pt x="126" y="17"/>
                  <a:pt x="126" y="14"/>
                </a:cubicBezTo>
                <a:cubicBezTo>
                  <a:pt x="126" y="14"/>
                  <a:pt x="126" y="14"/>
                  <a:pt x="126" y="14"/>
                </a:cubicBezTo>
                <a:cubicBezTo>
                  <a:pt x="125" y="15"/>
                  <a:pt x="125" y="15"/>
                  <a:pt x="124" y="16"/>
                </a:cubicBezTo>
                <a:cubicBezTo>
                  <a:pt x="122" y="18"/>
                  <a:pt x="119" y="16"/>
                  <a:pt x="120" y="14"/>
                </a:cubicBezTo>
                <a:cubicBezTo>
                  <a:pt x="122" y="14"/>
                  <a:pt x="124" y="12"/>
                  <a:pt x="126" y="11"/>
                </a:cubicBezTo>
                <a:cubicBezTo>
                  <a:pt x="127" y="9"/>
                  <a:pt x="127" y="6"/>
                  <a:pt x="127" y="4"/>
                </a:cubicBezTo>
                <a:cubicBezTo>
                  <a:pt x="126" y="3"/>
                  <a:pt x="128" y="2"/>
                  <a:pt x="129" y="1"/>
                </a:cubicBezTo>
                <a:cubicBezTo>
                  <a:pt x="132" y="2"/>
                  <a:pt x="130" y="5"/>
                  <a:pt x="130" y="7"/>
                </a:cubicBezTo>
                <a:cubicBezTo>
                  <a:pt x="130" y="8"/>
                  <a:pt x="130" y="8"/>
                  <a:pt x="130" y="9"/>
                </a:cubicBezTo>
                <a:cubicBezTo>
                  <a:pt x="130" y="9"/>
                  <a:pt x="131" y="8"/>
                  <a:pt x="132" y="8"/>
                </a:cubicBezTo>
                <a:cubicBezTo>
                  <a:pt x="132" y="8"/>
                  <a:pt x="132" y="8"/>
                  <a:pt x="132" y="9"/>
                </a:cubicBezTo>
                <a:cubicBezTo>
                  <a:pt x="129" y="12"/>
                  <a:pt x="129" y="11"/>
                  <a:pt x="129" y="15"/>
                </a:cubicBezTo>
                <a:cubicBezTo>
                  <a:pt x="130" y="15"/>
                  <a:pt x="131" y="14"/>
                  <a:pt x="131" y="13"/>
                </a:cubicBezTo>
                <a:cubicBezTo>
                  <a:pt x="130" y="12"/>
                  <a:pt x="130" y="12"/>
                  <a:pt x="130" y="12"/>
                </a:cubicBezTo>
                <a:cubicBezTo>
                  <a:pt x="132" y="12"/>
                  <a:pt x="134" y="11"/>
                  <a:pt x="136" y="10"/>
                </a:cubicBezTo>
                <a:cubicBezTo>
                  <a:pt x="136" y="8"/>
                  <a:pt x="137" y="7"/>
                  <a:pt x="138" y="4"/>
                </a:cubicBezTo>
                <a:cubicBezTo>
                  <a:pt x="140" y="2"/>
                  <a:pt x="143" y="5"/>
                  <a:pt x="142" y="8"/>
                </a:cubicBezTo>
                <a:cubicBezTo>
                  <a:pt x="142" y="9"/>
                  <a:pt x="138" y="11"/>
                  <a:pt x="137" y="12"/>
                </a:cubicBezTo>
                <a:cubicBezTo>
                  <a:pt x="137" y="12"/>
                  <a:pt x="136" y="15"/>
                  <a:pt x="136" y="15"/>
                </a:cubicBezTo>
                <a:cubicBezTo>
                  <a:pt x="138" y="16"/>
                  <a:pt x="139" y="11"/>
                  <a:pt x="142" y="13"/>
                </a:cubicBezTo>
                <a:cubicBezTo>
                  <a:pt x="143" y="14"/>
                  <a:pt x="143" y="14"/>
                  <a:pt x="143" y="15"/>
                </a:cubicBezTo>
                <a:cubicBezTo>
                  <a:pt x="142" y="17"/>
                  <a:pt x="140" y="20"/>
                  <a:pt x="139" y="23"/>
                </a:cubicBezTo>
                <a:cubicBezTo>
                  <a:pt x="141" y="25"/>
                  <a:pt x="143" y="26"/>
                  <a:pt x="146" y="27"/>
                </a:cubicBezTo>
                <a:cubicBezTo>
                  <a:pt x="146" y="27"/>
                  <a:pt x="142" y="29"/>
                  <a:pt x="141" y="29"/>
                </a:cubicBezTo>
                <a:cubicBezTo>
                  <a:pt x="138" y="30"/>
                  <a:pt x="138" y="27"/>
                  <a:pt x="137" y="25"/>
                </a:cubicBezTo>
                <a:cubicBezTo>
                  <a:pt x="135" y="27"/>
                  <a:pt x="132" y="28"/>
                  <a:pt x="129" y="27"/>
                </a:cubicBezTo>
                <a:cubicBezTo>
                  <a:pt x="129" y="27"/>
                  <a:pt x="129" y="27"/>
                  <a:pt x="129" y="27"/>
                </a:cubicBezTo>
                <a:cubicBezTo>
                  <a:pt x="131" y="26"/>
                  <a:pt x="133" y="26"/>
                  <a:pt x="134" y="24"/>
                </a:cubicBezTo>
                <a:cubicBezTo>
                  <a:pt x="137" y="22"/>
                  <a:pt x="132" y="20"/>
                  <a:pt x="133" y="18"/>
                </a:cubicBezTo>
                <a:cubicBezTo>
                  <a:pt x="133" y="18"/>
                  <a:pt x="133" y="18"/>
                  <a:pt x="134" y="18"/>
                </a:cubicBezTo>
                <a:cubicBezTo>
                  <a:pt x="134" y="19"/>
                  <a:pt x="136" y="20"/>
                  <a:pt x="137" y="20"/>
                </a:cubicBezTo>
                <a:cubicBezTo>
                  <a:pt x="137" y="19"/>
                  <a:pt x="138" y="18"/>
                  <a:pt x="139" y="17"/>
                </a:cubicBezTo>
                <a:cubicBezTo>
                  <a:pt x="138" y="17"/>
                  <a:pt x="137" y="18"/>
                  <a:pt x="136" y="19"/>
                </a:cubicBezTo>
                <a:cubicBezTo>
                  <a:pt x="136" y="18"/>
                  <a:pt x="135" y="18"/>
                  <a:pt x="134" y="18"/>
                </a:cubicBezTo>
                <a:close/>
              </a:path>
              <a:path w="232" h="59">
                <a:moveTo>
                  <a:pt x="84" y="9"/>
                </a:moveTo>
                <a:cubicBezTo>
                  <a:pt x="86" y="9"/>
                  <a:pt x="87" y="10"/>
                  <a:pt x="87" y="12"/>
                </a:cubicBezTo>
                <a:cubicBezTo>
                  <a:pt x="88" y="11"/>
                  <a:pt x="87" y="10"/>
                  <a:pt x="90" y="11"/>
                </a:cubicBezTo>
                <a:cubicBezTo>
                  <a:pt x="90" y="12"/>
                  <a:pt x="90" y="12"/>
                  <a:pt x="90" y="14"/>
                </a:cubicBezTo>
                <a:cubicBezTo>
                  <a:pt x="89" y="15"/>
                  <a:pt x="88" y="16"/>
                  <a:pt x="87" y="17"/>
                </a:cubicBezTo>
                <a:cubicBezTo>
                  <a:pt x="88" y="19"/>
                  <a:pt x="87" y="19"/>
                  <a:pt x="88" y="20"/>
                </a:cubicBezTo>
                <a:cubicBezTo>
                  <a:pt x="88" y="20"/>
                  <a:pt x="89" y="19"/>
                  <a:pt x="90" y="18"/>
                </a:cubicBezTo>
                <a:cubicBezTo>
                  <a:pt x="90" y="20"/>
                  <a:pt x="89" y="20"/>
                  <a:pt x="88" y="21"/>
                </a:cubicBezTo>
                <a:cubicBezTo>
                  <a:pt x="88" y="24"/>
                  <a:pt x="90" y="28"/>
                  <a:pt x="88" y="30"/>
                </a:cubicBezTo>
                <a:cubicBezTo>
                  <a:pt x="85" y="31"/>
                  <a:pt x="86" y="26"/>
                  <a:pt x="85" y="25"/>
                </a:cubicBezTo>
                <a:cubicBezTo>
                  <a:pt x="85" y="25"/>
                  <a:pt x="85" y="25"/>
                  <a:pt x="85" y="25"/>
                </a:cubicBezTo>
                <a:cubicBezTo>
                  <a:pt x="84" y="26"/>
                  <a:pt x="82" y="28"/>
                  <a:pt x="81" y="27"/>
                </a:cubicBezTo>
                <a:cubicBezTo>
                  <a:pt x="80" y="26"/>
                  <a:pt x="81" y="24"/>
                  <a:pt x="82" y="22"/>
                </a:cubicBezTo>
                <a:cubicBezTo>
                  <a:pt x="83" y="21"/>
                  <a:pt x="85" y="18"/>
                  <a:pt x="85" y="18"/>
                </a:cubicBezTo>
                <a:cubicBezTo>
                  <a:pt x="85" y="17"/>
                  <a:pt x="85" y="17"/>
                  <a:pt x="85" y="17"/>
                </a:cubicBezTo>
                <a:cubicBezTo>
                  <a:pt x="85" y="17"/>
                  <a:pt x="84" y="16"/>
                  <a:pt x="84" y="16"/>
                </a:cubicBezTo>
                <a:cubicBezTo>
                  <a:pt x="83" y="18"/>
                  <a:pt x="81" y="20"/>
                  <a:pt x="79" y="20"/>
                </a:cubicBezTo>
                <a:cubicBezTo>
                  <a:pt x="78" y="19"/>
                  <a:pt x="78" y="19"/>
                  <a:pt x="78" y="18"/>
                </a:cubicBezTo>
                <a:cubicBezTo>
                  <a:pt x="80" y="17"/>
                  <a:pt x="82" y="15"/>
                  <a:pt x="84" y="14"/>
                </a:cubicBezTo>
                <a:cubicBezTo>
                  <a:pt x="84" y="12"/>
                  <a:pt x="83" y="11"/>
                  <a:pt x="84" y="9"/>
                </a:cubicBezTo>
                <a:cubicBezTo>
                  <a:pt x="82" y="9"/>
                  <a:pt x="81" y="10"/>
                  <a:pt x="80" y="10"/>
                </a:cubicBezTo>
                <a:cubicBezTo>
                  <a:pt x="80" y="10"/>
                  <a:pt x="80" y="10"/>
                  <a:pt x="81" y="9"/>
                </a:cubicBezTo>
                <a:cubicBezTo>
                  <a:pt x="85" y="6"/>
                  <a:pt x="86" y="5"/>
                  <a:pt x="86" y="4"/>
                </a:cubicBezTo>
                <a:cubicBezTo>
                  <a:pt x="87" y="3"/>
                  <a:pt x="87" y="2"/>
                  <a:pt x="89" y="3"/>
                </a:cubicBezTo>
                <a:cubicBezTo>
                  <a:pt x="90" y="3"/>
                  <a:pt x="90" y="5"/>
                  <a:pt x="90" y="5"/>
                </a:cubicBezTo>
                <a:cubicBezTo>
                  <a:pt x="88" y="7"/>
                  <a:pt x="86" y="8"/>
                  <a:pt x="84" y="9"/>
                </a:cubicBezTo>
                <a:cubicBezTo>
                  <a:pt x="84" y="9"/>
                  <a:pt x="84" y="9"/>
                  <a:pt x="84" y="9"/>
                </a:cubicBezTo>
                <a:close/>
                <a:moveTo>
                  <a:pt x="84" y="23"/>
                </a:moveTo>
                <a:cubicBezTo>
                  <a:pt x="84" y="22"/>
                  <a:pt x="84" y="22"/>
                  <a:pt x="85" y="21"/>
                </a:cubicBezTo>
                <a:cubicBezTo>
                  <a:pt x="85" y="21"/>
                  <a:pt x="85" y="21"/>
                  <a:pt x="85" y="22"/>
                </a:cubicBezTo>
                <a:cubicBezTo>
                  <a:pt x="85" y="22"/>
                  <a:pt x="85" y="23"/>
                  <a:pt x="84" y="23"/>
                </a:cubicBezTo>
                <a:close/>
              </a:path>
              <a:path w="232" h="59">
                <a:moveTo>
                  <a:pt x="99" y="32"/>
                </a:moveTo>
                <a:cubicBezTo>
                  <a:pt x="99" y="32"/>
                  <a:pt x="98" y="32"/>
                  <a:pt x="98" y="31"/>
                </a:cubicBezTo>
                <a:cubicBezTo>
                  <a:pt x="98" y="28"/>
                  <a:pt x="97" y="25"/>
                  <a:pt x="97" y="22"/>
                </a:cubicBezTo>
                <a:cubicBezTo>
                  <a:pt x="96" y="22"/>
                  <a:pt x="95" y="23"/>
                  <a:pt x="94" y="24"/>
                </a:cubicBezTo>
                <a:cubicBezTo>
                  <a:pt x="93" y="24"/>
                  <a:pt x="92" y="24"/>
                  <a:pt x="92" y="23"/>
                </a:cubicBezTo>
                <a:cubicBezTo>
                  <a:pt x="92" y="23"/>
                  <a:pt x="92" y="22"/>
                  <a:pt x="92" y="22"/>
                </a:cubicBezTo>
                <a:cubicBezTo>
                  <a:pt x="92" y="20"/>
                  <a:pt x="93" y="16"/>
                  <a:pt x="91" y="16"/>
                </a:cubicBezTo>
                <a:cubicBezTo>
                  <a:pt x="90" y="15"/>
                  <a:pt x="90" y="15"/>
                  <a:pt x="90" y="14"/>
                </a:cubicBezTo>
                <a:cubicBezTo>
                  <a:pt x="92" y="14"/>
                  <a:pt x="91" y="11"/>
                  <a:pt x="91" y="10"/>
                </a:cubicBezTo>
                <a:cubicBezTo>
                  <a:pt x="89" y="9"/>
                  <a:pt x="87" y="8"/>
                  <a:pt x="89" y="7"/>
                </a:cubicBezTo>
                <a:cubicBezTo>
                  <a:pt x="91" y="7"/>
                  <a:pt x="93" y="7"/>
                  <a:pt x="94" y="9"/>
                </a:cubicBezTo>
                <a:cubicBezTo>
                  <a:pt x="94" y="10"/>
                  <a:pt x="92" y="12"/>
                  <a:pt x="92" y="13"/>
                </a:cubicBezTo>
                <a:cubicBezTo>
                  <a:pt x="94" y="13"/>
                  <a:pt x="95" y="14"/>
                  <a:pt x="95" y="16"/>
                </a:cubicBezTo>
                <a:cubicBezTo>
                  <a:pt x="93" y="17"/>
                  <a:pt x="93" y="18"/>
                  <a:pt x="94" y="20"/>
                </a:cubicBezTo>
                <a:cubicBezTo>
                  <a:pt x="95" y="19"/>
                  <a:pt x="95" y="18"/>
                  <a:pt x="96" y="17"/>
                </a:cubicBezTo>
                <a:cubicBezTo>
                  <a:pt x="96" y="11"/>
                  <a:pt x="93" y="7"/>
                  <a:pt x="93" y="2"/>
                </a:cubicBezTo>
                <a:cubicBezTo>
                  <a:pt x="94" y="0"/>
                  <a:pt x="96" y="0"/>
                  <a:pt x="97" y="2"/>
                </a:cubicBezTo>
                <a:cubicBezTo>
                  <a:pt x="97" y="5"/>
                  <a:pt x="97" y="11"/>
                  <a:pt x="99" y="14"/>
                </a:cubicBezTo>
                <a:cubicBezTo>
                  <a:pt x="99" y="13"/>
                  <a:pt x="100" y="12"/>
                  <a:pt x="100" y="11"/>
                </a:cubicBezTo>
                <a:cubicBezTo>
                  <a:pt x="101" y="11"/>
                  <a:pt x="102" y="12"/>
                  <a:pt x="103" y="14"/>
                </a:cubicBezTo>
                <a:cubicBezTo>
                  <a:pt x="101" y="15"/>
                  <a:pt x="100" y="16"/>
                  <a:pt x="99" y="18"/>
                </a:cubicBezTo>
                <a:cubicBezTo>
                  <a:pt x="100" y="23"/>
                  <a:pt x="100" y="26"/>
                  <a:pt x="101" y="29"/>
                </a:cubicBezTo>
                <a:cubicBezTo>
                  <a:pt x="100" y="30"/>
                  <a:pt x="100" y="32"/>
                  <a:pt x="99" y="32"/>
                </a:cubicBezTo>
                <a:close/>
              </a:path>
              <a:path w="232" h="59">
                <a:moveTo>
                  <a:pt x="58" y="41"/>
                </a:moveTo>
                <a:cubicBezTo>
                  <a:pt x="58" y="42"/>
                  <a:pt x="57" y="41"/>
                  <a:pt x="57" y="41"/>
                </a:cubicBezTo>
                <a:cubicBezTo>
                  <a:pt x="52" y="36"/>
                  <a:pt x="53" y="29"/>
                  <a:pt x="50" y="25"/>
                </a:cubicBezTo>
                <a:cubicBezTo>
                  <a:pt x="48" y="26"/>
                  <a:pt x="48" y="30"/>
                  <a:pt x="47" y="31"/>
                </a:cubicBezTo>
                <a:cubicBezTo>
                  <a:pt x="44" y="33"/>
                  <a:pt x="43" y="28"/>
                  <a:pt x="43" y="26"/>
                </a:cubicBezTo>
                <a:cubicBezTo>
                  <a:pt x="43" y="25"/>
                  <a:pt x="43" y="24"/>
                  <a:pt x="43" y="23"/>
                </a:cubicBezTo>
                <a:cubicBezTo>
                  <a:pt x="44" y="23"/>
                  <a:pt x="45" y="25"/>
                  <a:pt x="46" y="26"/>
                </a:cubicBezTo>
                <a:cubicBezTo>
                  <a:pt x="47" y="26"/>
                  <a:pt x="47" y="26"/>
                  <a:pt x="47" y="26"/>
                </a:cubicBezTo>
                <a:cubicBezTo>
                  <a:pt x="50" y="21"/>
                  <a:pt x="47" y="18"/>
                  <a:pt x="44" y="15"/>
                </a:cubicBezTo>
                <a:cubicBezTo>
                  <a:pt x="44" y="14"/>
                  <a:pt x="44" y="13"/>
                  <a:pt x="45" y="12"/>
                </a:cubicBezTo>
                <a:cubicBezTo>
                  <a:pt x="45" y="12"/>
                  <a:pt x="47" y="12"/>
                  <a:pt x="48" y="12"/>
                </a:cubicBezTo>
                <a:cubicBezTo>
                  <a:pt x="48" y="12"/>
                  <a:pt x="48" y="12"/>
                  <a:pt x="48" y="12"/>
                </a:cubicBezTo>
                <a:cubicBezTo>
                  <a:pt x="49" y="14"/>
                  <a:pt x="50" y="16"/>
                  <a:pt x="50" y="17"/>
                </a:cubicBezTo>
                <a:cubicBezTo>
                  <a:pt x="50" y="17"/>
                  <a:pt x="51" y="17"/>
                  <a:pt x="51" y="17"/>
                </a:cubicBezTo>
                <a:cubicBezTo>
                  <a:pt x="52" y="16"/>
                  <a:pt x="53" y="14"/>
                  <a:pt x="54" y="12"/>
                </a:cubicBezTo>
                <a:cubicBezTo>
                  <a:pt x="55" y="12"/>
                  <a:pt x="57" y="10"/>
                  <a:pt x="58" y="13"/>
                </a:cubicBezTo>
                <a:cubicBezTo>
                  <a:pt x="58" y="15"/>
                  <a:pt x="53" y="19"/>
                  <a:pt x="57" y="20"/>
                </a:cubicBezTo>
                <a:cubicBezTo>
                  <a:pt x="57" y="20"/>
                  <a:pt x="57" y="21"/>
                  <a:pt x="57" y="21"/>
                </a:cubicBezTo>
                <a:cubicBezTo>
                  <a:pt x="57" y="23"/>
                  <a:pt x="55" y="25"/>
                  <a:pt x="53" y="26"/>
                </a:cubicBezTo>
                <a:cubicBezTo>
                  <a:pt x="54" y="30"/>
                  <a:pt x="57" y="34"/>
                  <a:pt x="58" y="37"/>
                </a:cubicBezTo>
                <a:cubicBezTo>
                  <a:pt x="59" y="39"/>
                  <a:pt x="59" y="40"/>
                  <a:pt x="58" y="41"/>
                </a:cubicBezTo>
                <a:close/>
                <a:moveTo>
                  <a:pt x="53" y="23"/>
                </a:moveTo>
                <a:cubicBezTo>
                  <a:pt x="52" y="23"/>
                  <a:pt x="51" y="21"/>
                  <a:pt x="51" y="21"/>
                </a:cubicBezTo>
                <a:cubicBezTo>
                  <a:pt x="51" y="20"/>
                  <a:pt x="52" y="18"/>
                  <a:pt x="53" y="18"/>
                </a:cubicBezTo>
                <a:cubicBezTo>
                  <a:pt x="54" y="20"/>
                  <a:pt x="54" y="21"/>
                  <a:pt x="53" y="2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0" name="Freeform 15"/>
          <p:cNvSpPr>
            <a:spLocks noGrp="1"/>
          </p:cNvSpPr>
          <p:nvPr/>
        </p:nvSpPr>
        <p:spPr>
          <a:xfrm>
            <a:off x="9803130" y="257810"/>
            <a:ext cx="519430" cy="294640"/>
          </a:xfrm>
          <a:custGeom>
            <a:avLst/>
            <a:gdLst/>
            <a:ahLst/>
            <a:cxnLst/>
            <a:rect l="l" t="t" r="r" b="b"/>
            <a:pathLst>
              <a:path w="336" h="189">
                <a:moveTo>
                  <a:pt x="293" y="24"/>
                </a:moveTo>
                <a:lnTo>
                  <a:pt x="299" y="19"/>
                </a:lnTo>
                <a:lnTo>
                  <a:pt x="300" y="19"/>
                </a:lnTo>
                <a:cubicBezTo>
                  <a:pt x="298" y="20"/>
                  <a:pt x="297" y="22"/>
                  <a:pt x="297" y="23"/>
                </a:cubicBezTo>
                <a:cubicBezTo>
                  <a:pt x="296" y="24"/>
                  <a:pt x="296" y="26"/>
                  <a:pt x="297" y="27"/>
                </a:cubicBezTo>
                <a:cubicBezTo>
                  <a:pt x="298" y="28"/>
                  <a:pt x="299" y="28"/>
                  <a:pt x="302" y="27"/>
                </a:cubicBezTo>
                <a:cubicBezTo>
                  <a:pt x="304" y="27"/>
                  <a:pt x="307" y="25"/>
                  <a:pt x="309" y="23"/>
                </a:cubicBezTo>
                <a:cubicBezTo>
                  <a:pt x="311" y="22"/>
                  <a:pt x="313" y="20"/>
                  <a:pt x="314" y="19"/>
                </a:cubicBezTo>
                <a:cubicBezTo>
                  <a:pt x="316" y="17"/>
                  <a:pt x="316" y="16"/>
                  <a:pt x="317" y="14"/>
                </a:cubicBezTo>
                <a:cubicBezTo>
                  <a:pt x="317" y="13"/>
                  <a:pt x="317" y="12"/>
                  <a:pt x="317" y="12"/>
                </a:cubicBezTo>
                <a:cubicBezTo>
                  <a:pt x="316" y="11"/>
                  <a:pt x="316" y="11"/>
                  <a:pt x="315" y="11"/>
                </a:cubicBezTo>
                <a:cubicBezTo>
                  <a:pt x="315" y="11"/>
                  <a:pt x="314" y="10"/>
                  <a:pt x="314" y="10"/>
                </a:cubicBezTo>
                <a:lnTo>
                  <a:pt x="308" y="15"/>
                </a:lnTo>
                <a:cubicBezTo>
                  <a:pt x="307" y="16"/>
                  <a:pt x="306" y="16"/>
                  <a:pt x="306" y="17"/>
                </a:cubicBezTo>
                <a:cubicBezTo>
                  <a:pt x="305" y="17"/>
                  <a:pt x="305" y="17"/>
                  <a:pt x="305" y="18"/>
                </a:cubicBezTo>
                <a:cubicBezTo>
                  <a:pt x="305" y="18"/>
                  <a:pt x="305" y="18"/>
                  <a:pt x="306" y="19"/>
                </a:cubicBezTo>
                <a:lnTo>
                  <a:pt x="305" y="19"/>
                </a:lnTo>
                <a:lnTo>
                  <a:pt x="302" y="15"/>
                </a:lnTo>
                <a:lnTo>
                  <a:pt x="303" y="15"/>
                </a:lnTo>
                <a:cubicBezTo>
                  <a:pt x="303" y="15"/>
                  <a:pt x="304" y="15"/>
                  <a:pt x="304" y="15"/>
                </a:cubicBezTo>
                <a:cubicBezTo>
                  <a:pt x="305" y="15"/>
                  <a:pt x="305" y="14"/>
                  <a:pt x="307" y="13"/>
                </a:cubicBezTo>
                <a:lnTo>
                  <a:pt x="313" y="9"/>
                </a:lnTo>
                <a:cubicBezTo>
                  <a:pt x="314" y="9"/>
                  <a:pt x="315" y="9"/>
                  <a:pt x="316" y="9"/>
                </a:cubicBezTo>
                <a:cubicBezTo>
                  <a:pt x="316" y="10"/>
                  <a:pt x="317" y="10"/>
                  <a:pt x="318" y="11"/>
                </a:cubicBezTo>
                <a:cubicBezTo>
                  <a:pt x="319" y="13"/>
                  <a:pt x="319" y="15"/>
                  <a:pt x="317" y="18"/>
                </a:cubicBezTo>
                <a:cubicBezTo>
                  <a:pt x="316" y="21"/>
                  <a:pt x="314" y="23"/>
                  <a:pt x="311" y="25"/>
                </a:cubicBezTo>
                <a:cubicBezTo>
                  <a:pt x="309" y="26"/>
                  <a:pt x="307" y="27"/>
                  <a:pt x="305" y="28"/>
                </a:cubicBezTo>
                <a:cubicBezTo>
                  <a:pt x="303" y="29"/>
                  <a:pt x="301" y="29"/>
                  <a:pt x="299" y="29"/>
                </a:cubicBezTo>
                <a:cubicBezTo>
                  <a:pt x="298" y="29"/>
                  <a:pt x="296" y="29"/>
                  <a:pt x="296" y="28"/>
                </a:cubicBezTo>
                <a:cubicBezTo>
                  <a:pt x="295" y="27"/>
                  <a:pt x="295" y="27"/>
                  <a:pt x="295" y="26"/>
                </a:cubicBezTo>
                <a:cubicBezTo>
                  <a:pt x="295" y="26"/>
                  <a:pt x="295" y="25"/>
                  <a:pt x="295" y="24"/>
                </a:cubicBezTo>
                <a:cubicBezTo>
                  <a:pt x="295" y="24"/>
                  <a:pt x="295" y="24"/>
                  <a:pt x="295" y="24"/>
                </a:cubicBezTo>
                <a:cubicBezTo>
                  <a:pt x="295" y="23"/>
                  <a:pt x="295" y="23"/>
                  <a:pt x="294" y="24"/>
                </a:cubicBezTo>
                <a:cubicBezTo>
                  <a:pt x="294" y="24"/>
                  <a:pt x="294" y="24"/>
                  <a:pt x="293" y="24"/>
                </a:cubicBezTo>
                <a:close/>
              </a:path>
              <a:path w="336" h="189">
                <a:moveTo>
                  <a:pt x="293" y="145"/>
                </a:moveTo>
                <a:lnTo>
                  <a:pt x="292" y="145"/>
                </a:lnTo>
                <a:lnTo>
                  <a:pt x="293" y="144"/>
                </a:lnTo>
                <a:cubicBezTo>
                  <a:pt x="293" y="144"/>
                  <a:pt x="293" y="144"/>
                  <a:pt x="293" y="143"/>
                </a:cubicBezTo>
                <a:cubicBezTo>
                  <a:pt x="293" y="143"/>
                  <a:pt x="292" y="142"/>
                  <a:pt x="292" y="141"/>
                </a:cubicBezTo>
                <a:lnTo>
                  <a:pt x="282" y="128"/>
                </a:lnTo>
                <a:cubicBezTo>
                  <a:pt x="281" y="126"/>
                  <a:pt x="280" y="126"/>
                  <a:pt x="280" y="126"/>
                </a:cubicBezTo>
                <a:cubicBezTo>
                  <a:pt x="279" y="125"/>
                  <a:pt x="279" y="125"/>
                  <a:pt x="278" y="126"/>
                </a:cubicBezTo>
                <a:lnTo>
                  <a:pt x="277" y="125"/>
                </a:lnTo>
                <a:lnTo>
                  <a:pt x="282" y="122"/>
                </a:lnTo>
                <a:cubicBezTo>
                  <a:pt x="283" y="121"/>
                  <a:pt x="284" y="120"/>
                  <a:pt x="286" y="121"/>
                </a:cubicBezTo>
                <a:cubicBezTo>
                  <a:pt x="287" y="121"/>
                  <a:pt x="288" y="121"/>
                  <a:pt x="290" y="123"/>
                </a:cubicBezTo>
                <a:cubicBezTo>
                  <a:pt x="292" y="124"/>
                  <a:pt x="293" y="125"/>
                  <a:pt x="295" y="128"/>
                </a:cubicBezTo>
                <a:cubicBezTo>
                  <a:pt x="297" y="130"/>
                  <a:pt x="299" y="133"/>
                  <a:pt x="299" y="135"/>
                </a:cubicBezTo>
                <a:cubicBezTo>
                  <a:pt x="300" y="138"/>
                  <a:pt x="299" y="140"/>
                  <a:pt x="297" y="142"/>
                </a:cubicBezTo>
                <a:lnTo>
                  <a:pt x="293" y="145"/>
                </a:lnTo>
                <a:close/>
                <a:moveTo>
                  <a:pt x="295" y="142"/>
                </a:moveTo>
                <a:cubicBezTo>
                  <a:pt x="295" y="141"/>
                  <a:pt x="296" y="141"/>
                  <a:pt x="296" y="141"/>
                </a:cubicBezTo>
                <a:cubicBezTo>
                  <a:pt x="298" y="140"/>
                  <a:pt x="298" y="139"/>
                  <a:pt x="297" y="136"/>
                </a:cubicBezTo>
                <a:cubicBezTo>
                  <a:pt x="297" y="134"/>
                  <a:pt x="296" y="132"/>
                  <a:pt x="293" y="129"/>
                </a:cubicBezTo>
                <a:cubicBezTo>
                  <a:pt x="291" y="126"/>
                  <a:pt x="289" y="124"/>
                  <a:pt x="287" y="123"/>
                </a:cubicBezTo>
                <a:cubicBezTo>
                  <a:pt x="285" y="122"/>
                  <a:pt x="284" y="122"/>
                  <a:pt x="283" y="123"/>
                </a:cubicBezTo>
                <a:cubicBezTo>
                  <a:pt x="282" y="123"/>
                  <a:pt x="282" y="124"/>
                  <a:pt x="281" y="125"/>
                </a:cubicBezTo>
                <a:lnTo>
                  <a:pt x="295" y="142"/>
                </a:lnTo>
                <a:close/>
              </a:path>
              <a:path w="336" h="189">
                <a:moveTo>
                  <a:pt x="266" y="134"/>
                </a:moveTo>
                <a:lnTo>
                  <a:pt x="268" y="132"/>
                </a:lnTo>
                <a:lnTo>
                  <a:pt x="286" y="143"/>
                </a:lnTo>
                <a:lnTo>
                  <a:pt x="277" y="131"/>
                </a:lnTo>
                <a:cubicBezTo>
                  <a:pt x="276" y="130"/>
                  <a:pt x="276" y="129"/>
                  <a:pt x="275" y="129"/>
                </a:cubicBezTo>
                <a:cubicBezTo>
                  <a:pt x="275" y="129"/>
                  <a:pt x="274" y="129"/>
                  <a:pt x="274" y="129"/>
                </a:cubicBezTo>
                <a:lnTo>
                  <a:pt x="273" y="129"/>
                </a:lnTo>
                <a:lnTo>
                  <a:pt x="277" y="126"/>
                </a:lnTo>
                <a:lnTo>
                  <a:pt x="277" y="127"/>
                </a:lnTo>
                <a:cubicBezTo>
                  <a:pt x="276" y="127"/>
                  <a:pt x="276" y="128"/>
                  <a:pt x="276" y="128"/>
                </a:cubicBezTo>
                <a:cubicBezTo>
                  <a:pt x="277" y="129"/>
                  <a:pt x="277" y="129"/>
                  <a:pt x="278" y="130"/>
                </a:cubicBezTo>
                <a:lnTo>
                  <a:pt x="291" y="147"/>
                </a:lnTo>
                <a:lnTo>
                  <a:pt x="290" y="148"/>
                </a:lnTo>
                <a:lnTo>
                  <a:pt x="272" y="136"/>
                </a:lnTo>
                <a:lnTo>
                  <a:pt x="281" y="149"/>
                </a:lnTo>
                <a:cubicBezTo>
                  <a:pt x="282" y="150"/>
                  <a:pt x="283" y="151"/>
                  <a:pt x="283" y="151"/>
                </a:cubicBezTo>
                <a:cubicBezTo>
                  <a:pt x="284" y="151"/>
                  <a:pt x="284" y="151"/>
                  <a:pt x="284" y="151"/>
                </a:cubicBezTo>
                <a:lnTo>
                  <a:pt x="285" y="151"/>
                </a:lnTo>
                <a:lnTo>
                  <a:pt x="282" y="154"/>
                </a:lnTo>
                <a:lnTo>
                  <a:pt x="281" y="153"/>
                </a:lnTo>
                <a:lnTo>
                  <a:pt x="282" y="153"/>
                </a:lnTo>
                <a:cubicBezTo>
                  <a:pt x="282" y="153"/>
                  <a:pt x="282" y="152"/>
                  <a:pt x="282" y="152"/>
                </a:cubicBezTo>
                <a:cubicBezTo>
                  <a:pt x="282" y="151"/>
                  <a:pt x="281" y="150"/>
                  <a:pt x="280" y="149"/>
                </a:cubicBezTo>
                <a:lnTo>
                  <a:pt x="270" y="135"/>
                </a:lnTo>
                <a:cubicBezTo>
                  <a:pt x="269" y="135"/>
                  <a:pt x="268" y="135"/>
                  <a:pt x="268" y="134"/>
                </a:cubicBezTo>
                <a:cubicBezTo>
                  <a:pt x="268" y="134"/>
                  <a:pt x="267" y="134"/>
                  <a:pt x="267" y="134"/>
                </a:cubicBezTo>
                <a:cubicBezTo>
                  <a:pt x="267" y="134"/>
                  <a:pt x="267" y="135"/>
                  <a:pt x="266" y="135"/>
                </a:cubicBezTo>
                <a:lnTo>
                  <a:pt x="266" y="134"/>
                </a:lnTo>
                <a:close/>
              </a:path>
              <a:path w="336" h="189">
                <a:moveTo>
                  <a:pt x="272" y="151"/>
                </a:moveTo>
                <a:lnTo>
                  <a:pt x="268" y="154"/>
                </a:lnTo>
                <a:lnTo>
                  <a:pt x="270" y="157"/>
                </a:lnTo>
                <a:cubicBezTo>
                  <a:pt x="270" y="158"/>
                  <a:pt x="270" y="159"/>
                  <a:pt x="271" y="159"/>
                </a:cubicBezTo>
                <a:cubicBezTo>
                  <a:pt x="271" y="160"/>
                  <a:pt x="271" y="160"/>
                  <a:pt x="272" y="160"/>
                </a:cubicBezTo>
                <a:cubicBezTo>
                  <a:pt x="272" y="160"/>
                  <a:pt x="272" y="160"/>
                  <a:pt x="273" y="160"/>
                </a:cubicBezTo>
                <a:lnTo>
                  <a:pt x="270" y="163"/>
                </a:lnTo>
                <a:lnTo>
                  <a:pt x="270" y="162"/>
                </a:lnTo>
                <a:cubicBezTo>
                  <a:pt x="270" y="162"/>
                  <a:pt x="270" y="161"/>
                  <a:pt x="270" y="161"/>
                </a:cubicBezTo>
                <a:cubicBezTo>
                  <a:pt x="270" y="160"/>
                  <a:pt x="270" y="159"/>
                  <a:pt x="269" y="157"/>
                </a:cubicBezTo>
                <a:lnTo>
                  <a:pt x="260" y="138"/>
                </a:lnTo>
                <a:lnTo>
                  <a:pt x="276" y="152"/>
                </a:lnTo>
                <a:cubicBezTo>
                  <a:pt x="277" y="153"/>
                  <a:pt x="278" y="154"/>
                  <a:pt x="279" y="154"/>
                </a:cubicBezTo>
                <a:cubicBezTo>
                  <a:pt x="279" y="154"/>
                  <a:pt x="280" y="154"/>
                  <a:pt x="280" y="154"/>
                </a:cubicBezTo>
                <a:lnTo>
                  <a:pt x="281" y="155"/>
                </a:lnTo>
                <a:lnTo>
                  <a:pt x="277" y="158"/>
                </a:lnTo>
                <a:lnTo>
                  <a:pt x="276" y="157"/>
                </a:lnTo>
                <a:cubicBezTo>
                  <a:pt x="277" y="157"/>
                  <a:pt x="277" y="156"/>
                  <a:pt x="277" y="156"/>
                </a:cubicBezTo>
                <a:cubicBezTo>
                  <a:pt x="277" y="156"/>
                  <a:pt x="277" y="155"/>
                  <a:pt x="276" y="155"/>
                </a:cubicBezTo>
                <a:cubicBezTo>
                  <a:pt x="276" y="155"/>
                  <a:pt x="276" y="154"/>
                  <a:pt x="275" y="153"/>
                </a:cubicBezTo>
                <a:lnTo>
                  <a:pt x="272" y="151"/>
                </a:lnTo>
                <a:close/>
                <a:moveTo>
                  <a:pt x="271" y="150"/>
                </a:moveTo>
                <a:lnTo>
                  <a:pt x="263" y="143"/>
                </a:lnTo>
                <a:lnTo>
                  <a:pt x="267" y="152"/>
                </a:lnTo>
                <a:lnTo>
                  <a:pt x="271" y="150"/>
                </a:lnTo>
                <a:close/>
              </a:path>
              <a:path w="336" h="189">
                <a:moveTo>
                  <a:pt x="319" y="86"/>
                </a:moveTo>
                <a:lnTo>
                  <a:pt x="320" y="81"/>
                </a:lnTo>
                <a:lnTo>
                  <a:pt x="313" y="79"/>
                </a:lnTo>
                <a:cubicBezTo>
                  <a:pt x="311" y="79"/>
                  <a:pt x="311" y="79"/>
                  <a:pt x="310" y="79"/>
                </a:cubicBezTo>
                <a:cubicBezTo>
                  <a:pt x="310" y="79"/>
                  <a:pt x="310" y="79"/>
                  <a:pt x="309" y="79"/>
                </a:cubicBezTo>
                <a:cubicBezTo>
                  <a:pt x="309" y="79"/>
                  <a:pt x="309" y="80"/>
                  <a:pt x="309" y="80"/>
                </a:cubicBezTo>
                <a:lnTo>
                  <a:pt x="308" y="80"/>
                </a:lnTo>
                <a:lnTo>
                  <a:pt x="309" y="75"/>
                </a:lnTo>
                <a:lnTo>
                  <a:pt x="310" y="75"/>
                </a:lnTo>
                <a:cubicBezTo>
                  <a:pt x="309" y="76"/>
                  <a:pt x="310" y="76"/>
                  <a:pt x="310" y="76"/>
                </a:cubicBezTo>
                <a:cubicBezTo>
                  <a:pt x="310" y="77"/>
                  <a:pt x="310" y="77"/>
                  <a:pt x="311" y="77"/>
                </a:cubicBezTo>
                <a:cubicBezTo>
                  <a:pt x="311" y="77"/>
                  <a:pt x="312" y="77"/>
                  <a:pt x="313" y="77"/>
                </a:cubicBezTo>
                <a:lnTo>
                  <a:pt x="330" y="80"/>
                </a:lnTo>
                <a:cubicBezTo>
                  <a:pt x="331" y="81"/>
                  <a:pt x="332" y="81"/>
                  <a:pt x="332" y="81"/>
                </a:cubicBezTo>
                <a:cubicBezTo>
                  <a:pt x="333" y="81"/>
                  <a:pt x="333" y="81"/>
                  <a:pt x="333" y="81"/>
                </a:cubicBezTo>
                <a:cubicBezTo>
                  <a:pt x="334" y="80"/>
                  <a:pt x="334" y="80"/>
                  <a:pt x="334" y="80"/>
                </a:cubicBezTo>
                <a:lnTo>
                  <a:pt x="334" y="79"/>
                </a:lnTo>
                <a:lnTo>
                  <a:pt x="335" y="80"/>
                </a:lnTo>
                <a:lnTo>
                  <a:pt x="334" y="85"/>
                </a:lnTo>
                <a:lnTo>
                  <a:pt x="333" y="85"/>
                </a:lnTo>
                <a:lnTo>
                  <a:pt x="333" y="84"/>
                </a:lnTo>
                <a:cubicBezTo>
                  <a:pt x="333" y="84"/>
                  <a:pt x="333" y="83"/>
                  <a:pt x="332" y="83"/>
                </a:cubicBezTo>
                <a:cubicBezTo>
                  <a:pt x="332" y="83"/>
                  <a:pt x="331" y="83"/>
                  <a:pt x="329" y="82"/>
                </a:cubicBezTo>
                <a:lnTo>
                  <a:pt x="322" y="81"/>
                </a:lnTo>
                <a:lnTo>
                  <a:pt x="320" y="87"/>
                </a:lnTo>
                <a:lnTo>
                  <a:pt x="328" y="88"/>
                </a:lnTo>
                <a:cubicBezTo>
                  <a:pt x="330" y="88"/>
                  <a:pt x="331" y="88"/>
                  <a:pt x="331" y="88"/>
                </a:cubicBezTo>
                <a:cubicBezTo>
                  <a:pt x="331" y="88"/>
                  <a:pt x="332" y="88"/>
                  <a:pt x="332" y="88"/>
                </a:cubicBezTo>
                <a:cubicBezTo>
                  <a:pt x="332" y="88"/>
                  <a:pt x="332" y="88"/>
                  <a:pt x="333" y="87"/>
                </a:cubicBezTo>
                <a:lnTo>
                  <a:pt x="332" y="92"/>
                </a:lnTo>
                <a:cubicBezTo>
                  <a:pt x="332" y="91"/>
                  <a:pt x="331" y="91"/>
                  <a:pt x="331" y="90"/>
                </a:cubicBezTo>
                <a:cubicBezTo>
                  <a:pt x="331" y="90"/>
                  <a:pt x="330" y="90"/>
                  <a:pt x="328" y="90"/>
                </a:cubicBezTo>
                <a:lnTo>
                  <a:pt x="311" y="87"/>
                </a:lnTo>
                <a:cubicBezTo>
                  <a:pt x="310" y="86"/>
                  <a:pt x="309" y="86"/>
                  <a:pt x="309" y="86"/>
                </a:cubicBezTo>
                <a:cubicBezTo>
                  <a:pt x="308" y="86"/>
                  <a:pt x="308" y="86"/>
                  <a:pt x="308" y="87"/>
                </a:cubicBezTo>
                <a:cubicBezTo>
                  <a:pt x="307" y="87"/>
                  <a:pt x="307" y="87"/>
                  <a:pt x="307" y="87"/>
                </a:cubicBezTo>
                <a:lnTo>
                  <a:pt x="307" y="88"/>
                </a:lnTo>
                <a:lnTo>
                  <a:pt x="306" y="88"/>
                </a:lnTo>
                <a:lnTo>
                  <a:pt x="307" y="82"/>
                </a:lnTo>
                <a:lnTo>
                  <a:pt x="308" y="82"/>
                </a:lnTo>
                <a:lnTo>
                  <a:pt x="308" y="83"/>
                </a:lnTo>
                <a:cubicBezTo>
                  <a:pt x="308" y="83"/>
                  <a:pt x="308" y="84"/>
                  <a:pt x="308" y="84"/>
                </a:cubicBezTo>
                <a:cubicBezTo>
                  <a:pt x="309" y="84"/>
                  <a:pt x="309" y="84"/>
                  <a:pt x="309" y="84"/>
                </a:cubicBezTo>
                <a:cubicBezTo>
                  <a:pt x="310" y="85"/>
                  <a:pt x="310" y="85"/>
                  <a:pt x="312" y="85"/>
                </a:cubicBezTo>
                <a:lnTo>
                  <a:pt x="319" y="86"/>
                </a:lnTo>
                <a:close/>
              </a:path>
              <a:path w="336" h="189">
                <a:moveTo>
                  <a:pt x="305" y="89"/>
                </a:moveTo>
                <a:lnTo>
                  <a:pt x="314" y="91"/>
                </a:lnTo>
                <a:cubicBezTo>
                  <a:pt x="311" y="91"/>
                  <a:pt x="309" y="91"/>
                  <a:pt x="308" y="92"/>
                </a:cubicBezTo>
                <a:cubicBezTo>
                  <a:pt x="307" y="92"/>
                  <a:pt x="306" y="93"/>
                  <a:pt x="306" y="94"/>
                </a:cubicBezTo>
                <a:cubicBezTo>
                  <a:pt x="305" y="95"/>
                  <a:pt x="306" y="95"/>
                  <a:pt x="306" y="96"/>
                </a:cubicBezTo>
                <a:cubicBezTo>
                  <a:pt x="307" y="97"/>
                  <a:pt x="308" y="98"/>
                  <a:pt x="310" y="99"/>
                </a:cubicBezTo>
                <a:cubicBezTo>
                  <a:pt x="312" y="99"/>
                  <a:pt x="314" y="100"/>
                  <a:pt x="317" y="101"/>
                </a:cubicBezTo>
                <a:cubicBezTo>
                  <a:pt x="320" y="101"/>
                  <a:pt x="322" y="101"/>
                  <a:pt x="323" y="101"/>
                </a:cubicBezTo>
                <a:cubicBezTo>
                  <a:pt x="325" y="101"/>
                  <a:pt x="327" y="101"/>
                  <a:pt x="328" y="100"/>
                </a:cubicBezTo>
                <a:cubicBezTo>
                  <a:pt x="329" y="100"/>
                  <a:pt x="329" y="99"/>
                  <a:pt x="330" y="98"/>
                </a:cubicBezTo>
                <a:cubicBezTo>
                  <a:pt x="330" y="97"/>
                  <a:pt x="330" y="97"/>
                  <a:pt x="329" y="96"/>
                </a:cubicBezTo>
                <a:cubicBezTo>
                  <a:pt x="328" y="95"/>
                  <a:pt x="327" y="94"/>
                  <a:pt x="325" y="93"/>
                </a:cubicBezTo>
                <a:lnTo>
                  <a:pt x="326" y="93"/>
                </a:lnTo>
                <a:cubicBezTo>
                  <a:pt x="328" y="94"/>
                  <a:pt x="329" y="95"/>
                  <a:pt x="330" y="96"/>
                </a:cubicBezTo>
                <a:cubicBezTo>
                  <a:pt x="331" y="97"/>
                  <a:pt x="331" y="98"/>
                  <a:pt x="331" y="99"/>
                </a:cubicBezTo>
                <a:cubicBezTo>
                  <a:pt x="331" y="101"/>
                  <a:pt x="329" y="102"/>
                  <a:pt x="325" y="103"/>
                </a:cubicBezTo>
                <a:cubicBezTo>
                  <a:pt x="323" y="103"/>
                  <a:pt x="320" y="103"/>
                  <a:pt x="317" y="103"/>
                </a:cubicBezTo>
                <a:cubicBezTo>
                  <a:pt x="314" y="102"/>
                  <a:pt x="312" y="101"/>
                  <a:pt x="310" y="100"/>
                </a:cubicBezTo>
                <a:cubicBezTo>
                  <a:pt x="308" y="99"/>
                  <a:pt x="306" y="98"/>
                  <a:pt x="305" y="97"/>
                </a:cubicBezTo>
                <a:cubicBezTo>
                  <a:pt x="304" y="96"/>
                  <a:pt x="304" y="95"/>
                  <a:pt x="304" y="94"/>
                </a:cubicBezTo>
                <a:cubicBezTo>
                  <a:pt x="304" y="93"/>
                  <a:pt x="305" y="92"/>
                  <a:pt x="306" y="91"/>
                </a:cubicBezTo>
                <a:cubicBezTo>
                  <a:pt x="306" y="91"/>
                  <a:pt x="307" y="91"/>
                  <a:pt x="307" y="91"/>
                </a:cubicBezTo>
                <a:cubicBezTo>
                  <a:pt x="307" y="91"/>
                  <a:pt x="307" y="90"/>
                  <a:pt x="306" y="90"/>
                </a:cubicBezTo>
                <a:cubicBezTo>
                  <a:pt x="306" y="90"/>
                  <a:pt x="306" y="90"/>
                  <a:pt x="305" y="90"/>
                </a:cubicBezTo>
                <a:lnTo>
                  <a:pt x="305" y="89"/>
                </a:lnTo>
                <a:close/>
              </a:path>
              <a:path w="336" h="189">
                <a:moveTo>
                  <a:pt x="300" y="104"/>
                </a:moveTo>
                <a:lnTo>
                  <a:pt x="309" y="109"/>
                </a:lnTo>
                <a:lnTo>
                  <a:pt x="311" y="106"/>
                </a:lnTo>
                <a:cubicBezTo>
                  <a:pt x="311" y="105"/>
                  <a:pt x="311" y="105"/>
                  <a:pt x="311" y="104"/>
                </a:cubicBezTo>
                <a:cubicBezTo>
                  <a:pt x="310" y="104"/>
                  <a:pt x="309" y="103"/>
                  <a:pt x="308" y="102"/>
                </a:cubicBezTo>
                <a:lnTo>
                  <a:pt x="317" y="106"/>
                </a:lnTo>
                <a:lnTo>
                  <a:pt x="316" y="106"/>
                </a:lnTo>
                <a:cubicBezTo>
                  <a:pt x="315" y="106"/>
                  <a:pt x="314" y="106"/>
                  <a:pt x="314" y="106"/>
                </a:cubicBezTo>
                <a:cubicBezTo>
                  <a:pt x="314" y="106"/>
                  <a:pt x="313" y="106"/>
                  <a:pt x="313" y="106"/>
                </a:cubicBezTo>
                <a:cubicBezTo>
                  <a:pt x="312" y="106"/>
                  <a:pt x="312" y="106"/>
                  <a:pt x="312" y="107"/>
                </a:cubicBezTo>
                <a:lnTo>
                  <a:pt x="311" y="109"/>
                </a:lnTo>
                <a:lnTo>
                  <a:pt x="319" y="113"/>
                </a:lnTo>
                <a:cubicBezTo>
                  <a:pt x="320" y="113"/>
                  <a:pt x="320" y="114"/>
                  <a:pt x="321" y="114"/>
                </a:cubicBezTo>
                <a:cubicBezTo>
                  <a:pt x="321" y="114"/>
                  <a:pt x="321" y="114"/>
                  <a:pt x="321" y="114"/>
                </a:cubicBezTo>
                <a:cubicBezTo>
                  <a:pt x="321" y="114"/>
                  <a:pt x="322" y="114"/>
                  <a:pt x="322" y="113"/>
                </a:cubicBezTo>
                <a:lnTo>
                  <a:pt x="323" y="111"/>
                </a:lnTo>
                <a:cubicBezTo>
                  <a:pt x="323" y="111"/>
                  <a:pt x="323" y="110"/>
                  <a:pt x="323" y="110"/>
                </a:cubicBezTo>
                <a:cubicBezTo>
                  <a:pt x="323" y="109"/>
                  <a:pt x="323" y="109"/>
                  <a:pt x="322" y="108"/>
                </a:cubicBezTo>
                <a:cubicBezTo>
                  <a:pt x="322" y="108"/>
                  <a:pt x="321" y="107"/>
                  <a:pt x="320" y="106"/>
                </a:cubicBezTo>
                <a:lnTo>
                  <a:pt x="320" y="105"/>
                </a:lnTo>
                <a:lnTo>
                  <a:pt x="325" y="109"/>
                </a:lnTo>
                <a:lnTo>
                  <a:pt x="321" y="118"/>
                </a:lnTo>
                <a:lnTo>
                  <a:pt x="320" y="118"/>
                </a:lnTo>
                <a:lnTo>
                  <a:pt x="321" y="118"/>
                </a:lnTo>
                <a:cubicBezTo>
                  <a:pt x="321" y="117"/>
                  <a:pt x="321" y="117"/>
                  <a:pt x="320" y="117"/>
                </a:cubicBezTo>
                <a:cubicBezTo>
                  <a:pt x="320" y="116"/>
                  <a:pt x="320" y="116"/>
                  <a:pt x="320" y="116"/>
                </a:cubicBezTo>
                <a:cubicBezTo>
                  <a:pt x="319" y="115"/>
                  <a:pt x="319" y="115"/>
                  <a:pt x="318" y="115"/>
                </a:cubicBezTo>
                <a:lnTo>
                  <a:pt x="302" y="107"/>
                </a:lnTo>
                <a:cubicBezTo>
                  <a:pt x="301" y="106"/>
                  <a:pt x="300" y="106"/>
                  <a:pt x="299" y="106"/>
                </a:cubicBezTo>
                <a:cubicBezTo>
                  <a:pt x="299" y="106"/>
                  <a:pt x="298" y="106"/>
                  <a:pt x="298" y="107"/>
                </a:cubicBezTo>
                <a:lnTo>
                  <a:pt x="297" y="107"/>
                </a:lnTo>
                <a:lnTo>
                  <a:pt x="301" y="98"/>
                </a:lnTo>
                <a:lnTo>
                  <a:pt x="307" y="100"/>
                </a:lnTo>
                <a:cubicBezTo>
                  <a:pt x="305" y="100"/>
                  <a:pt x="304" y="100"/>
                  <a:pt x="304" y="100"/>
                </a:cubicBezTo>
                <a:cubicBezTo>
                  <a:pt x="303" y="99"/>
                  <a:pt x="303" y="100"/>
                  <a:pt x="302" y="100"/>
                </a:cubicBezTo>
                <a:cubicBezTo>
                  <a:pt x="302" y="100"/>
                  <a:pt x="302" y="100"/>
                  <a:pt x="302" y="101"/>
                </a:cubicBezTo>
                <a:lnTo>
                  <a:pt x="300" y="104"/>
                </a:lnTo>
                <a:close/>
              </a:path>
              <a:path w="336" h="189">
                <a:moveTo>
                  <a:pt x="298" y="108"/>
                </a:moveTo>
                <a:lnTo>
                  <a:pt x="303" y="111"/>
                </a:lnTo>
                <a:cubicBezTo>
                  <a:pt x="302" y="111"/>
                  <a:pt x="301" y="110"/>
                  <a:pt x="301" y="110"/>
                </a:cubicBezTo>
                <a:cubicBezTo>
                  <a:pt x="300" y="110"/>
                  <a:pt x="299" y="110"/>
                  <a:pt x="299" y="110"/>
                </a:cubicBezTo>
                <a:cubicBezTo>
                  <a:pt x="299" y="110"/>
                  <a:pt x="298" y="111"/>
                  <a:pt x="298" y="111"/>
                </a:cubicBezTo>
                <a:lnTo>
                  <a:pt x="297" y="113"/>
                </a:lnTo>
                <a:lnTo>
                  <a:pt x="315" y="122"/>
                </a:lnTo>
                <a:cubicBezTo>
                  <a:pt x="316" y="123"/>
                  <a:pt x="317" y="123"/>
                  <a:pt x="318" y="123"/>
                </a:cubicBezTo>
                <a:cubicBezTo>
                  <a:pt x="318" y="123"/>
                  <a:pt x="319" y="123"/>
                  <a:pt x="319" y="123"/>
                </a:cubicBezTo>
                <a:lnTo>
                  <a:pt x="319" y="122"/>
                </a:lnTo>
                <a:lnTo>
                  <a:pt x="320" y="123"/>
                </a:lnTo>
                <a:lnTo>
                  <a:pt x="317" y="128"/>
                </a:lnTo>
                <a:lnTo>
                  <a:pt x="317" y="127"/>
                </a:lnTo>
                <a:cubicBezTo>
                  <a:pt x="317" y="126"/>
                  <a:pt x="317" y="126"/>
                  <a:pt x="317" y="125"/>
                </a:cubicBezTo>
                <a:cubicBezTo>
                  <a:pt x="316" y="125"/>
                  <a:pt x="315" y="124"/>
                  <a:pt x="314" y="124"/>
                </a:cubicBezTo>
                <a:lnTo>
                  <a:pt x="296" y="114"/>
                </a:lnTo>
                <a:lnTo>
                  <a:pt x="296" y="116"/>
                </a:lnTo>
                <a:cubicBezTo>
                  <a:pt x="295" y="116"/>
                  <a:pt x="295" y="117"/>
                  <a:pt x="295" y="117"/>
                </a:cubicBezTo>
                <a:cubicBezTo>
                  <a:pt x="295" y="117"/>
                  <a:pt x="296" y="118"/>
                  <a:pt x="296" y="118"/>
                </a:cubicBezTo>
                <a:cubicBezTo>
                  <a:pt x="297" y="119"/>
                  <a:pt x="297" y="120"/>
                  <a:pt x="298" y="120"/>
                </a:cubicBezTo>
                <a:lnTo>
                  <a:pt x="293" y="117"/>
                </a:lnTo>
                <a:lnTo>
                  <a:pt x="298" y="108"/>
                </a:lnTo>
                <a:close/>
              </a:path>
              <a:path w="336" h="189">
                <a:moveTo>
                  <a:pt x="307" y="54"/>
                </a:moveTo>
                <a:cubicBezTo>
                  <a:pt x="307" y="53"/>
                  <a:pt x="308" y="51"/>
                  <a:pt x="310" y="50"/>
                </a:cubicBezTo>
                <a:cubicBezTo>
                  <a:pt x="313" y="49"/>
                  <a:pt x="316" y="48"/>
                  <a:pt x="320" y="48"/>
                </a:cubicBezTo>
                <a:cubicBezTo>
                  <a:pt x="324" y="48"/>
                  <a:pt x="327" y="48"/>
                  <a:pt x="330" y="50"/>
                </a:cubicBezTo>
                <a:cubicBezTo>
                  <a:pt x="333" y="51"/>
                  <a:pt x="334" y="52"/>
                  <a:pt x="334" y="54"/>
                </a:cubicBezTo>
                <a:cubicBezTo>
                  <a:pt x="334" y="56"/>
                  <a:pt x="333" y="57"/>
                  <a:pt x="330" y="59"/>
                </a:cubicBezTo>
                <a:cubicBezTo>
                  <a:pt x="328" y="60"/>
                  <a:pt x="325" y="61"/>
                  <a:pt x="320" y="61"/>
                </a:cubicBezTo>
                <a:cubicBezTo>
                  <a:pt x="316" y="61"/>
                  <a:pt x="313" y="60"/>
                  <a:pt x="310" y="59"/>
                </a:cubicBezTo>
                <a:cubicBezTo>
                  <a:pt x="308" y="57"/>
                  <a:pt x="307" y="56"/>
                  <a:pt x="307" y="54"/>
                </a:cubicBezTo>
                <a:close/>
                <a:moveTo>
                  <a:pt x="308" y="55"/>
                </a:moveTo>
                <a:cubicBezTo>
                  <a:pt x="308" y="56"/>
                  <a:pt x="309" y="57"/>
                  <a:pt x="311" y="57"/>
                </a:cubicBezTo>
                <a:cubicBezTo>
                  <a:pt x="313" y="58"/>
                  <a:pt x="316" y="58"/>
                  <a:pt x="320" y="58"/>
                </a:cubicBezTo>
                <a:cubicBezTo>
                  <a:pt x="325" y="58"/>
                  <a:pt x="328" y="58"/>
                  <a:pt x="330" y="57"/>
                </a:cubicBezTo>
                <a:cubicBezTo>
                  <a:pt x="332" y="56"/>
                  <a:pt x="333" y="55"/>
                  <a:pt x="333" y="54"/>
                </a:cubicBezTo>
                <a:cubicBezTo>
                  <a:pt x="333" y="53"/>
                  <a:pt x="332" y="52"/>
                  <a:pt x="330" y="51"/>
                </a:cubicBezTo>
                <a:cubicBezTo>
                  <a:pt x="328" y="50"/>
                  <a:pt x="325" y="50"/>
                  <a:pt x="321" y="50"/>
                </a:cubicBezTo>
                <a:cubicBezTo>
                  <a:pt x="316" y="50"/>
                  <a:pt x="313" y="51"/>
                  <a:pt x="311" y="52"/>
                </a:cubicBezTo>
                <a:cubicBezTo>
                  <a:pt x="309" y="52"/>
                  <a:pt x="308" y="53"/>
                  <a:pt x="308" y="55"/>
                </a:cubicBezTo>
                <a:close/>
              </a:path>
              <a:path w="336" h="189">
                <a:moveTo>
                  <a:pt x="310" y="75"/>
                </a:moveTo>
                <a:lnTo>
                  <a:pt x="310" y="71"/>
                </a:lnTo>
                <a:lnTo>
                  <a:pt x="329" y="63"/>
                </a:lnTo>
                <a:lnTo>
                  <a:pt x="314" y="63"/>
                </a:lnTo>
                <a:cubicBezTo>
                  <a:pt x="313" y="63"/>
                  <a:pt x="312" y="63"/>
                  <a:pt x="311" y="63"/>
                </a:cubicBezTo>
                <a:cubicBezTo>
                  <a:pt x="311" y="63"/>
                  <a:pt x="310" y="64"/>
                  <a:pt x="310" y="64"/>
                </a:cubicBezTo>
                <a:lnTo>
                  <a:pt x="310" y="65"/>
                </a:lnTo>
                <a:lnTo>
                  <a:pt x="310" y="60"/>
                </a:lnTo>
                <a:lnTo>
                  <a:pt x="310" y="61"/>
                </a:lnTo>
                <a:cubicBezTo>
                  <a:pt x="310" y="61"/>
                  <a:pt x="311" y="62"/>
                  <a:pt x="311" y="62"/>
                </a:cubicBezTo>
                <a:cubicBezTo>
                  <a:pt x="312" y="62"/>
                  <a:pt x="313" y="62"/>
                  <a:pt x="314" y="62"/>
                </a:cubicBezTo>
                <a:lnTo>
                  <a:pt x="336" y="62"/>
                </a:lnTo>
                <a:lnTo>
                  <a:pt x="315" y="71"/>
                </a:lnTo>
                <a:lnTo>
                  <a:pt x="332" y="71"/>
                </a:lnTo>
                <a:cubicBezTo>
                  <a:pt x="333" y="71"/>
                  <a:pt x="334" y="71"/>
                  <a:pt x="335" y="70"/>
                </a:cubicBezTo>
                <a:cubicBezTo>
                  <a:pt x="335" y="70"/>
                  <a:pt x="335" y="70"/>
                  <a:pt x="335" y="69"/>
                </a:cubicBezTo>
                <a:lnTo>
                  <a:pt x="336" y="69"/>
                </a:lnTo>
                <a:lnTo>
                  <a:pt x="336" y="73"/>
                </a:lnTo>
                <a:lnTo>
                  <a:pt x="335" y="73"/>
                </a:lnTo>
                <a:cubicBezTo>
                  <a:pt x="335" y="72"/>
                  <a:pt x="335" y="72"/>
                  <a:pt x="334" y="72"/>
                </a:cubicBezTo>
                <a:cubicBezTo>
                  <a:pt x="334" y="72"/>
                  <a:pt x="333" y="72"/>
                  <a:pt x="332" y="72"/>
                </a:cubicBezTo>
                <a:lnTo>
                  <a:pt x="313" y="72"/>
                </a:lnTo>
                <a:cubicBezTo>
                  <a:pt x="312" y="72"/>
                  <a:pt x="312" y="73"/>
                  <a:pt x="311" y="73"/>
                </a:cubicBezTo>
                <a:cubicBezTo>
                  <a:pt x="311" y="73"/>
                  <a:pt x="311" y="73"/>
                  <a:pt x="311" y="74"/>
                </a:cubicBezTo>
                <a:cubicBezTo>
                  <a:pt x="311" y="74"/>
                  <a:pt x="311" y="74"/>
                  <a:pt x="311" y="75"/>
                </a:cubicBezTo>
                <a:lnTo>
                  <a:pt x="310" y="75"/>
                </a:lnTo>
                <a:close/>
              </a:path>
              <a:path w="336" h="189">
                <a:moveTo>
                  <a:pt x="301" y="38"/>
                </a:moveTo>
                <a:cubicBezTo>
                  <a:pt x="300" y="36"/>
                  <a:pt x="301" y="34"/>
                  <a:pt x="303" y="32"/>
                </a:cubicBezTo>
                <a:cubicBezTo>
                  <a:pt x="305" y="30"/>
                  <a:pt x="307" y="28"/>
                  <a:pt x="311" y="27"/>
                </a:cubicBezTo>
                <a:cubicBezTo>
                  <a:pt x="315" y="25"/>
                  <a:pt x="318" y="25"/>
                  <a:pt x="321" y="25"/>
                </a:cubicBezTo>
                <a:cubicBezTo>
                  <a:pt x="324" y="25"/>
                  <a:pt x="326" y="26"/>
                  <a:pt x="326" y="27"/>
                </a:cubicBezTo>
                <a:cubicBezTo>
                  <a:pt x="327" y="29"/>
                  <a:pt x="326" y="31"/>
                  <a:pt x="325" y="33"/>
                </a:cubicBezTo>
                <a:cubicBezTo>
                  <a:pt x="323" y="35"/>
                  <a:pt x="320" y="37"/>
                  <a:pt x="316" y="39"/>
                </a:cubicBezTo>
                <a:cubicBezTo>
                  <a:pt x="312" y="40"/>
                  <a:pt x="309" y="41"/>
                  <a:pt x="306" y="41"/>
                </a:cubicBezTo>
                <a:cubicBezTo>
                  <a:pt x="303" y="40"/>
                  <a:pt x="302" y="39"/>
                  <a:pt x="301" y="38"/>
                </a:cubicBezTo>
                <a:close/>
                <a:moveTo>
                  <a:pt x="302" y="38"/>
                </a:moveTo>
                <a:cubicBezTo>
                  <a:pt x="303" y="39"/>
                  <a:pt x="304" y="39"/>
                  <a:pt x="306" y="39"/>
                </a:cubicBezTo>
                <a:cubicBezTo>
                  <a:pt x="308" y="39"/>
                  <a:pt x="311" y="38"/>
                  <a:pt x="315" y="37"/>
                </a:cubicBezTo>
                <a:cubicBezTo>
                  <a:pt x="319" y="35"/>
                  <a:pt x="322" y="33"/>
                  <a:pt x="324" y="31"/>
                </a:cubicBezTo>
                <a:cubicBezTo>
                  <a:pt x="325" y="30"/>
                  <a:pt x="326" y="29"/>
                  <a:pt x="325" y="28"/>
                </a:cubicBezTo>
                <a:cubicBezTo>
                  <a:pt x="325" y="27"/>
                  <a:pt x="323" y="26"/>
                  <a:pt x="321" y="26"/>
                </a:cubicBezTo>
                <a:cubicBezTo>
                  <a:pt x="319" y="26"/>
                  <a:pt x="316" y="27"/>
                  <a:pt x="312" y="29"/>
                </a:cubicBezTo>
                <a:cubicBezTo>
                  <a:pt x="308" y="30"/>
                  <a:pt x="305" y="32"/>
                  <a:pt x="304" y="34"/>
                </a:cubicBezTo>
                <a:cubicBezTo>
                  <a:pt x="302" y="35"/>
                  <a:pt x="302" y="36"/>
                  <a:pt x="302" y="38"/>
                </a:cubicBezTo>
                <a:close/>
              </a:path>
              <a:path w="336" h="189">
                <a:moveTo>
                  <a:pt x="323" y="35"/>
                </a:moveTo>
                <a:lnTo>
                  <a:pt x="324" y="35"/>
                </a:lnTo>
                <a:lnTo>
                  <a:pt x="331" y="35"/>
                </a:lnTo>
                <a:lnTo>
                  <a:pt x="332" y="45"/>
                </a:lnTo>
                <a:cubicBezTo>
                  <a:pt x="331" y="44"/>
                  <a:pt x="331" y="44"/>
                  <a:pt x="330" y="44"/>
                </a:cubicBezTo>
                <a:cubicBezTo>
                  <a:pt x="330" y="44"/>
                  <a:pt x="329" y="44"/>
                  <a:pt x="327" y="44"/>
                </a:cubicBezTo>
                <a:lnTo>
                  <a:pt x="311" y="47"/>
                </a:lnTo>
                <a:cubicBezTo>
                  <a:pt x="309" y="47"/>
                  <a:pt x="308" y="47"/>
                  <a:pt x="308" y="47"/>
                </a:cubicBezTo>
                <a:cubicBezTo>
                  <a:pt x="307" y="48"/>
                  <a:pt x="307" y="48"/>
                  <a:pt x="307" y="49"/>
                </a:cubicBezTo>
                <a:lnTo>
                  <a:pt x="306" y="49"/>
                </a:lnTo>
                <a:lnTo>
                  <a:pt x="305" y="43"/>
                </a:lnTo>
                <a:lnTo>
                  <a:pt x="306" y="43"/>
                </a:lnTo>
                <a:cubicBezTo>
                  <a:pt x="306" y="44"/>
                  <a:pt x="306" y="44"/>
                  <a:pt x="307" y="45"/>
                </a:cubicBezTo>
                <a:cubicBezTo>
                  <a:pt x="307" y="45"/>
                  <a:pt x="307" y="45"/>
                  <a:pt x="308" y="45"/>
                </a:cubicBezTo>
                <a:cubicBezTo>
                  <a:pt x="308" y="45"/>
                  <a:pt x="309" y="45"/>
                  <a:pt x="311" y="45"/>
                </a:cubicBezTo>
                <a:lnTo>
                  <a:pt x="327" y="42"/>
                </a:lnTo>
                <a:cubicBezTo>
                  <a:pt x="328" y="42"/>
                  <a:pt x="329" y="42"/>
                  <a:pt x="329" y="42"/>
                </a:cubicBezTo>
                <a:cubicBezTo>
                  <a:pt x="330" y="41"/>
                  <a:pt x="330" y="41"/>
                  <a:pt x="330" y="41"/>
                </a:cubicBezTo>
                <a:cubicBezTo>
                  <a:pt x="330" y="41"/>
                  <a:pt x="330" y="40"/>
                  <a:pt x="330" y="40"/>
                </a:cubicBezTo>
                <a:lnTo>
                  <a:pt x="330" y="39"/>
                </a:lnTo>
                <a:cubicBezTo>
                  <a:pt x="330" y="38"/>
                  <a:pt x="329" y="37"/>
                  <a:pt x="329" y="37"/>
                </a:cubicBezTo>
                <a:cubicBezTo>
                  <a:pt x="329" y="36"/>
                  <a:pt x="328" y="36"/>
                  <a:pt x="327" y="36"/>
                </a:cubicBezTo>
                <a:cubicBezTo>
                  <a:pt x="326" y="36"/>
                  <a:pt x="325" y="35"/>
                  <a:pt x="323" y="35"/>
                </a:cubicBezTo>
                <a:close/>
              </a:path>
              <a:path w="336" h="189">
                <a:moveTo>
                  <a:pt x="286" y="18"/>
                </a:moveTo>
                <a:lnTo>
                  <a:pt x="283" y="14"/>
                </a:lnTo>
                <a:lnTo>
                  <a:pt x="284" y="14"/>
                </a:lnTo>
                <a:cubicBezTo>
                  <a:pt x="284" y="14"/>
                  <a:pt x="284" y="14"/>
                  <a:pt x="285" y="14"/>
                </a:cubicBezTo>
                <a:cubicBezTo>
                  <a:pt x="285" y="14"/>
                  <a:pt x="285" y="14"/>
                  <a:pt x="286" y="14"/>
                </a:cubicBezTo>
                <a:cubicBezTo>
                  <a:pt x="287" y="14"/>
                  <a:pt x="288" y="14"/>
                  <a:pt x="289" y="13"/>
                </a:cubicBezTo>
                <a:lnTo>
                  <a:pt x="298" y="9"/>
                </a:lnTo>
                <a:lnTo>
                  <a:pt x="303" y="4"/>
                </a:lnTo>
                <a:cubicBezTo>
                  <a:pt x="304" y="3"/>
                  <a:pt x="305" y="3"/>
                  <a:pt x="305" y="2"/>
                </a:cubicBezTo>
                <a:cubicBezTo>
                  <a:pt x="306" y="2"/>
                  <a:pt x="306" y="1"/>
                  <a:pt x="305" y="1"/>
                </a:cubicBezTo>
                <a:lnTo>
                  <a:pt x="305" y="0"/>
                </a:lnTo>
                <a:lnTo>
                  <a:pt x="309" y="4"/>
                </a:lnTo>
                <a:lnTo>
                  <a:pt x="309" y="5"/>
                </a:lnTo>
                <a:lnTo>
                  <a:pt x="308" y="4"/>
                </a:lnTo>
                <a:cubicBezTo>
                  <a:pt x="308" y="4"/>
                  <a:pt x="307" y="4"/>
                  <a:pt x="307" y="4"/>
                </a:cubicBezTo>
                <a:cubicBezTo>
                  <a:pt x="306" y="4"/>
                  <a:pt x="306" y="5"/>
                  <a:pt x="304" y="6"/>
                </a:cubicBezTo>
                <a:lnTo>
                  <a:pt x="300" y="10"/>
                </a:lnTo>
                <a:lnTo>
                  <a:pt x="294" y="20"/>
                </a:lnTo>
                <a:cubicBezTo>
                  <a:pt x="293" y="21"/>
                  <a:pt x="293" y="22"/>
                  <a:pt x="293" y="22"/>
                </a:cubicBezTo>
                <a:cubicBezTo>
                  <a:pt x="293" y="23"/>
                  <a:pt x="293" y="23"/>
                  <a:pt x="292" y="24"/>
                </a:cubicBezTo>
                <a:cubicBezTo>
                  <a:pt x="292" y="24"/>
                  <a:pt x="293" y="24"/>
                  <a:pt x="293" y="24"/>
                </a:cubicBezTo>
                <a:lnTo>
                  <a:pt x="292" y="25"/>
                </a:lnTo>
                <a:lnTo>
                  <a:pt x="288" y="21"/>
                </a:lnTo>
                <a:lnTo>
                  <a:pt x="289" y="20"/>
                </a:lnTo>
                <a:cubicBezTo>
                  <a:pt x="289" y="21"/>
                  <a:pt x="290" y="21"/>
                  <a:pt x="290" y="21"/>
                </a:cubicBezTo>
                <a:cubicBezTo>
                  <a:pt x="290" y="21"/>
                  <a:pt x="291" y="20"/>
                  <a:pt x="291" y="20"/>
                </a:cubicBezTo>
                <a:cubicBezTo>
                  <a:pt x="292" y="20"/>
                  <a:pt x="292" y="19"/>
                  <a:pt x="293" y="18"/>
                </a:cubicBezTo>
                <a:lnTo>
                  <a:pt x="297" y="10"/>
                </a:lnTo>
                <a:lnTo>
                  <a:pt x="290" y="14"/>
                </a:lnTo>
                <a:cubicBezTo>
                  <a:pt x="288" y="14"/>
                  <a:pt x="288" y="15"/>
                  <a:pt x="287" y="15"/>
                </a:cubicBezTo>
                <a:cubicBezTo>
                  <a:pt x="287" y="15"/>
                  <a:pt x="287" y="16"/>
                  <a:pt x="286" y="16"/>
                </a:cubicBezTo>
                <a:cubicBezTo>
                  <a:pt x="286" y="16"/>
                  <a:pt x="286" y="16"/>
                  <a:pt x="286" y="17"/>
                </a:cubicBezTo>
                <a:cubicBezTo>
                  <a:pt x="286" y="17"/>
                  <a:pt x="286" y="17"/>
                  <a:pt x="287" y="17"/>
                </a:cubicBezTo>
                <a:lnTo>
                  <a:pt x="286" y="18"/>
                </a:lnTo>
                <a:close/>
              </a:path>
              <a:path w="336" h="189">
                <a:moveTo>
                  <a:pt x="35" y="20"/>
                </a:moveTo>
                <a:lnTo>
                  <a:pt x="32" y="25"/>
                </a:lnTo>
                <a:lnTo>
                  <a:pt x="39" y="29"/>
                </a:lnTo>
                <a:cubicBezTo>
                  <a:pt x="40" y="29"/>
                  <a:pt x="41" y="30"/>
                  <a:pt x="41" y="30"/>
                </a:cubicBezTo>
                <a:cubicBezTo>
                  <a:pt x="42" y="30"/>
                  <a:pt x="42" y="30"/>
                  <a:pt x="42" y="30"/>
                </a:cubicBezTo>
                <a:cubicBezTo>
                  <a:pt x="43" y="30"/>
                  <a:pt x="43" y="30"/>
                  <a:pt x="43" y="29"/>
                </a:cubicBezTo>
                <a:lnTo>
                  <a:pt x="44" y="29"/>
                </a:lnTo>
                <a:lnTo>
                  <a:pt x="41" y="34"/>
                </a:lnTo>
                <a:lnTo>
                  <a:pt x="41" y="33"/>
                </a:lnTo>
                <a:cubicBezTo>
                  <a:pt x="41" y="33"/>
                  <a:pt x="41" y="33"/>
                  <a:pt x="41" y="33"/>
                </a:cubicBezTo>
                <a:cubicBezTo>
                  <a:pt x="41" y="32"/>
                  <a:pt x="41" y="32"/>
                  <a:pt x="40" y="32"/>
                </a:cubicBezTo>
                <a:cubicBezTo>
                  <a:pt x="40" y="31"/>
                  <a:pt x="39" y="31"/>
                  <a:pt x="38" y="30"/>
                </a:cubicBezTo>
                <a:lnTo>
                  <a:pt x="23" y="22"/>
                </a:lnTo>
                <a:cubicBezTo>
                  <a:pt x="22" y="21"/>
                  <a:pt x="21" y="21"/>
                  <a:pt x="21" y="21"/>
                </a:cubicBezTo>
                <a:cubicBezTo>
                  <a:pt x="21" y="21"/>
                  <a:pt x="20" y="21"/>
                  <a:pt x="20" y="21"/>
                </a:cubicBezTo>
                <a:cubicBezTo>
                  <a:pt x="19" y="21"/>
                  <a:pt x="19" y="21"/>
                  <a:pt x="19" y="21"/>
                </a:cubicBezTo>
                <a:lnTo>
                  <a:pt x="19" y="22"/>
                </a:lnTo>
                <a:lnTo>
                  <a:pt x="18" y="21"/>
                </a:lnTo>
                <a:lnTo>
                  <a:pt x="21" y="17"/>
                </a:lnTo>
                <a:lnTo>
                  <a:pt x="22" y="17"/>
                </a:lnTo>
                <a:lnTo>
                  <a:pt x="21" y="17"/>
                </a:lnTo>
                <a:cubicBezTo>
                  <a:pt x="21" y="18"/>
                  <a:pt x="21" y="18"/>
                  <a:pt x="22" y="19"/>
                </a:cubicBezTo>
                <a:cubicBezTo>
                  <a:pt x="22" y="19"/>
                  <a:pt x="23" y="20"/>
                  <a:pt x="24" y="20"/>
                </a:cubicBezTo>
                <a:lnTo>
                  <a:pt x="31" y="24"/>
                </a:lnTo>
                <a:lnTo>
                  <a:pt x="34" y="19"/>
                </a:lnTo>
                <a:lnTo>
                  <a:pt x="27" y="15"/>
                </a:lnTo>
                <a:cubicBezTo>
                  <a:pt x="26" y="15"/>
                  <a:pt x="25" y="14"/>
                  <a:pt x="25" y="14"/>
                </a:cubicBezTo>
                <a:cubicBezTo>
                  <a:pt x="24" y="14"/>
                  <a:pt x="24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lnTo>
                  <a:pt x="23" y="15"/>
                </a:lnTo>
                <a:lnTo>
                  <a:pt x="22" y="15"/>
                </a:lnTo>
                <a:lnTo>
                  <a:pt x="25" y="10"/>
                </a:lnTo>
                <a:cubicBezTo>
                  <a:pt x="25" y="11"/>
                  <a:pt x="25" y="11"/>
                  <a:pt x="25" y="12"/>
                </a:cubicBezTo>
                <a:cubicBezTo>
                  <a:pt x="26" y="12"/>
                  <a:pt x="27" y="13"/>
                  <a:pt x="28" y="14"/>
                </a:cubicBezTo>
                <a:lnTo>
                  <a:pt x="43" y="22"/>
                </a:lnTo>
                <a:cubicBezTo>
                  <a:pt x="44" y="22"/>
                  <a:pt x="45" y="23"/>
                  <a:pt x="45" y="23"/>
                </a:cubicBezTo>
                <a:cubicBezTo>
                  <a:pt x="45" y="23"/>
                  <a:pt x="46" y="23"/>
                  <a:pt x="46" y="23"/>
                </a:cubicBezTo>
                <a:cubicBezTo>
                  <a:pt x="46" y="23"/>
                  <a:pt x="47" y="23"/>
                  <a:pt x="47" y="23"/>
                </a:cubicBezTo>
                <a:lnTo>
                  <a:pt x="47" y="22"/>
                </a:lnTo>
                <a:lnTo>
                  <a:pt x="48" y="22"/>
                </a:lnTo>
                <a:lnTo>
                  <a:pt x="45" y="27"/>
                </a:lnTo>
                <a:lnTo>
                  <a:pt x="44" y="27"/>
                </a:lnTo>
                <a:lnTo>
                  <a:pt x="45" y="27"/>
                </a:lnTo>
                <a:cubicBezTo>
                  <a:pt x="45" y="26"/>
                  <a:pt x="45" y="26"/>
                  <a:pt x="45" y="26"/>
                </a:cubicBezTo>
                <a:cubicBezTo>
                  <a:pt x="45" y="25"/>
                  <a:pt x="44" y="25"/>
                  <a:pt x="44" y="25"/>
                </a:cubicBezTo>
                <a:cubicBezTo>
                  <a:pt x="44" y="25"/>
                  <a:pt x="43" y="24"/>
                  <a:pt x="42" y="23"/>
                </a:cubicBezTo>
                <a:lnTo>
                  <a:pt x="35" y="20"/>
                </a:lnTo>
                <a:close/>
              </a:path>
              <a:path w="336" h="189">
                <a:moveTo>
                  <a:pt x="36" y="43"/>
                </a:moveTo>
                <a:lnTo>
                  <a:pt x="36" y="43"/>
                </a:lnTo>
                <a:lnTo>
                  <a:pt x="34" y="47"/>
                </a:lnTo>
                <a:lnTo>
                  <a:pt x="33" y="47"/>
                </a:lnTo>
                <a:lnTo>
                  <a:pt x="34" y="47"/>
                </a:lnTo>
                <a:cubicBezTo>
                  <a:pt x="34" y="46"/>
                  <a:pt x="34" y="46"/>
                  <a:pt x="33" y="45"/>
                </a:cubicBezTo>
                <a:cubicBezTo>
                  <a:pt x="33" y="45"/>
                  <a:pt x="32" y="44"/>
                  <a:pt x="31" y="43"/>
                </a:cubicBezTo>
                <a:lnTo>
                  <a:pt x="21" y="38"/>
                </a:lnTo>
                <a:cubicBezTo>
                  <a:pt x="19" y="37"/>
                  <a:pt x="17" y="36"/>
                  <a:pt x="16" y="35"/>
                </a:cubicBezTo>
                <a:cubicBezTo>
                  <a:pt x="15" y="34"/>
                  <a:pt x="14" y="33"/>
                  <a:pt x="14" y="32"/>
                </a:cubicBezTo>
                <a:cubicBezTo>
                  <a:pt x="13" y="30"/>
                  <a:pt x="13" y="29"/>
                  <a:pt x="14" y="28"/>
                </a:cubicBezTo>
                <a:cubicBezTo>
                  <a:pt x="14" y="27"/>
                  <a:pt x="15" y="26"/>
                  <a:pt x="17" y="26"/>
                </a:cubicBezTo>
                <a:cubicBezTo>
                  <a:pt x="18" y="26"/>
                  <a:pt x="19" y="26"/>
                  <a:pt x="21" y="27"/>
                </a:cubicBezTo>
                <a:cubicBezTo>
                  <a:pt x="22" y="27"/>
                  <a:pt x="24" y="28"/>
                  <a:pt x="27" y="30"/>
                </a:cubicBezTo>
                <a:lnTo>
                  <a:pt x="36" y="35"/>
                </a:lnTo>
                <a:cubicBezTo>
                  <a:pt x="37" y="35"/>
                  <a:pt x="38" y="36"/>
                  <a:pt x="39" y="36"/>
                </a:cubicBezTo>
                <a:cubicBezTo>
                  <a:pt x="39" y="36"/>
                  <a:pt x="40" y="36"/>
                  <a:pt x="40" y="35"/>
                </a:cubicBezTo>
                <a:lnTo>
                  <a:pt x="41" y="35"/>
                </a:lnTo>
                <a:lnTo>
                  <a:pt x="38" y="40"/>
                </a:lnTo>
                <a:lnTo>
                  <a:pt x="37" y="40"/>
                </a:lnTo>
                <a:lnTo>
                  <a:pt x="38" y="39"/>
                </a:lnTo>
                <a:cubicBezTo>
                  <a:pt x="38" y="39"/>
                  <a:pt x="38" y="38"/>
                  <a:pt x="37" y="38"/>
                </a:cubicBezTo>
                <a:cubicBezTo>
                  <a:pt x="37" y="37"/>
                  <a:pt x="36" y="37"/>
                  <a:pt x="35" y="36"/>
                </a:cubicBezTo>
                <a:lnTo>
                  <a:pt x="25" y="31"/>
                </a:lnTo>
                <a:cubicBezTo>
                  <a:pt x="24" y="30"/>
                  <a:pt x="23" y="30"/>
                  <a:pt x="22" y="29"/>
                </a:cubicBezTo>
                <a:cubicBezTo>
                  <a:pt x="20" y="28"/>
                  <a:pt x="19" y="28"/>
                  <a:pt x="19" y="28"/>
                </a:cubicBezTo>
                <a:cubicBezTo>
                  <a:pt x="18" y="28"/>
                  <a:pt x="17" y="28"/>
                  <a:pt x="17" y="28"/>
                </a:cubicBezTo>
                <a:cubicBezTo>
                  <a:pt x="16" y="28"/>
                  <a:pt x="15" y="29"/>
                  <a:pt x="15" y="29"/>
                </a:cubicBezTo>
                <a:cubicBezTo>
                  <a:pt x="15" y="30"/>
                  <a:pt x="15" y="31"/>
                  <a:pt x="15" y="32"/>
                </a:cubicBezTo>
                <a:cubicBezTo>
                  <a:pt x="15" y="33"/>
                  <a:pt x="16" y="33"/>
                  <a:pt x="17" y="34"/>
                </a:cubicBezTo>
                <a:cubicBezTo>
                  <a:pt x="18" y="35"/>
                  <a:pt x="19" y="36"/>
                  <a:pt x="22" y="37"/>
                </a:cubicBezTo>
                <a:lnTo>
                  <a:pt x="31" y="43"/>
                </a:lnTo>
                <a:cubicBezTo>
                  <a:pt x="33" y="43"/>
                  <a:pt x="34" y="44"/>
                  <a:pt x="34" y="44"/>
                </a:cubicBezTo>
                <a:cubicBezTo>
                  <a:pt x="35" y="44"/>
                  <a:pt x="35" y="44"/>
                  <a:pt x="35" y="43"/>
                </a:cubicBezTo>
                <a:lnTo>
                  <a:pt x="36" y="43"/>
                </a:lnTo>
                <a:close/>
              </a:path>
              <a:path w="336" h="189">
                <a:moveTo>
                  <a:pt x="15" y="45"/>
                </a:moveTo>
                <a:lnTo>
                  <a:pt x="16" y="40"/>
                </a:lnTo>
                <a:lnTo>
                  <a:pt x="13" y="38"/>
                </a:lnTo>
                <a:cubicBezTo>
                  <a:pt x="12" y="37"/>
                  <a:pt x="11" y="37"/>
                  <a:pt x="11" y="37"/>
                </a:cubicBezTo>
                <a:cubicBezTo>
                  <a:pt x="11" y="37"/>
                  <a:pt x="10" y="37"/>
                  <a:pt x="10" y="37"/>
                </a:cubicBezTo>
                <a:cubicBezTo>
                  <a:pt x="9" y="37"/>
                  <a:pt x="9" y="37"/>
                  <a:pt x="9" y="38"/>
                </a:cubicBezTo>
                <a:lnTo>
                  <a:pt x="8" y="37"/>
                </a:lnTo>
                <a:lnTo>
                  <a:pt x="10" y="33"/>
                </a:lnTo>
                <a:lnTo>
                  <a:pt x="10" y="34"/>
                </a:lnTo>
                <a:cubicBezTo>
                  <a:pt x="10" y="34"/>
                  <a:pt x="10" y="35"/>
                  <a:pt x="11" y="35"/>
                </a:cubicBezTo>
                <a:cubicBezTo>
                  <a:pt x="11" y="36"/>
                  <a:pt x="12" y="36"/>
                  <a:pt x="14" y="37"/>
                </a:cubicBezTo>
                <a:lnTo>
                  <a:pt x="32" y="50"/>
                </a:lnTo>
                <a:lnTo>
                  <a:pt x="10" y="46"/>
                </a:lnTo>
                <a:cubicBezTo>
                  <a:pt x="8" y="46"/>
                  <a:pt x="7" y="46"/>
                  <a:pt x="7" y="46"/>
                </a:cubicBezTo>
                <a:cubicBezTo>
                  <a:pt x="6" y="46"/>
                  <a:pt x="6" y="46"/>
                  <a:pt x="5" y="47"/>
                </a:cubicBezTo>
                <a:lnTo>
                  <a:pt x="5" y="46"/>
                </a:lnTo>
                <a:lnTo>
                  <a:pt x="6" y="42"/>
                </a:lnTo>
                <a:lnTo>
                  <a:pt x="7" y="42"/>
                </a:lnTo>
                <a:cubicBezTo>
                  <a:pt x="7" y="42"/>
                  <a:pt x="7" y="43"/>
                  <a:pt x="7" y="43"/>
                </a:cubicBezTo>
                <a:cubicBezTo>
                  <a:pt x="7" y="43"/>
                  <a:pt x="8" y="44"/>
                  <a:pt x="8" y="44"/>
                </a:cubicBezTo>
                <a:cubicBezTo>
                  <a:pt x="9" y="44"/>
                  <a:pt x="10" y="44"/>
                  <a:pt x="11" y="44"/>
                </a:cubicBezTo>
                <a:lnTo>
                  <a:pt x="15" y="45"/>
                </a:lnTo>
                <a:close/>
                <a:moveTo>
                  <a:pt x="16" y="45"/>
                </a:moveTo>
                <a:lnTo>
                  <a:pt x="27" y="47"/>
                </a:lnTo>
                <a:lnTo>
                  <a:pt x="18" y="41"/>
                </a:lnTo>
                <a:lnTo>
                  <a:pt x="16" y="45"/>
                </a:lnTo>
                <a:close/>
              </a:path>
              <a:path w="336" h="189">
                <a:moveTo>
                  <a:pt x="29" y="62"/>
                </a:moveTo>
                <a:lnTo>
                  <a:pt x="5" y="52"/>
                </a:lnTo>
                <a:lnTo>
                  <a:pt x="5" y="57"/>
                </a:lnTo>
                <a:cubicBezTo>
                  <a:pt x="5" y="58"/>
                  <a:pt x="5" y="59"/>
                  <a:pt x="6" y="59"/>
                </a:cubicBezTo>
                <a:cubicBezTo>
                  <a:pt x="6" y="60"/>
                  <a:pt x="8" y="60"/>
                  <a:pt x="10" y="61"/>
                </a:cubicBezTo>
                <a:lnTo>
                  <a:pt x="3" y="60"/>
                </a:lnTo>
                <a:lnTo>
                  <a:pt x="4" y="49"/>
                </a:lnTo>
                <a:lnTo>
                  <a:pt x="28" y="59"/>
                </a:lnTo>
                <a:lnTo>
                  <a:pt x="28" y="55"/>
                </a:lnTo>
                <a:cubicBezTo>
                  <a:pt x="28" y="54"/>
                  <a:pt x="28" y="53"/>
                  <a:pt x="28" y="53"/>
                </a:cubicBezTo>
                <a:cubicBezTo>
                  <a:pt x="27" y="53"/>
                  <a:pt x="27" y="53"/>
                  <a:pt x="26" y="52"/>
                </a:cubicBezTo>
                <a:cubicBezTo>
                  <a:pt x="26" y="52"/>
                  <a:pt x="25" y="52"/>
                  <a:pt x="23" y="52"/>
                </a:cubicBezTo>
                <a:lnTo>
                  <a:pt x="23" y="51"/>
                </a:lnTo>
                <a:lnTo>
                  <a:pt x="30" y="52"/>
                </a:lnTo>
                <a:lnTo>
                  <a:pt x="29" y="62"/>
                </a:lnTo>
                <a:close/>
              </a:path>
              <a:path w="336" h="189">
                <a:moveTo>
                  <a:pt x="29" y="82"/>
                </a:moveTo>
                <a:cubicBezTo>
                  <a:pt x="29" y="84"/>
                  <a:pt x="28" y="85"/>
                  <a:pt x="25" y="87"/>
                </a:cubicBezTo>
                <a:cubicBezTo>
                  <a:pt x="22" y="88"/>
                  <a:pt x="19" y="89"/>
                  <a:pt x="15" y="89"/>
                </a:cubicBezTo>
                <a:cubicBezTo>
                  <a:pt x="11" y="89"/>
                  <a:pt x="8" y="89"/>
                  <a:pt x="5" y="87"/>
                </a:cubicBezTo>
                <a:cubicBezTo>
                  <a:pt x="3" y="86"/>
                  <a:pt x="1" y="85"/>
                  <a:pt x="1" y="83"/>
                </a:cubicBezTo>
                <a:cubicBezTo>
                  <a:pt x="1" y="81"/>
                  <a:pt x="2" y="80"/>
                  <a:pt x="5" y="78"/>
                </a:cubicBezTo>
                <a:cubicBezTo>
                  <a:pt x="7" y="77"/>
                  <a:pt x="11" y="76"/>
                  <a:pt x="15" y="76"/>
                </a:cubicBezTo>
                <a:cubicBezTo>
                  <a:pt x="19" y="76"/>
                  <a:pt x="22" y="77"/>
                  <a:pt x="25" y="78"/>
                </a:cubicBezTo>
                <a:cubicBezTo>
                  <a:pt x="27" y="79"/>
                  <a:pt x="29" y="80"/>
                  <a:pt x="29" y="82"/>
                </a:cubicBezTo>
                <a:close/>
                <a:moveTo>
                  <a:pt x="27" y="82"/>
                </a:moveTo>
                <a:cubicBezTo>
                  <a:pt x="27" y="81"/>
                  <a:pt x="26" y="80"/>
                  <a:pt x="25" y="79"/>
                </a:cubicBezTo>
                <a:cubicBezTo>
                  <a:pt x="22" y="78"/>
                  <a:pt x="19" y="78"/>
                  <a:pt x="15" y="78"/>
                </a:cubicBezTo>
                <a:cubicBezTo>
                  <a:pt x="11" y="79"/>
                  <a:pt x="7" y="79"/>
                  <a:pt x="5" y="80"/>
                </a:cubicBezTo>
                <a:cubicBezTo>
                  <a:pt x="3" y="81"/>
                  <a:pt x="2" y="82"/>
                  <a:pt x="3" y="83"/>
                </a:cubicBezTo>
                <a:cubicBezTo>
                  <a:pt x="3" y="84"/>
                  <a:pt x="4" y="85"/>
                  <a:pt x="6" y="86"/>
                </a:cubicBezTo>
                <a:cubicBezTo>
                  <a:pt x="8" y="87"/>
                  <a:pt x="11" y="87"/>
                  <a:pt x="15" y="87"/>
                </a:cubicBezTo>
                <a:cubicBezTo>
                  <a:pt x="19" y="87"/>
                  <a:pt x="23" y="86"/>
                  <a:pt x="25" y="85"/>
                </a:cubicBezTo>
                <a:cubicBezTo>
                  <a:pt x="26" y="84"/>
                  <a:pt x="27" y="83"/>
                  <a:pt x="27" y="82"/>
                </a:cubicBezTo>
                <a:close/>
              </a:path>
              <a:path w="336" h="189">
                <a:moveTo>
                  <a:pt x="16" y="66"/>
                </a:moveTo>
                <a:lnTo>
                  <a:pt x="15" y="72"/>
                </a:lnTo>
                <a:lnTo>
                  <a:pt x="22" y="73"/>
                </a:lnTo>
                <a:cubicBezTo>
                  <a:pt x="24" y="73"/>
                  <a:pt x="24" y="73"/>
                  <a:pt x="25" y="73"/>
                </a:cubicBezTo>
                <a:cubicBezTo>
                  <a:pt x="25" y="73"/>
                  <a:pt x="26" y="73"/>
                  <a:pt x="26" y="73"/>
                </a:cubicBezTo>
                <a:cubicBezTo>
                  <a:pt x="26" y="73"/>
                  <a:pt x="26" y="72"/>
                  <a:pt x="26" y="72"/>
                </a:cubicBezTo>
                <a:lnTo>
                  <a:pt x="27" y="72"/>
                </a:lnTo>
                <a:lnTo>
                  <a:pt x="26" y="77"/>
                </a:lnTo>
                <a:cubicBezTo>
                  <a:pt x="26" y="76"/>
                  <a:pt x="26" y="76"/>
                  <a:pt x="25" y="76"/>
                </a:cubicBezTo>
                <a:cubicBezTo>
                  <a:pt x="25" y="76"/>
                  <a:pt x="25" y="75"/>
                  <a:pt x="25" y="75"/>
                </a:cubicBezTo>
                <a:cubicBezTo>
                  <a:pt x="24" y="75"/>
                  <a:pt x="23" y="75"/>
                  <a:pt x="22" y="75"/>
                </a:cubicBezTo>
                <a:lnTo>
                  <a:pt x="5" y="73"/>
                </a:lnTo>
                <a:cubicBezTo>
                  <a:pt x="4" y="72"/>
                  <a:pt x="3" y="72"/>
                  <a:pt x="3" y="72"/>
                </a:cubicBezTo>
                <a:cubicBezTo>
                  <a:pt x="2" y="72"/>
                  <a:pt x="2" y="72"/>
                  <a:pt x="2" y="73"/>
                </a:cubicBezTo>
                <a:cubicBezTo>
                  <a:pt x="1" y="73"/>
                  <a:pt x="1" y="73"/>
                  <a:pt x="1" y="73"/>
                </a:cubicBezTo>
                <a:lnTo>
                  <a:pt x="1" y="74"/>
                </a:lnTo>
                <a:lnTo>
                  <a:pt x="0" y="74"/>
                </a:lnTo>
                <a:lnTo>
                  <a:pt x="1" y="68"/>
                </a:lnTo>
                <a:lnTo>
                  <a:pt x="2" y="68"/>
                </a:lnTo>
                <a:lnTo>
                  <a:pt x="2" y="69"/>
                </a:lnTo>
                <a:cubicBezTo>
                  <a:pt x="2" y="69"/>
                  <a:pt x="2" y="70"/>
                  <a:pt x="2" y="70"/>
                </a:cubicBezTo>
                <a:cubicBezTo>
                  <a:pt x="3" y="70"/>
                  <a:pt x="4" y="71"/>
                  <a:pt x="5" y="71"/>
                </a:cubicBezTo>
                <a:lnTo>
                  <a:pt x="13" y="72"/>
                </a:lnTo>
                <a:lnTo>
                  <a:pt x="14" y="66"/>
                </a:lnTo>
                <a:lnTo>
                  <a:pt x="6" y="65"/>
                </a:lnTo>
                <a:cubicBezTo>
                  <a:pt x="5" y="65"/>
                  <a:pt x="4" y="65"/>
                  <a:pt x="4" y="65"/>
                </a:cubicBezTo>
                <a:cubicBezTo>
                  <a:pt x="3" y="65"/>
                  <a:pt x="3" y="65"/>
                  <a:pt x="3" y="65"/>
                </a:cubicBezTo>
                <a:cubicBezTo>
                  <a:pt x="2" y="65"/>
                  <a:pt x="2" y="65"/>
                  <a:pt x="2" y="66"/>
                </a:cubicBezTo>
                <a:lnTo>
                  <a:pt x="1" y="66"/>
                </a:lnTo>
                <a:lnTo>
                  <a:pt x="2" y="60"/>
                </a:lnTo>
                <a:lnTo>
                  <a:pt x="3" y="61"/>
                </a:lnTo>
                <a:cubicBezTo>
                  <a:pt x="3" y="62"/>
                  <a:pt x="3" y="62"/>
                  <a:pt x="3" y="62"/>
                </a:cubicBezTo>
                <a:cubicBezTo>
                  <a:pt x="4" y="63"/>
                  <a:pt x="5" y="63"/>
                  <a:pt x="6" y="63"/>
                </a:cubicBezTo>
                <a:lnTo>
                  <a:pt x="23" y="65"/>
                </a:lnTo>
                <a:cubicBezTo>
                  <a:pt x="25" y="65"/>
                  <a:pt x="25" y="65"/>
                  <a:pt x="26" y="65"/>
                </a:cubicBezTo>
                <a:cubicBezTo>
                  <a:pt x="26" y="65"/>
                  <a:pt x="27" y="65"/>
                  <a:pt x="27" y="65"/>
                </a:cubicBezTo>
                <a:cubicBezTo>
                  <a:pt x="27" y="65"/>
                  <a:pt x="27" y="65"/>
                  <a:pt x="27" y="64"/>
                </a:cubicBezTo>
                <a:lnTo>
                  <a:pt x="28" y="64"/>
                </a:lnTo>
                <a:lnTo>
                  <a:pt x="27" y="69"/>
                </a:lnTo>
                <a:cubicBezTo>
                  <a:pt x="27" y="69"/>
                  <a:pt x="27" y="68"/>
                  <a:pt x="26" y="68"/>
                </a:cubicBezTo>
                <a:cubicBezTo>
                  <a:pt x="26" y="68"/>
                  <a:pt x="26" y="67"/>
                  <a:pt x="26" y="67"/>
                </a:cubicBezTo>
                <a:cubicBezTo>
                  <a:pt x="25" y="67"/>
                  <a:pt x="24" y="67"/>
                  <a:pt x="23" y="67"/>
                </a:cubicBezTo>
                <a:lnTo>
                  <a:pt x="16" y="66"/>
                </a:lnTo>
                <a:close/>
              </a:path>
              <a:path w="336" h="189">
                <a:moveTo>
                  <a:pt x="29" y="84"/>
                </a:moveTo>
                <a:lnTo>
                  <a:pt x="30" y="88"/>
                </a:lnTo>
                <a:lnTo>
                  <a:pt x="14" y="101"/>
                </a:lnTo>
                <a:lnTo>
                  <a:pt x="28" y="97"/>
                </a:lnTo>
                <a:cubicBezTo>
                  <a:pt x="30" y="96"/>
                  <a:pt x="31" y="96"/>
                  <a:pt x="31" y="95"/>
                </a:cubicBezTo>
                <a:cubicBezTo>
                  <a:pt x="32" y="95"/>
                  <a:pt x="32" y="95"/>
                  <a:pt x="32" y="94"/>
                </a:cubicBezTo>
                <a:lnTo>
                  <a:pt x="31" y="94"/>
                </a:lnTo>
                <a:lnTo>
                  <a:pt x="32" y="93"/>
                </a:lnTo>
                <a:lnTo>
                  <a:pt x="33" y="98"/>
                </a:lnTo>
                <a:cubicBezTo>
                  <a:pt x="32" y="97"/>
                  <a:pt x="32" y="97"/>
                  <a:pt x="31" y="97"/>
                </a:cubicBezTo>
                <a:cubicBezTo>
                  <a:pt x="31" y="97"/>
                  <a:pt x="30" y="97"/>
                  <a:pt x="29" y="97"/>
                </a:cubicBezTo>
                <a:lnTo>
                  <a:pt x="7" y="104"/>
                </a:lnTo>
                <a:lnTo>
                  <a:pt x="25" y="89"/>
                </a:lnTo>
                <a:lnTo>
                  <a:pt x="9" y="94"/>
                </a:lnTo>
                <a:cubicBezTo>
                  <a:pt x="8" y="95"/>
                  <a:pt x="7" y="95"/>
                  <a:pt x="7" y="95"/>
                </a:cubicBezTo>
                <a:cubicBezTo>
                  <a:pt x="6" y="96"/>
                  <a:pt x="6" y="96"/>
                  <a:pt x="6" y="97"/>
                </a:cubicBezTo>
                <a:lnTo>
                  <a:pt x="4" y="93"/>
                </a:lnTo>
                <a:lnTo>
                  <a:pt x="5" y="93"/>
                </a:lnTo>
                <a:cubicBezTo>
                  <a:pt x="5" y="94"/>
                  <a:pt x="6" y="94"/>
                  <a:pt x="6" y="94"/>
                </a:cubicBezTo>
                <a:cubicBezTo>
                  <a:pt x="7" y="94"/>
                  <a:pt x="8" y="94"/>
                  <a:pt x="9" y="93"/>
                </a:cubicBezTo>
                <a:lnTo>
                  <a:pt x="27" y="88"/>
                </a:lnTo>
                <a:cubicBezTo>
                  <a:pt x="27" y="87"/>
                  <a:pt x="28" y="87"/>
                  <a:pt x="28" y="86"/>
                </a:cubicBezTo>
                <a:cubicBezTo>
                  <a:pt x="28" y="86"/>
                  <a:pt x="28" y="86"/>
                  <a:pt x="29" y="85"/>
                </a:cubicBezTo>
                <a:cubicBezTo>
                  <a:pt x="29" y="85"/>
                  <a:pt x="29" y="85"/>
                  <a:pt x="28" y="84"/>
                </a:cubicBezTo>
                <a:lnTo>
                  <a:pt x="29" y="84"/>
                </a:lnTo>
                <a:close/>
              </a:path>
              <a:path w="336" h="189">
                <a:moveTo>
                  <a:pt x="38" y="107"/>
                </a:moveTo>
                <a:lnTo>
                  <a:pt x="30" y="110"/>
                </a:lnTo>
                <a:cubicBezTo>
                  <a:pt x="32" y="109"/>
                  <a:pt x="33" y="108"/>
                  <a:pt x="34" y="107"/>
                </a:cubicBezTo>
                <a:cubicBezTo>
                  <a:pt x="35" y="106"/>
                  <a:pt x="36" y="105"/>
                  <a:pt x="35" y="104"/>
                </a:cubicBezTo>
                <a:cubicBezTo>
                  <a:pt x="35" y="102"/>
                  <a:pt x="33" y="101"/>
                  <a:pt x="30" y="101"/>
                </a:cubicBezTo>
                <a:cubicBezTo>
                  <a:pt x="28" y="102"/>
                  <a:pt x="25" y="102"/>
                  <a:pt x="22" y="103"/>
                </a:cubicBezTo>
                <a:cubicBezTo>
                  <a:pt x="20" y="104"/>
                  <a:pt x="18" y="105"/>
                  <a:pt x="16" y="106"/>
                </a:cubicBezTo>
                <a:cubicBezTo>
                  <a:pt x="14" y="107"/>
                  <a:pt x="13" y="108"/>
                  <a:pt x="12" y="109"/>
                </a:cubicBezTo>
                <a:cubicBezTo>
                  <a:pt x="12" y="110"/>
                  <a:pt x="11" y="111"/>
                  <a:pt x="12" y="112"/>
                </a:cubicBezTo>
                <a:cubicBezTo>
                  <a:pt x="12" y="112"/>
                  <a:pt x="12" y="113"/>
                  <a:pt x="12" y="113"/>
                </a:cubicBezTo>
                <a:cubicBezTo>
                  <a:pt x="13" y="113"/>
                  <a:pt x="13" y="114"/>
                  <a:pt x="14" y="114"/>
                </a:cubicBezTo>
                <a:lnTo>
                  <a:pt x="21" y="112"/>
                </a:lnTo>
                <a:cubicBezTo>
                  <a:pt x="22" y="111"/>
                  <a:pt x="23" y="111"/>
                  <a:pt x="24" y="111"/>
                </a:cubicBezTo>
                <a:cubicBezTo>
                  <a:pt x="24" y="110"/>
                  <a:pt x="24" y="110"/>
                  <a:pt x="24" y="110"/>
                </a:cubicBezTo>
                <a:cubicBezTo>
                  <a:pt x="24" y="110"/>
                  <a:pt x="24" y="109"/>
                  <a:pt x="24" y="109"/>
                </a:cubicBezTo>
                <a:lnTo>
                  <a:pt x="25" y="108"/>
                </a:lnTo>
                <a:lnTo>
                  <a:pt x="27" y="113"/>
                </a:lnTo>
                <a:lnTo>
                  <a:pt x="26" y="113"/>
                </a:lnTo>
                <a:cubicBezTo>
                  <a:pt x="26" y="113"/>
                  <a:pt x="25" y="113"/>
                  <a:pt x="24" y="113"/>
                </a:cubicBezTo>
                <a:cubicBezTo>
                  <a:pt x="24" y="113"/>
                  <a:pt x="23" y="113"/>
                  <a:pt x="22" y="113"/>
                </a:cubicBezTo>
                <a:lnTo>
                  <a:pt x="14" y="116"/>
                </a:lnTo>
                <a:cubicBezTo>
                  <a:pt x="13" y="115"/>
                  <a:pt x="12" y="115"/>
                  <a:pt x="12" y="114"/>
                </a:cubicBezTo>
                <a:cubicBezTo>
                  <a:pt x="11" y="114"/>
                  <a:pt x="11" y="113"/>
                  <a:pt x="10" y="112"/>
                </a:cubicBezTo>
                <a:cubicBezTo>
                  <a:pt x="10" y="110"/>
                  <a:pt x="11" y="108"/>
                  <a:pt x="13" y="105"/>
                </a:cubicBezTo>
                <a:cubicBezTo>
                  <a:pt x="15" y="104"/>
                  <a:pt x="18" y="102"/>
                  <a:pt x="21" y="101"/>
                </a:cubicBezTo>
                <a:cubicBezTo>
                  <a:pt x="23" y="100"/>
                  <a:pt x="25" y="100"/>
                  <a:pt x="27" y="100"/>
                </a:cubicBezTo>
                <a:cubicBezTo>
                  <a:pt x="30" y="100"/>
                  <a:pt x="32" y="100"/>
                  <a:pt x="34" y="101"/>
                </a:cubicBezTo>
                <a:cubicBezTo>
                  <a:pt x="35" y="101"/>
                  <a:pt x="36" y="102"/>
                  <a:pt x="36" y="103"/>
                </a:cubicBezTo>
                <a:cubicBezTo>
                  <a:pt x="37" y="104"/>
                  <a:pt x="37" y="104"/>
                  <a:pt x="37" y="104"/>
                </a:cubicBezTo>
                <a:cubicBezTo>
                  <a:pt x="37" y="105"/>
                  <a:pt x="36" y="106"/>
                  <a:pt x="36" y="106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7" y="107"/>
                  <a:pt x="37" y="107"/>
                  <a:pt x="38" y="107"/>
                </a:cubicBezTo>
                <a:close/>
              </a:path>
              <a:path w="336" h="189">
                <a:moveTo>
                  <a:pt x="47" y="119"/>
                </a:moveTo>
                <a:lnTo>
                  <a:pt x="48" y="118"/>
                </a:lnTo>
                <a:lnTo>
                  <a:pt x="51" y="122"/>
                </a:lnTo>
                <a:lnTo>
                  <a:pt x="50" y="122"/>
                </a:lnTo>
                <a:cubicBezTo>
                  <a:pt x="49" y="121"/>
                  <a:pt x="49" y="121"/>
                  <a:pt x="48" y="122"/>
                </a:cubicBezTo>
                <a:cubicBezTo>
                  <a:pt x="48" y="122"/>
                  <a:pt x="47" y="122"/>
                  <a:pt x="46" y="123"/>
                </a:cubicBezTo>
                <a:lnTo>
                  <a:pt x="38" y="130"/>
                </a:lnTo>
                <a:cubicBezTo>
                  <a:pt x="36" y="132"/>
                  <a:pt x="34" y="133"/>
                  <a:pt x="33" y="134"/>
                </a:cubicBezTo>
                <a:cubicBezTo>
                  <a:pt x="31" y="135"/>
                  <a:pt x="30" y="135"/>
                  <a:pt x="29" y="135"/>
                </a:cubicBezTo>
                <a:cubicBezTo>
                  <a:pt x="27" y="135"/>
                  <a:pt x="26" y="135"/>
                  <a:pt x="26" y="134"/>
                </a:cubicBezTo>
                <a:cubicBezTo>
                  <a:pt x="25" y="133"/>
                  <a:pt x="24" y="131"/>
                  <a:pt x="25" y="130"/>
                </a:cubicBezTo>
                <a:cubicBezTo>
                  <a:pt x="25" y="129"/>
                  <a:pt x="26" y="128"/>
                  <a:pt x="27" y="126"/>
                </a:cubicBezTo>
                <a:cubicBezTo>
                  <a:pt x="27" y="126"/>
                  <a:pt x="29" y="124"/>
                  <a:pt x="32" y="122"/>
                </a:cubicBezTo>
                <a:lnTo>
                  <a:pt x="39" y="115"/>
                </a:lnTo>
                <a:cubicBezTo>
                  <a:pt x="41" y="114"/>
                  <a:pt x="41" y="114"/>
                  <a:pt x="42" y="113"/>
                </a:cubicBezTo>
                <a:cubicBezTo>
                  <a:pt x="42" y="113"/>
                  <a:pt x="42" y="112"/>
                  <a:pt x="42" y="112"/>
                </a:cubicBezTo>
                <a:lnTo>
                  <a:pt x="41" y="111"/>
                </a:lnTo>
                <a:lnTo>
                  <a:pt x="42" y="111"/>
                </a:lnTo>
                <a:lnTo>
                  <a:pt x="45" y="115"/>
                </a:lnTo>
                <a:lnTo>
                  <a:pt x="45" y="116"/>
                </a:lnTo>
                <a:lnTo>
                  <a:pt x="45" y="115"/>
                </a:lnTo>
                <a:cubicBezTo>
                  <a:pt x="44" y="115"/>
                  <a:pt x="44" y="115"/>
                  <a:pt x="43" y="115"/>
                </a:cubicBezTo>
                <a:cubicBezTo>
                  <a:pt x="43" y="115"/>
                  <a:pt x="42" y="116"/>
                  <a:pt x="41" y="117"/>
                </a:cubicBezTo>
                <a:lnTo>
                  <a:pt x="32" y="124"/>
                </a:lnTo>
                <a:cubicBezTo>
                  <a:pt x="31" y="125"/>
                  <a:pt x="30" y="126"/>
                  <a:pt x="29" y="127"/>
                </a:cubicBezTo>
                <a:cubicBezTo>
                  <a:pt x="28" y="127"/>
                  <a:pt x="28" y="128"/>
                  <a:pt x="27" y="129"/>
                </a:cubicBezTo>
                <a:cubicBezTo>
                  <a:pt x="27" y="130"/>
                  <a:pt x="26" y="130"/>
                  <a:pt x="26" y="131"/>
                </a:cubicBezTo>
                <a:cubicBezTo>
                  <a:pt x="26" y="132"/>
                  <a:pt x="26" y="132"/>
                  <a:pt x="27" y="133"/>
                </a:cubicBezTo>
                <a:cubicBezTo>
                  <a:pt x="27" y="133"/>
                  <a:pt x="28" y="134"/>
                  <a:pt x="29" y="134"/>
                </a:cubicBezTo>
                <a:cubicBezTo>
                  <a:pt x="30" y="134"/>
                  <a:pt x="31" y="133"/>
                  <a:pt x="32" y="133"/>
                </a:cubicBezTo>
                <a:cubicBezTo>
                  <a:pt x="33" y="132"/>
                  <a:pt x="35" y="131"/>
                  <a:pt x="37" y="129"/>
                </a:cubicBezTo>
                <a:lnTo>
                  <a:pt x="45" y="123"/>
                </a:lnTo>
                <a:cubicBezTo>
                  <a:pt x="47" y="122"/>
                  <a:pt x="47" y="121"/>
                  <a:pt x="48" y="120"/>
                </a:cubicBezTo>
                <a:cubicBezTo>
                  <a:pt x="48" y="120"/>
                  <a:pt x="48" y="119"/>
                  <a:pt x="47" y="119"/>
                </a:cubicBezTo>
                <a:close/>
              </a:path>
              <a:path w="336" h="189">
                <a:moveTo>
                  <a:pt x="51" y="121"/>
                </a:moveTo>
                <a:lnTo>
                  <a:pt x="53" y="123"/>
                </a:lnTo>
                <a:lnTo>
                  <a:pt x="46" y="143"/>
                </a:lnTo>
                <a:lnTo>
                  <a:pt x="56" y="132"/>
                </a:lnTo>
                <a:cubicBezTo>
                  <a:pt x="57" y="131"/>
                  <a:pt x="58" y="130"/>
                  <a:pt x="58" y="130"/>
                </a:cubicBezTo>
                <a:cubicBezTo>
                  <a:pt x="58" y="129"/>
                  <a:pt x="58" y="128"/>
                  <a:pt x="58" y="128"/>
                </a:cubicBezTo>
                <a:lnTo>
                  <a:pt x="57" y="128"/>
                </a:lnTo>
                <a:lnTo>
                  <a:pt x="58" y="127"/>
                </a:lnTo>
                <a:lnTo>
                  <a:pt x="61" y="130"/>
                </a:lnTo>
                <a:lnTo>
                  <a:pt x="61" y="131"/>
                </a:lnTo>
                <a:lnTo>
                  <a:pt x="60" y="131"/>
                </a:lnTo>
                <a:cubicBezTo>
                  <a:pt x="60" y="130"/>
                  <a:pt x="60" y="130"/>
                  <a:pt x="59" y="131"/>
                </a:cubicBezTo>
                <a:cubicBezTo>
                  <a:pt x="59" y="131"/>
                  <a:pt x="58" y="131"/>
                  <a:pt x="57" y="133"/>
                </a:cubicBezTo>
                <a:lnTo>
                  <a:pt x="42" y="149"/>
                </a:lnTo>
                <a:lnTo>
                  <a:pt x="50" y="127"/>
                </a:lnTo>
                <a:lnTo>
                  <a:pt x="39" y="140"/>
                </a:lnTo>
                <a:cubicBezTo>
                  <a:pt x="38" y="141"/>
                  <a:pt x="37" y="142"/>
                  <a:pt x="37" y="142"/>
                </a:cubicBezTo>
                <a:cubicBezTo>
                  <a:pt x="37" y="143"/>
                  <a:pt x="37" y="143"/>
                  <a:pt x="37" y="143"/>
                </a:cubicBezTo>
                <a:lnTo>
                  <a:pt x="38" y="144"/>
                </a:lnTo>
                <a:lnTo>
                  <a:pt x="37" y="144"/>
                </a:lnTo>
                <a:lnTo>
                  <a:pt x="34" y="141"/>
                </a:lnTo>
                <a:lnTo>
                  <a:pt x="35" y="141"/>
                </a:lnTo>
                <a:cubicBezTo>
                  <a:pt x="35" y="141"/>
                  <a:pt x="36" y="141"/>
                  <a:pt x="36" y="141"/>
                </a:cubicBezTo>
                <a:cubicBezTo>
                  <a:pt x="37" y="141"/>
                  <a:pt x="37" y="140"/>
                  <a:pt x="38" y="139"/>
                </a:cubicBezTo>
                <a:lnTo>
                  <a:pt x="50" y="125"/>
                </a:lnTo>
                <a:cubicBezTo>
                  <a:pt x="51" y="124"/>
                  <a:pt x="51" y="124"/>
                  <a:pt x="51" y="123"/>
                </a:cubicBezTo>
                <a:cubicBezTo>
                  <a:pt x="51" y="123"/>
                  <a:pt x="51" y="123"/>
                  <a:pt x="51" y="122"/>
                </a:cubicBezTo>
                <a:cubicBezTo>
                  <a:pt x="51" y="122"/>
                  <a:pt x="50" y="122"/>
                  <a:pt x="50" y="121"/>
                </a:cubicBezTo>
                <a:lnTo>
                  <a:pt x="51" y="121"/>
                </a:lnTo>
                <a:close/>
              </a:path>
              <a:path w="336" h="189">
                <a:moveTo>
                  <a:pt x="51" y="155"/>
                </a:moveTo>
                <a:lnTo>
                  <a:pt x="50" y="156"/>
                </a:lnTo>
                <a:lnTo>
                  <a:pt x="46" y="152"/>
                </a:lnTo>
                <a:lnTo>
                  <a:pt x="47" y="151"/>
                </a:lnTo>
                <a:lnTo>
                  <a:pt x="47" y="152"/>
                </a:lnTo>
                <a:cubicBezTo>
                  <a:pt x="47" y="152"/>
                  <a:pt x="48" y="152"/>
                  <a:pt x="49" y="152"/>
                </a:cubicBezTo>
                <a:cubicBezTo>
                  <a:pt x="49" y="152"/>
                  <a:pt x="50" y="151"/>
                  <a:pt x="51" y="150"/>
                </a:cubicBezTo>
                <a:lnTo>
                  <a:pt x="62" y="137"/>
                </a:lnTo>
                <a:cubicBezTo>
                  <a:pt x="63" y="136"/>
                  <a:pt x="63" y="135"/>
                  <a:pt x="63" y="135"/>
                </a:cubicBezTo>
                <a:cubicBezTo>
                  <a:pt x="64" y="134"/>
                  <a:pt x="64" y="134"/>
                  <a:pt x="64" y="134"/>
                </a:cubicBezTo>
                <a:cubicBezTo>
                  <a:pt x="64" y="133"/>
                  <a:pt x="64" y="133"/>
                  <a:pt x="63" y="133"/>
                </a:cubicBezTo>
                <a:lnTo>
                  <a:pt x="63" y="132"/>
                </a:lnTo>
                <a:lnTo>
                  <a:pt x="68" y="136"/>
                </a:lnTo>
                <a:lnTo>
                  <a:pt x="67" y="136"/>
                </a:lnTo>
                <a:cubicBezTo>
                  <a:pt x="66" y="136"/>
                  <a:pt x="66" y="136"/>
                  <a:pt x="65" y="136"/>
                </a:cubicBezTo>
                <a:cubicBezTo>
                  <a:pt x="65" y="136"/>
                  <a:pt x="64" y="137"/>
                  <a:pt x="63" y="138"/>
                </a:cubicBezTo>
                <a:lnTo>
                  <a:pt x="52" y="151"/>
                </a:lnTo>
                <a:cubicBezTo>
                  <a:pt x="51" y="152"/>
                  <a:pt x="51" y="153"/>
                  <a:pt x="50" y="153"/>
                </a:cubicBezTo>
                <a:cubicBezTo>
                  <a:pt x="50" y="153"/>
                  <a:pt x="50" y="153"/>
                  <a:pt x="50" y="154"/>
                </a:cubicBezTo>
                <a:cubicBezTo>
                  <a:pt x="50" y="154"/>
                  <a:pt x="50" y="155"/>
                  <a:pt x="51" y="155"/>
                </a:cubicBezTo>
                <a:close/>
              </a:path>
              <a:path w="336" h="189">
                <a:moveTo>
                  <a:pt x="81" y="143"/>
                </a:moveTo>
                <a:lnTo>
                  <a:pt x="80" y="143"/>
                </a:lnTo>
                <a:cubicBezTo>
                  <a:pt x="80" y="143"/>
                  <a:pt x="79" y="143"/>
                  <a:pt x="79" y="144"/>
                </a:cubicBezTo>
                <a:cubicBezTo>
                  <a:pt x="78" y="144"/>
                  <a:pt x="78" y="145"/>
                  <a:pt x="77" y="146"/>
                </a:cubicBezTo>
                <a:lnTo>
                  <a:pt x="61" y="163"/>
                </a:lnTo>
                <a:lnTo>
                  <a:pt x="61" y="162"/>
                </a:lnTo>
                <a:lnTo>
                  <a:pt x="68" y="140"/>
                </a:lnTo>
                <a:cubicBezTo>
                  <a:pt x="69" y="139"/>
                  <a:pt x="69" y="139"/>
                  <a:pt x="69" y="138"/>
                </a:cubicBezTo>
                <a:cubicBezTo>
                  <a:pt x="69" y="138"/>
                  <a:pt x="69" y="137"/>
                  <a:pt x="69" y="137"/>
                </a:cubicBezTo>
                <a:cubicBezTo>
                  <a:pt x="69" y="137"/>
                  <a:pt x="69" y="137"/>
                  <a:pt x="68" y="136"/>
                </a:cubicBezTo>
                <a:lnTo>
                  <a:pt x="69" y="136"/>
                </a:lnTo>
                <a:lnTo>
                  <a:pt x="73" y="138"/>
                </a:lnTo>
                <a:lnTo>
                  <a:pt x="73" y="139"/>
                </a:lnTo>
                <a:cubicBezTo>
                  <a:pt x="72" y="139"/>
                  <a:pt x="72" y="139"/>
                  <a:pt x="72" y="139"/>
                </a:cubicBezTo>
                <a:cubicBezTo>
                  <a:pt x="71" y="139"/>
                  <a:pt x="71" y="139"/>
                  <a:pt x="71" y="140"/>
                </a:cubicBezTo>
                <a:cubicBezTo>
                  <a:pt x="71" y="140"/>
                  <a:pt x="70" y="141"/>
                  <a:pt x="70" y="143"/>
                </a:cubicBezTo>
                <a:lnTo>
                  <a:pt x="65" y="158"/>
                </a:lnTo>
                <a:lnTo>
                  <a:pt x="75" y="146"/>
                </a:lnTo>
                <a:cubicBezTo>
                  <a:pt x="76" y="145"/>
                  <a:pt x="77" y="144"/>
                  <a:pt x="77" y="144"/>
                </a:cubicBezTo>
                <a:cubicBezTo>
                  <a:pt x="77" y="143"/>
                  <a:pt x="77" y="143"/>
                  <a:pt x="77" y="143"/>
                </a:cubicBezTo>
                <a:cubicBezTo>
                  <a:pt x="77" y="142"/>
                  <a:pt x="77" y="142"/>
                  <a:pt x="77" y="141"/>
                </a:cubicBezTo>
                <a:cubicBezTo>
                  <a:pt x="77" y="141"/>
                  <a:pt x="77" y="141"/>
                  <a:pt x="77" y="141"/>
                </a:cubicBezTo>
                <a:lnTo>
                  <a:pt x="81" y="143"/>
                </a:lnTo>
                <a:close/>
              </a:path>
              <a:path w="336" h="189">
                <a:moveTo>
                  <a:pt x="153" y="160"/>
                </a:moveTo>
                <a:cubicBezTo>
                  <a:pt x="155" y="160"/>
                  <a:pt x="156" y="161"/>
                  <a:pt x="157" y="164"/>
                </a:cubicBezTo>
                <a:cubicBezTo>
                  <a:pt x="159" y="166"/>
                  <a:pt x="159" y="170"/>
                  <a:pt x="159" y="174"/>
                </a:cubicBezTo>
                <a:cubicBezTo>
                  <a:pt x="159" y="178"/>
                  <a:pt x="159" y="181"/>
                  <a:pt x="157" y="184"/>
                </a:cubicBezTo>
                <a:cubicBezTo>
                  <a:pt x="156" y="186"/>
                  <a:pt x="155" y="187"/>
                  <a:pt x="153" y="187"/>
                </a:cubicBezTo>
                <a:cubicBezTo>
                  <a:pt x="151" y="187"/>
                  <a:pt x="150" y="186"/>
                  <a:pt x="148" y="184"/>
                </a:cubicBezTo>
                <a:cubicBezTo>
                  <a:pt x="147" y="181"/>
                  <a:pt x="147" y="178"/>
                  <a:pt x="147" y="174"/>
                </a:cubicBezTo>
                <a:cubicBezTo>
                  <a:pt x="147" y="169"/>
                  <a:pt x="147" y="166"/>
                  <a:pt x="149" y="163"/>
                </a:cubicBezTo>
                <a:cubicBezTo>
                  <a:pt x="150" y="161"/>
                  <a:pt x="151" y="160"/>
                  <a:pt x="153" y="160"/>
                </a:cubicBezTo>
                <a:close/>
                <a:moveTo>
                  <a:pt x="153" y="161"/>
                </a:moveTo>
                <a:cubicBezTo>
                  <a:pt x="152" y="161"/>
                  <a:pt x="151" y="162"/>
                  <a:pt x="150" y="164"/>
                </a:cubicBezTo>
                <a:cubicBezTo>
                  <a:pt x="149" y="166"/>
                  <a:pt x="149" y="169"/>
                  <a:pt x="149" y="174"/>
                </a:cubicBezTo>
                <a:cubicBezTo>
                  <a:pt x="149" y="178"/>
                  <a:pt x="149" y="181"/>
                  <a:pt x="150" y="183"/>
                </a:cubicBezTo>
                <a:cubicBezTo>
                  <a:pt x="151" y="185"/>
                  <a:pt x="152" y="186"/>
                  <a:pt x="153" y="186"/>
                </a:cubicBezTo>
                <a:cubicBezTo>
                  <a:pt x="154" y="186"/>
                  <a:pt x="155" y="185"/>
                  <a:pt x="156" y="183"/>
                </a:cubicBezTo>
                <a:cubicBezTo>
                  <a:pt x="157" y="181"/>
                  <a:pt x="157" y="178"/>
                  <a:pt x="157" y="174"/>
                </a:cubicBezTo>
                <a:cubicBezTo>
                  <a:pt x="157" y="170"/>
                  <a:pt x="157" y="166"/>
                  <a:pt x="156" y="164"/>
                </a:cubicBezTo>
                <a:cubicBezTo>
                  <a:pt x="155" y="162"/>
                  <a:pt x="154" y="161"/>
                  <a:pt x="153" y="161"/>
                </a:cubicBezTo>
                <a:close/>
              </a:path>
              <a:path w="336" h="189">
                <a:moveTo>
                  <a:pt x="165" y="162"/>
                </a:moveTo>
                <a:lnTo>
                  <a:pt x="165" y="172"/>
                </a:lnTo>
                <a:lnTo>
                  <a:pt x="167" y="172"/>
                </a:lnTo>
                <a:cubicBezTo>
                  <a:pt x="168" y="172"/>
                  <a:pt x="168" y="172"/>
                  <a:pt x="168" y="172"/>
                </a:cubicBezTo>
                <a:cubicBezTo>
                  <a:pt x="168" y="171"/>
                  <a:pt x="169" y="170"/>
                  <a:pt x="169" y="169"/>
                </a:cubicBezTo>
                <a:lnTo>
                  <a:pt x="169" y="178"/>
                </a:lnTo>
                <a:cubicBezTo>
                  <a:pt x="169" y="177"/>
                  <a:pt x="169" y="176"/>
                  <a:pt x="169" y="175"/>
                </a:cubicBezTo>
                <a:cubicBezTo>
                  <a:pt x="168" y="175"/>
                  <a:pt x="168" y="175"/>
                  <a:pt x="168" y="174"/>
                </a:cubicBezTo>
                <a:cubicBezTo>
                  <a:pt x="168" y="174"/>
                  <a:pt x="167" y="174"/>
                  <a:pt x="167" y="174"/>
                </a:cubicBezTo>
                <a:lnTo>
                  <a:pt x="165" y="174"/>
                </a:lnTo>
                <a:lnTo>
                  <a:pt x="165" y="182"/>
                </a:lnTo>
                <a:cubicBezTo>
                  <a:pt x="165" y="184"/>
                  <a:pt x="165" y="184"/>
                  <a:pt x="165" y="185"/>
                </a:cubicBezTo>
                <a:cubicBezTo>
                  <a:pt x="165" y="185"/>
                  <a:pt x="165" y="185"/>
                  <a:pt x="165" y="186"/>
                </a:cubicBezTo>
                <a:cubicBezTo>
                  <a:pt x="165" y="186"/>
                  <a:pt x="166" y="186"/>
                  <a:pt x="166" y="186"/>
                </a:cubicBezTo>
                <a:lnTo>
                  <a:pt x="167" y="186"/>
                </a:lnTo>
                <a:lnTo>
                  <a:pt x="167" y="187"/>
                </a:lnTo>
                <a:lnTo>
                  <a:pt x="161" y="187"/>
                </a:lnTo>
                <a:lnTo>
                  <a:pt x="161" y="186"/>
                </a:lnTo>
                <a:cubicBezTo>
                  <a:pt x="162" y="186"/>
                  <a:pt x="162" y="186"/>
                  <a:pt x="163" y="185"/>
                </a:cubicBezTo>
                <a:cubicBezTo>
                  <a:pt x="163" y="185"/>
                  <a:pt x="163" y="184"/>
                  <a:pt x="163" y="182"/>
                </a:cubicBezTo>
                <a:lnTo>
                  <a:pt x="163" y="165"/>
                </a:lnTo>
                <a:cubicBezTo>
                  <a:pt x="163" y="164"/>
                  <a:pt x="163" y="163"/>
                  <a:pt x="163" y="163"/>
                </a:cubicBezTo>
                <a:cubicBezTo>
                  <a:pt x="163" y="162"/>
                  <a:pt x="162" y="162"/>
                  <a:pt x="162" y="162"/>
                </a:cubicBezTo>
                <a:cubicBezTo>
                  <a:pt x="162" y="161"/>
                  <a:pt x="162" y="161"/>
                  <a:pt x="161" y="161"/>
                </a:cubicBezTo>
                <a:lnTo>
                  <a:pt x="171" y="161"/>
                </a:lnTo>
                <a:lnTo>
                  <a:pt x="171" y="166"/>
                </a:lnTo>
                <a:lnTo>
                  <a:pt x="170" y="166"/>
                </a:lnTo>
                <a:cubicBezTo>
                  <a:pt x="170" y="165"/>
                  <a:pt x="170" y="164"/>
                  <a:pt x="170" y="164"/>
                </a:cubicBezTo>
                <a:cubicBezTo>
                  <a:pt x="170" y="163"/>
                  <a:pt x="169" y="163"/>
                  <a:pt x="169" y="162"/>
                </a:cubicBezTo>
                <a:cubicBezTo>
                  <a:pt x="169" y="162"/>
                  <a:pt x="168" y="162"/>
                  <a:pt x="168" y="162"/>
                </a:cubicBezTo>
                <a:lnTo>
                  <a:pt x="165" y="162"/>
                </a:lnTo>
                <a:close/>
              </a:path>
              <a:path w="336" h="189">
                <a:moveTo>
                  <a:pt x="92" y="176"/>
                </a:moveTo>
                <a:lnTo>
                  <a:pt x="89" y="175"/>
                </a:lnTo>
                <a:lnTo>
                  <a:pt x="91" y="162"/>
                </a:lnTo>
                <a:cubicBezTo>
                  <a:pt x="90" y="162"/>
                  <a:pt x="90" y="161"/>
                  <a:pt x="90" y="161"/>
                </a:cubicBezTo>
                <a:cubicBezTo>
                  <a:pt x="90" y="161"/>
                  <a:pt x="90" y="161"/>
                  <a:pt x="90" y="161"/>
                </a:cubicBezTo>
                <a:cubicBezTo>
                  <a:pt x="90" y="161"/>
                  <a:pt x="90" y="161"/>
                  <a:pt x="89" y="161"/>
                </a:cubicBezTo>
                <a:lnTo>
                  <a:pt x="86" y="168"/>
                </a:lnTo>
                <a:cubicBezTo>
                  <a:pt x="85" y="169"/>
                  <a:pt x="85" y="170"/>
                  <a:pt x="84" y="171"/>
                </a:cubicBezTo>
                <a:cubicBezTo>
                  <a:pt x="84" y="171"/>
                  <a:pt x="85" y="172"/>
                  <a:pt x="85" y="172"/>
                </a:cubicBezTo>
                <a:lnTo>
                  <a:pt x="85" y="173"/>
                </a:lnTo>
                <a:lnTo>
                  <a:pt x="80" y="170"/>
                </a:lnTo>
                <a:lnTo>
                  <a:pt x="81" y="169"/>
                </a:lnTo>
                <a:lnTo>
                  <a:pt x="81" y="170"/>
                </a:lnTo>
                <a:cubicBezTo>
                  <a:pt x="81" y="170"/>
                  <a:pt x="82" y="170"/>
                  <a:pt x="83" y="169"/>
                </a:cubicBezTo>
                <a:cubicBezTo>
                  <a:pt x="83" y="169"/>
                  <a:pt x="83" y="168"/>
                  <a:pt x="84" y="167"/>
                </a:cubicBezTo>
                <a:lnTo>
                  <a:pt x="92" y="152"/>
                </a:lnTo>
                <a:cubicBezTo>
                  <a:pt x="93" y="151"/>
                  <a:pt x="94" y="150"/>
                  <a:pt x="94" y="149"/>
                </a:cubicBezTo>
                <a:cubicBezTo>
                  <a:pt x="94" y="149"/>
                  <a:pt x="94" y="148"/>
                  <a:pt x="93" y="148"/>
                </a:cubicBezTo>
                <a:lnTo>
                  <a:pt x="93" y="147"/>
                </a:lnTo>
                <a:lnTo>
                  <a:pt x="97" y="149"/>
                </a:lnTo>
                <a:cubicBezTo>
                  <a:pt x="98" y="150"/>
                  <a:pt x="99" y="151"/>
                  <a:pt x="100" y="151"/>
                </a:cubicBezTo>
                <a:cubicBezTo>
                  <a:pt x="100" y="152"/>
                  <a:pt x="100" y="153"/>
                  <a:pt x="100" y="154"/>
                </a:cubicBezTo>
                <a:cubicBezTo>
                  <a:pt x="100" y="155"/>
                  <a:pt x="99" y="157"/>
                  <a:pt x="99" y="158"/>
                </a:cubicBezTo>
                <a:cubicBezTo>
                  <a:pt x="98" y="159"/>
                  <a:pt x="97" y="160"/>
                  <a:pt x="96" y="161"/>
                </a:cubicBezTo>
                <a:cubicBezTo>
                  <a:pt x="95" y="162"/>
                  <a:pt x="94" y="162"/>
                  <a:pt x="93" y="162"/>
                </a:cubicBezTo>
                <a:lnTo>
                  <a:pt x="91" y="170"/>
                </a:lnTo>
                <a:cubicBezTo>
                  <a:pt x="91" y="172"/>
                  <a:pt x="91" y="173"/>
                  <a:pt x="91" y="174"/>
                </a:cubicBezTo>
                <a:cubicBezTo>
                  <a:pt x="91" y="175"/>
                  <a:pt x="91" y="175"/>
                  <a:pt x="92" y="176"/>
                </a:cubicBezTo>
                <a:close/>
                <a:moveTo>
                  <a:pt x="90" y="160"/>
                </a:moveTo>
                <a:cubicBezTo>
                  <a:pt x="90" y="160"/>
                  <a:pt x="90" y="160"/>
                  <a:pt x="90" y="160"/>
                </a:cubicBezTo>
                <a:cubicBezTo>
                  <a:pt x="90" y="160"/>
                  <a:pt x="90" y="160"/>
                  <a:pt x="91" y="160"/>
                </a:cubicBezTo>
                <a:cubicBezTo>
                  <a:pt x="92" y="161"/>
                  <a:pt x="93" y="161"/>
                  <a:pt x="94" y="160"/>
                </a:cubicBezTo>
                <a:cubicBezTo>
                  <a:pt x="95" y="160"/>
                  <a:pt x="96" y="158"/>
                  <a:pt x="97" y="157"/>
                </a:cubicBezTo>
                <a:cubicBezTo>
                  <a:pt x="97" y="156"/>
                  <a:pt x="98" y="154"/>
                  <a:pt x="98" y="153"/>
                </a:cubicBezTo>
                <a:cubicBezTo>
                  <a:pt x="98" y="152"/>
                  <a:pt x="98" y="151"/>
                  <a:pt x="97" y="151"/>
                </a:cubicBezTo>
                <a:cubicBezTo>
                  <a:pt x="97" y="151"/>
                  <a:pt x="96" y="150"/>
                  <a:pt x="95" y="150"/>
                </a:cubicBezTo>
                <a:lnTo>
                  <a:pt x="90" y="160"/>
                </a:lnTo>
                <a:close/>
              </a:path>
              <a:path w="336" h="189">
                <a:moveTo>
                  <a:pt x="110" y="153"/>
                </a:moveTo>
                <a:lnTo>
                  <a:pt x="107" y="161"/>
                </a:lnTo>
                <a:cubicBezTo>
                  <a:pt x="107" y="160"/>
                  <a:pt x="108" y="158"/>
                  <a:pt x="108" y="157"/>
                </a:cubicBezTo>
                <a:cubicBezTo>
                  <a:pt x="108" y="156"/>
                  <a:pt x="108" y="155"/>
                  <a:pt x="107" y="154"/>
                </a:cubicBezTo>
                <a:cubicBezTo>
                  <a:pt x="107" y="154"/>
                  <a:pt x="107" y="153"/>
                  <a:pt x="106" y="153"/>
                </a:cubicBezTo>
                <a:cubicBezTo>
                  <a:pt x="105" y="153"/>
                  <a:pt x="105" y="153"/>
                  <a:pt x="104" y="154"/>
                </a:cubicBezTo>
                <a:cubicBezTo>
                  <a:pt x="103" y="154"/>
                  <a:pt x="103" y="155"/>
                  <a:pt x="103" y="156"/>
                </a:cubicBezTo>
                <a:cubicBezTo>
                  <a:pt x="102" y="157"/>
                  <a:pt x="102" y="157"/>
                  <a:pt x="102" y="158"/>
                </a:cubicBezTo>
                <a:cubicBezTo>
                  <a:pt x="102" y="159"/>
                  <a:pt x="103" y="161"/>
                  <a:pt x="104" y="163"/>
                </a:cubicBezTo>
                <a:cubicBezTo>
                  <a:pt x="104" y="164"/>
                  <a:pt x="105" y="166"/>
                  <a:pt x="105" y="166"/>
                </a:cubicBezTo>
                <a:cubicBezTo>
                  <a:pt x="105" y="167"/>
                  <a:pt x="105" y="168"/>
                  <a:pt x="105" y="169"/>
                </a:cubicBezTo>
                <a:cubicBezTo>
                  <a:pt x="105" y="170"/>
                  <a:pt x="105" y="171"/>
                  <a:pt x="104" y="172"/>
                </a:cubicBezTo>
                <a:cubicBezTo>
                  <a:pt x="104" y="174"/>
                  <a:pt x="103" y="175"/>
                  <a:pt x="101" y="177"/>
                </a:cubicBezTo>
                <a:cubicBezTo>
                  <a:pt x="100" y="178"/>
                  <a:pt x="99" y="178"/>
                  <a:pt x="98" y="178"/>
                </a:cubicBezTo>
                <a:cubicBezTo>
                  <a:pt x="97" y="177"/>
                  <a:pt x="97" y="177"/>
                  <a:pt x="97" y="177"/>
                </a:cubicBezTo>
                <a:cubicBezTo>
                  <a:pt x="97" y="177"/>
                  <a:pt x="96" y="177"/>
                  <a:pt x="96" y="176"/>
                </a:cubicBezTo>
                <a:cubicBezTo>
                  <a:pt x="96" y="175"/>
                  <a:pt x="95" y="175"/>
                  <a:pt x="95" y="175"/>
                </a:cubicBezTo>
                <a:cubicBezTo>
                  <a:pt x="95" y="175"/>
                  <a:pt x="95" y="175"/>
                  <a:pt x="95" y="175"/>
                </a:cubicBezTo>
                <a:cubicBezTo>
                  <a:pt x="94" y="175"/>
                  <a:pt x="94" y="176"/>
                  <a:pt x="94" y="176"/>
                </a:cubicBezTo>
                <a:lnTo>
                  <a:pt x="97" y="168"/>
                </a:lnTo>
                <a:cubicBezTo>
                  <a:pt x="97" y="170"/>
                  <a:pt x="96" y="171"/>
                  <a:pt x="96" y="172"/>
                </a:cubicBezTo>
                <a:cubicBezTo>
                  <a:pt x="96" y="173"/>
                  <a:pt x="96" y="174"/>
                  <a:pt x="97" y="175"/>
                </a:cubicBezTo>
                <a:cubicBezTo>
                  <a:pt x="97" y="175"/>
                  <a:pt x="98" y="176"/>
                  <a:pt x="98" y="176"/>
                </a:cubicBezTo>
                <a:cubicBezTo>
                  <a:pt x="99" y="176"/>
                  <a:pt x="100" y="176"/>
                  <a:pt x="100" y="176"/>
                </a:cubicBezTo>
                <a:cubicBezTo>
                  <a:pt x="101" y="175"/>
                  <a:pt x="102" y="174"/>
                  <a:pt x="102" y="173"/>
                </a:cubicBezTo>
                <a:cubicBezTo>
                  <a:pt x="102" y="172"/>
                  <a:pt x="102" y="172"/>
                  <a:pt x="103" y="171"/>
                </a:cubicBezTo>
                <a:cubicBezTo>
                  <a:pt x="103" y="170"/>
                  <a:pt x="103" y="170"/>
                  <a:pt x="102" y="169"/>
                </a:cubicBezTo>
                <a:cubicBezTo>
                  <a:pt x="102" y="169"/>
                  <a:pt x="102" y="168"/>
                  <a:pt x="101" y="166"/>
                </a:cubicBezTo>
                <a:cubicBezTo>
                  <a:pt x="101" y="164"/>
                  <a:pt x="100" y="163"/>
                  <a:pt x="100" y="162"/>
                </a:cubicBezTo>
                <a:cubicBezTo>
                  <a:pt x="100" y="161"/>
                  <a:pt x="100" y="161"/>
                  <a:pt x="100" y="160"/>
                </a:cubicBezTo>
                <a:cubicBezTo>
                  <a:pt x="100" y="159"/>
                  <a:pt x="100" y="158"/>
                  <a:pt x="101" y="157"/>
                </a:cubicBezTo>
                <a:cubicBezTo>
                  <a:pt x="101" y="155"/>
                  <a:pt x="102" y="153"/>
                  <a:pt x="103" y="152"/>
                </a:cubicBezTo>
                <a:cubicBezTo>
                  <a:pt x="105" y="151"/>
                  <a:pt x="106" y="151"/>
                  <a:pt x="107" y="151"/>
                </a:cubicBezTo>
                <a:cubicBezTo>
                  <a:pt x="107" y="152"/>
                  <a:pt x="108" y="152"/>
                  <a:pt x="108" y="153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10" y="154"/>
                  <a:pt x="110" y="153"/>
                  <a:pt x="110" y="153"/>
                </a:cubicBezTo>
                <a:close/>
              </a:path>
              <a:path w="336" h="189">
                <a:moveTo>
                  <a:pt x="138" y="160"/>
                </a:moveTo>
                <a:lnTo>
                  <a:pt x="143" y="160"/>
                </a:lnTo>
                <a:lnTo>
                  <a:pt x="143" y="161"/>
                </a:lnTo>
                <a:lnTo>
                  <a:pt x="142" y="161"/>
                </a:lnTo>
                <a:cubicBezTo>
                  <a:pt x="142" y="161"/>
                  <a:pt x="142" y="161"/>
                  <a:pt x="142" y="161"/>
                </a:cubicBezTo>
                <a:cubicBezTo>
                  <a:pt x="141" y="162"/>
                  <a:pt x="141" y="162"/>
                  <a:pt x="141" y="163"/>
                </a:cubicBezTo>
                <a:cubicBezTo>
                  <a:pt x="140" y="163"/>
                  <a:pt x="140" y="164"/>
                  <a:pt x="139" y="165"/>
                </a:cubicBezTo>
                <a:lnTo>
                  <a:pt x="135" y="175"/>
                </a:lnTo>
                <a:lnTo>
                  <a:pt x="134" y="181"/>
                </a:lnTo>
                <a:cubicBezTo>
                  <a:pt x="134" y="183"/>
                  <a:pt x="134" y="184"/>
                  <a:pt x="134" y="184"/>
                </a:cubicBezTo>
                <a:cubicBezTo>
                  <a:pt x="135" y="185"/>
                  <a:pt x="135" y="185"/>
                  <a:pt x="135" y="185"/>
                </a:cubicBezTo>
                <a:lnTo>
                  <a:pt x="136" y="185"/>
                </a:lnTo>
                <a:lnTo>
                  <a:pt x="136" y="186"/>
                </a:lnTo>
                <a:lnTo>
                  <a:pt x="130" y="185"/>
                </a:lnTo>
                <a:lnTo>
                  <a:pt x="131" y="185"/>
                </a:lnTo>
                <a:cubicBezTo>
                  <a:pt x="131" y="185"/>
                  <a:pt x="132" y="184"/>
                  <a:pt x="132" y="184"/>
                </a:cubicBezTo>
                <a:cubicBezTo>
                  <a:pt x="132" y="183"/>
                  <a:pt x="132" y="183"/>
                  <a:pt x="133" y="181"/>
                </a:cubicBezTo>
                <a:lnTo>
                  <a:pt x="133" y="175"/>
                </a:lnTo>
                <a:lnTo>
                  <a:pt x="131" y="164"/>
                </a:lnTo>
                <a:cubicBezTo>
                  <a:pt x="131" y="162"/>
                  <a:pt x="130" y="161"/>
                  <a:pt x="130" y="161"/>
                </a:cubicBezTo>
                <a:cubicBezTo>
                  <a:pt x="130" y="161"/>
                  <a:pt x="130" y="160"/>
                  <a:pt x="130" y="160"/>
                </a:cubicBezTo>
                <a:cubicBezTo>
                  <a:pt x="129" y="160"/>
                  <a:pt x="129" y="160"/>
                  <a:pt x="129" y="159"/>
                </a:cubicBezTo>
                <a:lnTo>
                  <a:pt x="135" y="159"/>
                </a:lnTo>
                <a:lnTo>
                  <a:pt x="135" y="160"/>
                </a:lnTo>
                <a:lnTo>
                  <a:pt x="134" y="160"/>
                </a:lnTo>
                <a:cubicBezTo>
                  <a:pt x="134" y="160"/>
                  <a:pt x="134" y="160"/>
                  <a:pt x="133" y="160"/>
                </a:cubicBezTo>
                <a:cubicBezTo>
                  <a:pt x="133" y="161"/>
                  <a:pt x="133" y="161"/>
                  <a:pt x="133" y="162"/>
                </a:cubicBezTo>
                <a:cubicBezTo>
                  <a:pt x="133" y="162"/>
                  <a:pt x="133" y="163"/>
                  <a:pt x="133" y="164"/>
                </a:cubicBezTo>
                <a:lnTo>
                  <a:pt x="135" y="173"/>
                </a:lnTo>
                <a:lnTo>
                  <a:pt x="138" y="165"/>
                </a:lnTo>
                <a:cubicBezTo>
                  <a:pt x="139" y="164"/>
                  <a:pt x="139" y="163"/>
                  <a:pt x="139" y="163"/>
                </a:cubicBezTo>
                <a:cubicBezTo>
                  <a:pt x="139" y="162"/>
                  <a:pt x="139" y="162"/>
                  <a:pt x="139" y="162"/>
                </a:cubicBezTo>
                <a:cubicBezTo>
                  <a:pt x="139" y="161"/>
                  <a:pt x="139" y="161"/>
                  <a:pt x="139" y="161"/>
                </a:cubicBezTo>
                <a:cubicBezTo>
                  <a:pt x="139" y="161"/>
                  <a:pt x="139" y="161"/>
                  <a:pt x="138" y="161"/>
                </a:cubicBezTo>
                <a:lnTo>
                  <a:pt x="138" y="160"/>
                </a:lnTo>
                <a:close/>
              </a:path>
              <a:path w="336" h="189">
                <a:moveTo>
                  <a:pt x="84" y="146"/>
                </a:moveTo>
                <a:lnTo>
                  <a:pt x="79" y="155"/>
                </a:lnTo>
                <a:lnTo>
                  <a:pt x="82" y="156"/>
                </a:lnTo>
                <a:cubicBezTo>
                  <a:pt x="83" y="157"/>
                  <a:pt x="83" y="157"/>
                  <a:pt x="84" y="156"/>
                </a:cubicBezTo>
                <a:cubicBezTo>
                  <a:pt x="84" y="156"/>
                  <a:pt x="85" y="155"/>
                  <a:pt x="86" y="154"/>
                </a:cubicBezTo>
                <a:lnTo>
                  <a:pt x="82" y="162"/>
                </a:lnTo>
                <a:lnTo>
                  <a:pt x="81" y="162"/>
                </a:lnTo>
                <a:cubicBezTo>
                  <a:pt x="82" y="161"/>
                  <a:pt x="82" y="160"/>
                  <a:pt x="82" y="160"/>
                </a:cubicBezTo>
                <a:cubicBezTo>
                  <a:pt x="82" y="159"/>
                  <a:pt x="82" y="159"/>
                  <a:pt x="82" y="158"/>
                </a:cubicBezTo>
                <a:cubicBezTo>
                  <a:pt x="82" y="158"/>
                  <a:pt x="82" y="158"/>
                  <a:pt x="81" y="157"/>
                </a:cubicBezTo>
                <a:lnTo>
                  <a:pt x="79" y="156"/>
                </a:lnTo>
                <a:lnTo>
                  <a:pt x="75" y="164"/>
                </a:lnTo>
                <a:cubicBezTo>
                  <a:pt x="74" y="165"/>
                  <a:pt x="74" y="165"/>
                  <a:pt x="74" y="166"/>
                </a:cubicBezTo>
                <a:cubicBezTo>
                  <a:pt x="74" y="166"/>
                  <a:pt x="74" y="166"/>
                  <a:pt x="74" y="166"/>
                </a:cubicBezTo>
                <a:cubicBezTo>
                  <a:pt x="74" y="166"/>
                  <a:pt x="74" y="167"/>
                  <a:pt x="74" y="167"/>
                </a:cubicBezTo>
                <a:lnTo>
                  <a:pt x="76" y="168"/>
                </a:lnTo>
                <a:cubicBezTo>
                  <a:pt x="77" y="168"/>
                  <a:pt x="77" y="168"/>
                  <a:pt x="78" y="168"/>
                </a:cubicBezTo>
                <a:cubicBezTo>
                  <a:pt x="78" y="168"/>
                  <a:pt x="79" y="168"/>
                  <a:pt x="79" y="168"/>
                </a:cubicBezTo>
                <a:cubicBezTo>
                  <a:pt x="80" y="167"/>
                  <a:pt x="81" y="166"/>
                  <a:pt x="82" y="165"/>
                </a:cubicBezTo>
                <a:lnTo>
                  <a:pt x="78" y="171"/>
                </a:lnTo>
                <a:lnTo>
                  <a:pt x="69" y="166"/>
                </a:lnTo>
                <a:lnTo>
                  <a:pt x="70" y="165"/>
                </a:lnTo>
                <a:cubicBezTo>
                  <a:pt x="70" y="166"/>
                  <a:pt x="71" y="166"/>
                  <a:pt x="71" y="165"/>
                </a:cubicBezTo>
                <a:cubicBezTo>
                  <a:pt x="71" y="165"/>
                  <a:pt x="72" y="165"/>
                  <a:pt x="72" y="165"/>
                </a:cubicBezTo>
                <a:cubicBezTo>
                  <a:pt x="72" y="164"/>
                  <a:pt x="73" y="164"/>
                  <a:pt x="73" y="163"/>
                </a:cubicBezTo>
                <a:lnTo>
                  <a:pt x="81" y="148"/>
                </a:lnTo>
                <a:cubicBezTo>
                  <a:pt x="82" y="146"/>
                  <a:pt x="82" y="145"/>
                  <a:pt x="82" y="145"/>
                </a:cubicBezTo>
                <a:cubicBezTo>
                  <a:pt x="82" y="144"/>
                  <a:pt x="82" y="144"/>
                  <a:pt x="82" y="144"/>
                </a:cubicBezTo>
                <a:lnTo>
                  <a:pt x="81" y="143"/>
                </a:lnTo>
                <a:lnTo>
                  <a:pt x="82" y="143"/>
                </a:lnTo>
                <a:lnTo>
                  <a:pt x="91" y="147"/>
                </a:lnTo>
                <a:lnTo>
                  <a:pt x="88" y="153"/>
                </a:lnTo>
                <a:lnTo>
                  <a:pt x="88" y="152"/>
                </a:lnTo>
                <a:cubicBezTo>
                  <a:pt x="88" y="151"/>
                  <a:pt x="89" y="150"/>
                  <a:pt x="89" y="150"/>
                </a:cubicBezTo>
                <a:cubicBezTo>
                  <a:pt x="89" y="149"/>
                  <a:pt x="89" y="149"/>
                  <a:pt x="89" y="148"/>
                </a:cubicBezTo>
                <a:cubicBezTo>
                  <a:pt x="88" y="148"/>
                  <a:pt x="88" y="148"/>
                  <a:pt x="87" y="147"/>
                </a:cubicBezTo>
                <a:lnTo>
                  <a:pt x="84" y="146"/>
                </a:lnTo>
                <a:close/>
              </a:path>
              <a:path w="336" h="189">
                <a:moveTo>
                  <a:pt x="108" y="180"/>
                </a:moveTo>
                <a:lnTo>
                  <a:pt x="108" y="180"/>
                </a:lnTo>
                <a:lnTo>
                  <a:pt x="103" y="178"/>
                </a:lnTo>
                <a:lnTo>
                  <a:pt x="103" y="177"/>
                </a:lnTo>
                <a:lnTo>
                  <a:pt x="104" y="178"/>
                </a:lnTo>
                <a:cubicBezTo>
                  <a:pt x="104" y="178"/>
                  <a:pt x="105" y="178"/>
                  <a:pt x="105" y="177"/>
                </a:cubicBezTo>
                <a:cubicBezTo>
                  <a:pt x="105" y="177"/>
                  <a:pt x="106" y="176"/>
                  <a:pt x="106" y="174"/>
                </a:cubicBezTo>
                <a:lnTo>
                  <a:pt x="113" y="159"/>
                </a:lnTo>
                <a:cubicBezTo>
                  <a:pt x="113" y="157"/>
                  <a:pt x="113" y="157"/>
                  <a:pt x="113" y="156"/>
                </a:cubicBezTo>
                <a:cubicBezTo>
                  <a:pt x="113" y="156"/>
                  <a:pt x="113" y="156"/>
                  <a:pt x="113" y="155"/>
                </a:cubicBezTo>
                <a:cubicBezTo>
                  <a:pt x="113" y="155"/>
                  <a:pt x="113" y="155"/>
                  <a:pt x="113" y="154"/>
                </a:cubicBezTo>
                <a:lnTo>
                  <a:pt x="112" y="154"/>
                </a:lnTo>
                <a:lnTo>
                  <a:pt x="113" y="154"/>
                </a:lnTo>
                <a:lnTo>
                  <a:pt x="118" y="156"/>
                </a:lnTo>
                <a:lnTo>
                  <a:pt x="117" y="156"/>
                </a:lnTo>
                <a:cubicBezTo>
                  <a:pt x="117" y="156"/>
                  <a:pt x="116" y="156"/>
                  <a:pt x="116" y="157"/>
                </a:cubicBezTo>
                <a:cubicBezTo>
                  <a:pt x="115" y="157"/>
                  <a:pt x="115" y="158"/>
                  <a:pt x="114" y="159"/>
                </a:cubicBezTo>
                <a:lnTo>
                  <a:pt x="108" y="175"/>
                </a:lnTo>
                <a:cubicBezTo>
                  <a:pt x="108" y="176"/>
                  <a:pt x="107" y="177"/>
                  <a:pt x="107" y="178"/>
                </a:cubicBezTo>
                <a:cubicBezTo>
                  <a:pt x="107" y="178"/>
                  <a:pt x="107" y="178"/>
                  <a:pt x="107" y="179"/>
                </a:cubicBezTo>
                <a:cubicBezTo>
                  <a:pt x="107" y="179"/>
                  <a:pt x="108" y="179"/>
                  <a:pt x="108" y="179"/>
                </a:cubicBezTo>
                <a:lnTo>
                  <a:pt x="108" y="180"/>
                </a:lnTo>
                <a:close/>
              </a:path>
              <a:path w="336" h="189">
                <a:moveTo>
                  <a:pt x="129" y="158"/>
                </a:moveTo>
                <a:lnTo>
                  <a:pt x="128" y="164"/>
                </a:lnTo>
                <a:cubicBezTo>
                  <a:pt x="128" y="163"/>
                  <a:pt x="128" y="162"/>
                  <a:pt x="128" y="162"/>
                </a:cubicBezTo>
                <a:cubicBezTo>
                  <a:pt x="128" y="161"/>
                  <a:pt x="128" y="161"/>
                  <a:pt x="128" y="160"/>
                </a:cubicBezTo>
                <a:cubicBezTo>
                  <a:pt x="127" y="160"/>
                  <a:pt x="127" y="159"/>
                  <a:pt x="126" y="159"/>
                </a:cubicBezTo>
                <a:lnTo>
                  <a:pt x="125" y="159"/>
                </a:lnTo>
                <a:lnTo>
                  <a:pt x="120" y="178"/>
                </a:lnTo>
                <a:cubicBezTo>
                  <a:pt x="119" y="180"/>
                  <a:pt x="119" y="181"/>
                  <a:pt x="119" y="181"/>
                </a:cubicBezTo>
                <a:cubicBezTo>
                  <a:pt x="119" y="182"/>
                  <a:pt x="119" y="182"/>
                  <a:pt x="120" y="182"/>
                </a:cubicBezTo>
                <a:lnTo>
                  <a:pt x="120" y="183"/>
                </a:lnTo>
                <a:lnTo>
                  <a:pt x="115" y="182"/>
                </a:lnTo>
                <a:lnTo>
                  <a:pt x="115" y="181"/>
                </a:lnTo>
                <a:cubicBezTo>
                  <a:pt x="116" y="181"/>
                  <a:pt x="116" y="181"/>
                  <a:pt x="117" y="180"/>
                </a:cubicBezTo>
                <a:cubicBezTo>
                  <a:pt x="117" y="180"/>
                  <a:pt x="117" y="179"/>
                  <a:pt x="118" y="178"/>
                </a:cubicBezTo>
                <a:lnTo>
                  <a:pt x="123" y="158"/>
                </a:lnTo>
                <a:lnTo>
                  <a:pt x="121" y="158"/>
                </a:lnTo>
                <a:cubicBezTo>
                  <a:pt x="121" y="158"/>
                  <a:pt x="120" y="158"/>
                  <a:pt x="120" y="158"/>
                </a:cubicBezTo>
                <a:cubicBezTo>
                  <a:pt x="120" y="158"/>
                  <a:pt x="119" y="158"/>
                  <a:pt x="119" y="159"/>
                </a:cubicBezTo>
                <a:cubicBezTo>
                  <a:pt x="119" y="160"/>
                  <a:pt x="118" y="160"/>
                  <a:pt x="118" y="162"/>
                </a:cubicBezTo>
                <a:lnTo>
                  <a:pt x="117" y="161"/>
                </a:lnTo>
                <a:lnTo>
                  <a:pt x="119" y="156"/>
                </a:lnTo>
                <a:lnTo>
                  <a:pt x="129" y="158"/>
                </a:lnTo>
                <a:close/>
              </a:path>
              <a:path w="336" h="189">
                <a:moveTo>
                  <a:pt x="209" y="181"/>
                </a:moveTo>
                <a:lnTo>
                  <a:pt x="210" y="181"/>
                </a:lnTo>
                <a:lnTo>
                  <a:pt x="204" y="183"/>
                </a:lnTo>
                <a:lnTo>
                  <a:pt x="204" y="182"/>
                </a:lnTo>
                <a:lnTo>
                  <a:pt x="205" y="182"/>
                </a:lnTo>
                <a:cubicBezTo>
                  <a:pt x="205" y="182"/>
                  <a:pt x="205" y="181"/>
                  <a:pt x="206" y="181"/>
                </a:cubicBezTo>
                <a:cubicBezTo>
                  <a:pt x="206" y="180"/>
                  <a:pt x="205" y="179"/>
                  <a:pt x="205" y="178"/>
                </a:cubicBezTo>
                <a:lnTo>
                  <a:pt x="202" y="161"/>
                </a:lnTo>
                <a:cubicBezTo>
                  <a:pt x="201" y="160"/>
                  <a:pt x="201" y="159"/>
                  <a:pt x="201" y="159"/>
                </a:cubicBezTo>
                <a:cubicBezTo>
                  <a:pt x="201" y="158"/>
                  <a:pt x="201" y="158"/>
                  <a:pt x="200" y="158"/>
                </a:cubicBezTo>
                <a:cubicBezTo>
                  <a:pt x="200" y="158"/>
                  <a:pt x="200" y="158"/>
                  <a:pt x="199" y="158"/>
                </a:cubicBezTo>
                <a:lnTo>
                  <a:pt x="199" y="157"/>
                </a:lnTo>
                <a:lnTo>
                  <a:pt x="204" y="156"/>
                </a:lnTo>
                <a:lnTo>
                  <a:pt x="204" y="157"/>
                </a:lnTo>
                <a:cubicBezTo>
                  <a:pt x="203" y="157"/>
                  <a:pt x="203" y="157"/>
                  <a:pt x="203" y="158"/>
                </a:cubicBezTo>
                <a:cubicBezTo>
                  <a:pt x="203" y="158"/>
                  <a:pt x="203" y="159"/>
                  <a:pt x="203" y="161"/>
                </a:cubicBezTo>
                <a:lnTo>
                  <a:pt x="207" y="177"/>
                </a:lnTo>
                <a:cubicBezTo>
                  <a:pt x="207" y="179"/>
                  <a:pt x="207" y="179"/>
                  <a:pt x="208" y="180"/>
                </a:cubicBezTo>
                <a:cubicBezTo>
                  <a:pt x="208" y="180"/>
                  <a:pt x="208" y="180"/>
                  <a:pt x="208" y="181"/>
                </a:cubicBezTo>
                <a:cubicBezTo>
                  <a:pt x="208" y="181"/>
                  <a:pt x="209" y="181"/>
                  <a:pt x="209" y="181"/>
                </a:cubicBezTo>
                <a:close/>
              </a:path>
              <a:path w="336" h="189">
                <a:moveTo>
                  <a:pt x="197" y="157"/>
                </a:moveTo>
                <a:lnTo>
                  <a:pt x="199" y="166"/>
                </a:lnTo>
                <a:cubicBezTo>
                  <a:pt x="198" y="163"/>
                  <a:pt x="197" y="162"/>
                  <a:pt x="196" y="161"/>
                </a:cubicBezTo>
                <a:cubicBezTo>
                  <a:pt x="195" y="160"/>
                  <a:pt x="194" y="159"/>
                  <a:pt x="193" y="160"/>
                </a:cubicBezTo>
                <a:cubicBezTo>
                  <a:pt x="193" y="160"/>
                  <a:pt x="192" y="160"/>
                  <a:pt x="192" y="161"/>
                </a:cubicBezTo>
                <a:cubicBezTo>
                  <a:pt x="191" y="162"/>
                  <a:pt x="191" y="164"/>
                  <a:pt x="191" y="166"/>
                </a:cubicBezTo>
                <a:cubicBezTo>
                  <a:pt x="191" y="168"/>
                  <a:pt x="191" y="170"/>
                  <a:pt x="192" y="173"/>
                </a:cubicBezTo>
                <a:cubicBezTo>
                  <a:pt x="192" y="175"/>
                  <a:pt x="193" y="177"/>
                  <a:pt x="194" y="179"/>
                </a:cubicBezTo>
                <a:cubicBezTo>
                  <a:pt x="194" y="181"/>
                  <a:pt x="195" y="182"/>
                  <a:pt x="196" y="183"/>
                </a:cubicBezTo>
                <a:cubicBezTo>
                  <a:pt x="197" y="183"/>
                  <a:pt x="198" y="184"/>
                  <a:pt x="199" y="183"/>
                </a:cubicBezTo>
                <a:cubicBezTo>
                  <a:pt x="200" y="183"/>
                  <a:pt x="200" y="183"/>
                  <a:pt x="201" y="182"/>
                </a:cubicBezTo>
                <a:cubicBezTo>
                  <a:pt x="201" y="181"/>
                  <a:pt x="202" y="179"/>
                  <a:pt x="202" y="177"/>
                </a:cubicBezTo>
                <a:cubicBezTo>
                  <a:pt x="202" y="180"/>
                  <a:pt x="202" y="182"/>
                  <a:pt x="201" y="183"/>
                </a:cubicBezTo>
                <a:cubicBezTo>
                  <a:pt x="201" y="184"/>
                  <a:pt x="200" y="185"/>
                  <a:pt x="199" y="185"/>
                </a:cubicBezTo>
                <a:cubicBezTo>
                  <a:pt x="197" y="186"/>
                  <a:pt x="195" y="184"/>
                  <a:pt x="193" y="182"/>
                </a:cubicBezTo>
                <a:cubicBezTo>
                  <a:pt x="191" y="179"/>
                  <a:pt x="190" y="177"/>
                  <a:pt x="190" y="174"/>
                </a:cubicBezTo>
                <a:cubicBezTo>
                  <a:pt x="189" y="171"/>
                  <a:pt x="189" y="169"/>
                  <a:pt x="189" y="166"/>
                </a:cubicBezTo>
                <a:cubicBezTo>
                  <a:pt x="189" y="164"/>
                  <a:pt x="190" y="162"/>
                  <a:pt x="190" y="161"/>
                </a:cubicBezTo>
                <a:cubicBezTo>
                  <a:pt x="191" y="159"/>
                  <a:pt x="192" y="159"/>
                  <a:pt x="193" y="158"/>
                </a:cubicBezTo>
                <a:cubicBezTo>
                  <a:pt x="194" y="158"/>
                  <a:pt x="195" y="158"/>
                  <a:pt x="196" y="159"/>
                </a:cubicBezTo>
                <a:cubicBezTo>
                  <a:pt x="196" y="159"/>
                  <a:pt x="196" y="159"/>
                  <a:pt x="197" y="159"/>
                </a:cubicBezTo>
                <a:cubicBezTo>
                  <a:pt x="197" y="159"/>
                  <a:pt x="197" y="159"/>
                  <a:pt x="197" y="159"/>
                </a:cubicBezTo>
                <a:cubicBezTo>
                  <a:pt x="197" y="158"/>
                  <a:pt x="197" y="158"/>
                  <a:pt x="197" y="157"/>
                </a:cubicBezTo>
                <a:close/>
              </a:path>
              <a:path w="336" h="189">
                <a:moveTo>
                  <a:pt x="183" y="160"/>
                </a:moveTo>
                <a:lnTo>
                  <a:pt x="185" y="169"/>
                </a:lnTo>
                <a:cubicBezTo>
                  <a:pt x="184" y="167"/>
                  <a:pt x="184" y="166"/>
                  <a:pt x="183" y="165"/>
                </a:cubicBezTo>
                <a:cubicBezTo>
                  <a:pt x="183" y="164"/>
                  <a:pt x="182" y="163"/>
                  <a:pt x="182" y="163"/>
                </a:cubicBezTo>
                <a:cubicBezTo>
                  <a:pt x="181" y="162"/>
                  <a:pt x="180" y="162"/>
                  <a:pt x="180" y="162"/>
                </a:cubicBezTo>
                <a:cubicBezTo>
                  <a:pt x="179" y="163"/>
                  <a:pt x="179" y="163"/>
                  <a:pt x="178" y="164"/>
                </a:cubicBezTo>
                <a:cubicBezTo>
                  <a:pt x="178" y="165"/>
                  <a:pt x="178" y="166"/>
                  <a:pt x="178" y="167"/>
                </a:cubicBezTo>
                <a:cubicBezTo>
                  <a:pt x="179" y="168"/>
                  <a:pt x="179" y="168"/>
                  <a:pt x="179" y="169"/>
                </a:cubicBezTo>
                <a:cubicBezTo>
                  <a:pt x="180" y="170"/>
                  <a:pt x="181" y="171"/>
                  <a:pt x="183" y="172"/>
                </a:cubicBezTo>
                <a:cubicBezTo>
                  <a:pt x="184" y="173"/>
                  <a:pt x="185" y="174"/>
                  <a:pt x="186" y="175"/>
                </a:cubicBezTo>
                <a:cubicBezTo>
                  <a:pt x="186" y="175"/>
                  <a:pt x="187" y="176"/>
                  <a:pt x="187" y="177"/>
                </a:cubicBezTo>
                <a:cubicBezTo>
                  <a:pt x="188" y="178"/>
                  <a:pt x="188" y="179"/>
                  <a:pt x="188" y="180"/>
                </a:cubicBezTo>
                <a:cubicBezTo>
                  <a:pt x="189" y="182"/>
                  <a:pt x="189" y="183"/>
                  <a:pt x="188" y="185"/>
                </a:cubicBezTo>
                <a:cubicBezTo>
                  <a:pt x="188" y="186"/>
                  <a:pt x="187" y="187"/>
                  <a:pt x="186" y="188"/>
                </a:cubicBezTo>
                <a:cubicBezTo>
                  <a:pt x="185" y="188"/>
                  <a:pt x="185" y="188"/>
                  <a:pt x="185" y="188"/>
                </a:cubicBezTo>
                <a:cubicBezTo>
                  <a:pt x="185" y="188"/>
                  <a:pt x="184" y="188"/>
                  <a:pt x="184" y="187"/>
                </a:cubicBezTo>
                <a:cubicBezTo>
                  <a:pt x="183" y="187"/>
                  <a:pt x="182" y="187"/>
                  <a:pt x="182" y="187"/>
                </a:cubicBezTo>
                <a:cubicBezTo>
                  <a:pt x="182" y="187"/>
                  <a:pt x="182" y="187"/>
                  <a:pt x="182" y="187"/>
                </a:cubicBezTo>
                <a:cubicBezTo>
                  <a:pt x="182" y="188"/>
                  <a:pt x="182" y="188"/>
                  <a:pt x="182" y="189"/>
                </a:cubicBezTo>
                <a:lnTo>
                  <a:pt x="180" y="180"/>
                </a:lnTo>
                <a:cubicBezTo>
                  <a:pt x="181" y="182"/>
                  <a:pt x="181" y="183"/>
                  <a:pt x="182" y="184"/>
                </a:cubicBezTo>
                <a:cubicBezTo>
                  <a:pt x="182" y="185"/>
                  <a:pt x="183" y="185"/>
                  <a:pt x="183" y="186"/>
                </a:cubicBezTo>
                <a:cubicBezTo>
                  <a:pt x="184" y="186"/>
                  <a:pt x="185" y="186"/>
                  <a:pt x="185" y="186"/>
                </a:cubicBezTo>
                <a:cubicBezTo>
                  <a:pt x="186" y="186"/>
                  <a:pt x="187" y="185"/>
                  <a:pt x="187" y="185"/>
                </a:cubicBezTo>
                <a:cubicBezTo>
                  <a:pt x="187" y="184"/>
                  <a:pt x="187" y="183"/>
                  <a:pt x="187" y="181"/>
                </a:cubicBezTo>
                <a:cubicBezTo>
                  <a:pt x="187" y="181"/>
                  <a:pt x="187" y="180"/>
                  <a:pt x="186" y="180"/>
                </a:cubicBezTo>
                <a:cubicBezTo>
                  <a:pt x="186" y="179"/>
                  <a:pt x="186" y="178"/>
                  <a:pt x="185" y="178"/>
                </a:cubicBezTo>
                <a:cubicBezTo>
                  <a:pt x="185" y="178"/>
                  <a:pt x="184" y="177"/>
                  <a:pt x="183" y="176"/>
                </a:cubicBezTo>
                <a:cubicBezTo>
                  <a:pt x="181" y="175"/>
                  <a:pt x="180" y="174"/>
                  <a:pt x="180" y="174"/>
                </a:cubicBezTo>
                <a:cubicBezTo>
                  <a:pt x="179" y="173"/>
                  <a:pt x="179" y="172"/>
                  <a:pt x="178" y="171"/>
                </a:cubicBezTo>
                <a:cubicBezTo>
                  <a:pt x="178" y="171"/>
                  <a:pt x="177" y="170"/>
                  <a:pt x="177" y="169"/>
                </a:cubicBezTo>
                <a:cubicBezTo>
                  <a:pt x="177" y="167"/>
                  <a:pt x="177" y="165"/>
                  <a:pt x="177" y="164"/>
                </a:cubicBezTo>
                <a:cubicBezTo>
                  <a:pt x="178" y="162"/>
                  <a:pt x="178" y="161"/>
                  <a:pt x="179" y="161"/>
                </a:cubicBezTo>
                <a:cubicBezTo>
                  <a:pt x="180" y="161"/>
                  <a:pt x="181" y="161"/>
                  <a:pt x="182" y="161"/>
                </a:cubicBezTo>
                <a:cubicBezTo>
                  <a:pt x="182" y="162"/>
                  <a:pt x="182" y="162"/>
                  <a:pt x="182" y="162"/>
                </a:cubicBezTo>
                <a:cubicBezTo>
                  <a:pt x="183" y="162"/>
                  <a:pt x="183" y="162"/>
                  <a:pt x="183" y="161"/>
                </a:cubicBezTo>
                <a:cubicBezTo>
                  <a:pt x="183" y="161"/>
                  <a:pt x="183" y="161"/>
                  <a:pt x="183" y="160"/>
                </a:cubicBezTo>
                <a:close/>
              </a:path>
              <a:path w="336" h="189">
                <a:moveTo>
                  <a:pt x="209" y="157"/>
                </a:moveTo>
                <a:lnTo>
                  <a:pt x="212" y="167"/>
                </a:lnTo>
                <a:lnTo>
                  <a:pt x="214" y="166"/>
                </a:lnTo>
                <a:cubicBezTo>
                  <a:pt x="215" y="166"/>
                  <a:pt x="215" y="166"/>
                  <a:pt x="216" y="165"/>
                </a:cubicBezTo>
                <a:cubicBezTo>
                  <a:pt x="216" y="165"/>
                  <a:pt x="216" y="164"/>
                  <a:pt x="215" y="162"/>
                </a:cubicBezTo>
                <a:lnTo>
                  <a:pt x="216" y="162"/>
                </a:lnTo>
                <a:lnTo>
                  <a:pt x="218" y="171"/>
                </a:lnTo>
                <a:lnTo>
                  <a:pt x="217" y="171"/>
                </a:lnTo>
                <a:cubicBezTo>
                  <a:pt x="217" y="170"/>
                  <a:pt x="217" y="169"/>
                  <a:pt x="217" y="169"/>
                </a:cubicBezTo>
                <a:cubicBezTo>
                  <a:pt x="216" y="168"/>
                  <a:pt x="216" y="168"/>
                  <a:pt x="216" y="168"/>
                </a:cubicBezTo>
                <a:cubicBezTo>
                  <a:pt x="216" y="168"/>
                  <a:pt x="215" y="167"/>
                  <a:pt x="215" y="168"/>
                </a:cubicBezTo>
                <a:lnTo>
                  <a:pt x="212" y="168"/>
                </a:lnTo>
                <a:lnTo>
                  <a:pt x="214" y="177"/>
                </a:lnTo>
                <a:cubicBezTo>
                  <a:pt x="214" y="178"/>
                  <a:pt x="214" y="179"/>
                  <a:pt x="214" y="179"/>
                </a:cubicBezTo>
                <a:cubicBezTo>
                  <a:pt x="215" y="179"/>
                  <a:pt x="215" y="179"/>
                  <a:pt x="215" y="179"/>
                </a:cubicBezTo>
                <a:cubicBezTo>
                  <a:pt x="215" y="179"/>
                  <a:pt x="215" y="179"/>
                  <a:pt x="216" y="179"/>
                </a:cubicBezTo>
                <a:lnTo>
                  <a:pt x="218" y="179"/>
                </a:lnTo>
                <a:cubicBezTo>
                  <a:pt x="218" y="179"/>
                  <a:pt x="219" y="178"/>
                  <a:pt x="219" y="178"/>
                </a:cubicBezTo>
                <a:cubicBezTo>
                  <a:pt x="219" y="178"/>
                  <a:pt x="219" y="177"/>
                  <a:pt x="220" y="177"/>
                </a:cubicBezTo>
                <a:cubicBezTo>
                  <a:pt x="220" y="176"/>
                  <a:pt x="220" y="175"/>
                  <a:pt x="220" y="173"/>
                </a:cubicBezTo>
                <a:lnTo>
                  <a:pt x="221" y="180"/>
                </a:lnTo>
                <a:lnTo>
                  <a:pt x="212" y="182"/>
                </a:lnTo>
                <a:lnTo>
                  <a:pt x="211" y="181"/>
                </a:lnTo>
                <a:lnTo>
                  <a:pt x="212" y="181"/>
                </a:lnTo>
                <a:cubicBezTo>
                  <a:pt x="212" y="181"/>
                  <a:pt x="212" y="181"/>
                  <a:pt x="213" y="180"/>
                </a:cubicBezTo>
                <a:cubicBezTo>
                  <a:pt x="213" y="180"/>
                  <a:pt x="213" y="180"/>
                  <a:pt x="213" y="179"/>
                </a:cubicBezTo>
                <a:cubicBezTo>
                  <a:pt x="213" y="179"/>
                  <a:pt x="213" y="178"/>
                  <a:pt x="212" y="177"/>
                </a:cubicBezTo>
                <a:lnTo>
                  <a:pt x="208" y="160"/>
                </a:lnTo>
                <a:cubicBezTo>
                  <a:pt x="208" y="159"/>
                  <a:pt x="208" y="158"/>
                  <a:pt x="208" y="157"/>
                </a:cubicBezTo>
                <a:cubicBezTo>
                  <a:pt x="207" y="157"/>
                  <a:pt x="207" y="157"/>
                  <a:pt x="206" y="157"/>
                </a:cubicBezTo>
                <a:lnTo>
                  <a:pt x="206" y="156"/>
                </a:lnTo>
                <a:lnTo>
                  <a:pt x="215" y="154"/>
                </a:lnTo>
                <a:lnTo>
                  <a:pt x="216" y="159"/>
                </a:lnTo>
                <a:lnTo>
                  <a:pt x="216" y="160"/>
                </a:lnTo>
                <a:cubicBezTo>
                  <a:pt x="215" y="158"/>
                  <a:pt x="215" y="157"/>
                  <a:pt x="215" y="157"/>
                </a:cubicBezTo>
                <a:cubicBezTo>
                  <a:pt x="215" y="156"/>
                  <a:pt x="214" y="156"/>
                  <a:pt x="214" y="156"/>
                </a:cubicBezTo>
                <a:cubicBezTo>
                  <a:pt x="214" y="156"/>
                  <a:pt x="213" y="156"/>
                  <a:pt x="213" y="156"/>
                </a:cubicBezTo>
                <a:lnTo>
                  <a:pt x="209" y="157"/>
                </a:lnTo>
                <a:close/>
              </a:path>
              <a:path w="336" h="189">
                <a:moveTo>
                  <a:pt x="217" y="153"/>
                </a:moveTo>
                <a:lnTo>
                  <a:pt x="220" y="153"/>
                </a:lnTo>
                <a:lnTo>
                  <a:pt x="231" y="170"/>
                </a:lnTo>
                <a:lnTo>
                  <a:pt x="228" y="155"/>
                </a:lnTo>
                <a:cubicBezTo>
                  <a:pt x="228" y="154"/>
                  <a:pt x="227" y="153"/>
                  <a:pt x="227" y="152"/>
                </a:cubicBezTo>
                <a:cubicBezTo>
                  <a:pt x="227" y="152"/>
                  <a:pt x="226" y="152"/>
                  <a:pt x="226" y="152"/>
                </a:cubicBezTo>
                <a:lnTo>
                  <a:pt x="225" y="152"/>
                </a:lnTo>
                <a:lnTo>
                  <a:pt x="225" y="151"/>
                </a:lnTo>
                <a:lnTo>
                  <a:pt x="229" y="150"/>
                </a:lnTo>
                <a:lnTo>
                  <a:pt x="230" y="151"/>
                </a:lnTo>
                <a:lnTo>
                  <a:pt x="229" y="151"/>
                </a:lnTo>
                <a:cubicBezTo>
                  <a:pt x="229" y="151"/>
                  <a:pt x="228" y="151"/>
                  <a:pt x="228" y="152"/>
                </a:cubicBezTo>
                <a:cubicBezTo>
                  <a:pt x="228" y="153"/>
                  <a:pt x="228" y="154"/>
                  <a:pt x="229" y="155"/>
                </a:cubicBezTo>
                <a:lnTo>
                  <a:pt x="234" y="177"/>
                </a:lnTo>
                <a:lnTo>
                  <a:pt x="233" y="177"/>
                </a:lnTo>
                <a:lnTo>
                  <a:pt x="221" y="158"/>
                </a:lnTo>
                <a:lnTo>
                  <a:pt x="224" y="174"/>
                </a:lnTo>
                <a:cubicBezTo>
                  <a:pt x="225" y="175"/>
                  <a:pt x="225" y="176"/>
                  <a:pt x="225" y="177"/>
                </a:cubicBezTo>
                <a:cubicBezTo>
                  <a:pt x="226" y="177"/>
                  <a:pt x="226" y="177"/>
                  <a:pt x="226" y="177"/>
                </a:cubicBezTo>
                <a:lnTo>
                  <a:pt x="227" y="177"/>
                </a:lnTo>
                <a:lnTo>
                  <a:pt x="227" y="178"/>
                </a:lnTo>
                <a:lnTo>
                  <a:pt x="223" y="179"/>
                </a:lnTo>
                <a:lnTo>
                  <a:pt x="223" y="178"/>
                </a:lnTo>
                <a:cubicBezTo>
                  <a:pt x="224" y="178"/>
                  <a:pt x="224" y="178"/>
                  <a:pt x="224" y="177"/>
                </a:cubicBezTo>
                <a:cubicBezTo>
                  <a:pt x="224" y="176"/>
                  <a:pt x="224" y="175"/>
                  <a:pt x="224" y="174"/>
                </a:cubicBezTo>
                <a:lnTo>
                  <a:pt x="220" y="156"/>
                </a:lnTo>
                <a:cubicBezTo>
                  <a:pt x="219" y="155"/>
                  <a:pt x="219" y="155"/>
                  <a:pt x="218" y="155"/>
                </a:cubicBezTo>
                <a:cubicBezTo>
                  <a:pt x="218" y="154"/>
                  <a:pt x="218" y="154"/>
                  <a:pt x="217" y="154"/>
                </a:cubicBezTo>
                <a:cubicBezTo>
                  <a:pt x="217" y="154"/>
                  <a:pt x="217" y="154"/>
                  <a:pt x="217" y="154"/>
                </a:cubicBezTo>
                <a:lnTo>
                  <a:pt x="217" y="153"/>
                </a:lnTo>
                <a:close/>
              </a:path>
              <a:path w="336" h="189">
                <a:moveTo>
                  <a:pt x="238" y="146"/>
                </a:moveTo>
                <a:lnTo>
                  <a:pt x="242" y="155"/>
                </a:lnTo>
                <a:cubicBezTo>
                  <a:pt x="240" y="152"/>
                  <a:pt x="239" y="151"/>
                  <a:pt x="238" y="150"/>
                </a:cubicBezTo>
                <a:cubicBezTo>
                  <a:pt x="237" y="149"/>
                  <a:pt x="236" y="149"/>
                  <a:pt x="235" y="149"/>
                </a:cubicBezTo>
                <a:cubicBezTo>
                  <a:pt x="234" y="149"/>
                  <a:pt x="233" y="150"/>
                  <a:pt x="233" y="151"/>
                </a:cubicBezTo>
                <a:cubicBezTo>
                  <a:pt x="233" y="152"/>
                  <a:pt x="233" y="154"/>
                  <a:pt x="233" y="156"/>
                </a:cubicBezTo>
                <a:cubicBezTo>
                  <a:pt x="233" y="158"/>
                  <a:pt x="234" y="160"/>
                  <a:pt x="235" y="163"/>
                </a:cubicBezTo>
                <a:cubicBezTo>
                  <a:pt x="236" y="165"/>
                  <a:pt x="237" y="167"/>
                  <a:pt x="237" y="168"/>
                </a:cubicBezTo>
                <a:cubicBezTo>
                  <a:pt x="238" y="170"/>
                  <a:pt x="239" y="171"/>
                  <a:pt x="240" y="172"/>
                </a:cubicBezTo>
                <a:cubicBezTo>
                  <a:pt x="241" y="172"/>
                  <a:pt x="242" y="172"/>
                  <a:pt x="243" y="172"/>
                </a:cubicBezTo>
                <a:cubicBezTo>
                  <a:pt x="244" y="172"/>
                  <a:pt x="245" y="171"/>
                  <a:pt x="245" y="170"/>
                </a:cubicBezTo>
                <a:cubicBezTo>
                  <a:pt x="245" y="169"/>
                  <a:pt x="246" y="168"/>
                  <a:pt x="246" y="165"/>
                </a:cubicBezTo>
                <a:lnTo>
                  <a:pt x="246" y="166"/>
                </a:lnTo>
                <a:cubicBezTo>
                  <a:pt x="246" y="168"/>
                  <a:pt x="246" y="170"/>
                  <a:pt x="246" y="171"/>
                </a:cubicBezTo>
                <a:cubicBezTo>
                  <a:pt x="245" y="173"/>
                  <a:pt x="244" y="174"/>
                  <a:pt x="243" y="174"/>
                </a:cubicBezTo>
                <a:cubicBezTo>
                  <a:pt x="241" y="175"/>
                  <a:pt x="239" y="174"/>
                  <a:pt x="237" y="171"/>
                </a:cubicBezTo>
                <a:cubicBezTo>
                  <a:pt x="235" y="169"/>
                  <a:pt x="234" y="167"/>
                  <a:pt x="233" y="164"/>
                </a:cubicBezTo>
                <a:cubicBezTo>
                  <a:pt x="232" y="161"/>
                  <a:pt x="231" y="159"/>
                  <a:pt x="231" y="156"/>
                </a:cubicBezTo>
                <a:cubicBezTo>
                  <a:pt x="231" y="154"/>
                  <a:pt x="231" y="152"/>
                  <a:pt x="232" y="151"/>
                </a:cubicBezTo>
                <a:cubicBezTo>
                  <a:pt x="232" y="149"/>
                  <a:pt x="233" y="148"/>
                  <a:pt x="234" y="148"/>
                </a:cubicBezTo>
                <a:cubicBezTo>
                  <a:pt x="235" y="148"/>
                  <a:pt x="236" y="148"/>
                  <a:pt x="237" y="148"/>
                </a:cubicBezTo>
                <a:cubicBezTo>
                  <a:pt x="238" y="148"/>
                  <a:pt x="238" y="149"/>
                  <a:pt x="238" y="149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8"/>
                  <a:pt x="238" y="147"/>
                  <a:pt x="238" y="147"/>
                </a:cubicBezTo>
                <a:lnTo>
                  <a:pt x="238" y="146"/>
                </a:lnTo>
                <a:close/>
              </a:path>
              <a:path w="336" h="189">
                <a:moveTo>
                  <a:pt x="245" y="146"/>
                </a:moveTo>
                <a:lnTo>
                  <a:pt x="248" y="156"/>
                </a:lnTo>
                <a:lnTo>
                  <a:pt x="251" y="155"/>
                </a:lnTo>
                <a:cubicBezTo>
                  <a:pt x="252" y="155"/>
                  <a:pt x="252" y="155"/>
                  <a:pt x="252" y="154"/>
                </a:cubicBezTo>
                <a:cubicBezTo>
                  <a:pt x="252" y="153"/>
                  <a:pt x="252" y="152"/>
                  <a:pt x="252" y="151"/>
                </a:cubicBezTo>
                <a:lnTo>
                  <a:pt x="255" y="159"/>
                </a:lnTo>
                <a:cubicBezTo>
                  <a:pt x="254" y="158"/>
                  <a:pt x="254" y="158"/>
                  <a:pt x="254" y="157"/>
                </a:cubicBezTo>
                <a:cubicBezTo>
                  <a:pt x="253" y="157"/>
                  <a:pt x="253" y="157"/>
                  <a:pt x="253" y="156"/>
                </a:cubicBezTo>
                <a:cubicBezTo>
                  <a:pt x="252" y="156"/>
                  <a:pt x="252" y="156"/>
                  <a:pt x="251" y="156"/>
                </a:cubicBezTo>
                <a:lnTo>
                  <a:pt x="249" y="157"/>
                </a:lnTo>
                <a:lnTo>
                  <a:pt x="252" y="166"/>
                </a:lnTo>
                <a:cubicBezTo>
                  <a:pt x="252" y="167"/>
                  <a:pt x="252" y="167"/>
                  <a:pt x="252" y="168"/>
                </a:cubicBezTo>
                <a:cubicBezTo>
                  <a:pt x="253" y="168"/>
                  <a:pt x="253" y="168"/>
                  <a:pt x="253" y="168"/>
                </a:cubicBezTo>
                <a:cubicBezTo>
                  <a:pt x="253" y="168"/>
                  <a:pt x="253" y="168"/>
                  <a:pt x="254" y="168"/>
                </a:cubicBezTo>
                <a:lnTo>
                  <a:pt x="256" y="167"/>
                </a:lnTo>
                <a:cubicBezTo>
                  <a:pt x="256" y="167"/>
                  <a:pt x="257" y="167"/>
                  <a:pt x="257" y="166"/>
                </a:cubicBezTo>
                <a:cubicBezTo>
                  <a:pt x="257" y="166"/>
                  <a:pt x="258" y="166"/>
                  <a:pt x="258" y="165"/>
                </a:cubicBezTo>
                <a:cubicBezTo>
                  <a:pt x="258" y="164"/>
                  <a:pt x="258" y="163"/>
                  <a:pt x="258" y="161"/>
                </a:cubicBezTo>
                <a:lnTo>
                  <a:pt x="259" y="168"/>
                </a:lnTo>
                <a:lnTo>
                  <a:pt x="250" y="171"/>
                </a:lnTo>
                <a:lnTo>
                  <a:pt x="249" y="170"/>
                </a:lnTo>
                <a:lnTo>
                  <a:pt x="250" y="170"/>
                </a:lnTo>
                <a:cubicBezTo>
                  <a:pt x="250" y="170"/>
                  <a:pt x="250" y="170"/>
                  <a:pt x="251" y="169"/>
                </a:cubicBezTo>
                <a:cubicBezTo>
                  <a:pt x="251" y="169"/>
                  <a:pt x="251" y="169"/>
                  <a:pt x="251" y="168"/>
                </a:cubicBezTo>
                <a:cubicBezTo>
                  <a:pt x="251" y="168"/>
                  <a:pt x="250" y="167"/>
                  <a:pt x="250" y="166"/>
                </a:cubicBezTo>
                <a:lnTo>
                  <a:pt x="244" y="150"/>
                </a:lnTo>
                <a:cubicBezTo>
                  <a:pt x="244" y="148"/>
                  <a:pt x="243" y="147"/>
                  <a:pt x="243" y="147"/>
                </a:cubicBezTo>
                <a:cubicBezTo>
                  <a:pt x="242" y="147"/>
                  <a:pt x="242" y="147"/>
                  <a:pt x="241" y="147"/>
                </a:cubicBezTo>
                <a:lnTo>
                  <a:pt x="241" y="146"/>
                </a:lnTo>
                <a:lnTo>
                  <a:pt x="250" y="143"/>
                </a:lnTo>
                <a:lnTo>
                  <a:pt x="252" y="148"/>
                </a:lnTo>
                <a:cubicBezTo>
                  <a:pt x="251" y="147"/>
                  <a:pt x="251" y="146"/>
                  <a:pt x="251" y="146"/>
                </a:cubicBezTo>
                <a:cubicBezTo>
                  <a:pt x="250" y="145"/>
                  <a:pt x="250" y="145"/>
                  <a:pt x="249" y="145"/>
                </a:cubicBezTo>
                <a:cubicBezTo>
                  <a:pt x="249" y="145"/>
                  <a:pt x="249" y="145"/>
                  <a:pt x="248" y="145"/>
                </a:cubicBezTo>
                <a:lnTo>
                  <a:pt x="245" y="146"/>
                </a:lnTo>
                <a:close/>
              </a:path>
            </a:pathLst>
          </a:custGeom>
          <a:solidFill>
            <a:srgbClr val="24211D"/>
          </a:solidFill>
          <a:ln>
            <a:noFill/>
          </a:ln>
        </p:spPr>
      </p:sp>
      <p:sp>
        <p:nvSpPr>
          <p:cNvPr id="21" name="Freeform 16"/>
          <p:cNvSpPr>
            <a:spLocks noGrp="1"/>
          </p:cNvSpPr>
          <p:nvPr/>
        </p:nvSpPr>
        <p:spPr>
          <a:xfrm>
            <a:off x="9944100" y="267970"/>
            <a:ext cx="220980" cy="125730"/>
          </a:xfrm>
          <a:custGeom>
            <a:avLst/>
            <a:gdLst/>
            <a:ahLst/>
            <a:cxnLst/>
            <a:rect l="l" t="t" r="r" b="b"/>
            <a:pathLst>
              <a:path w="143" h="81">
                <a:moveTo>
                  <a:pt x="102" y="38"/>
                </a:moveTo>
                <a:lnTo>
                  <a:pt x="129" y="38"/>
                </a:lnTo>
                <a:cubicBezTo>
                  <a:pt x="135" y="33"/>
                  <a:pt x="68" y="12"/>
                  <a:pt x="53" y="18"/>
                </a:cubicBezTo>
                <a:cubicBezTo>
                  <a:pt x="44" y="22"/>
                  <a:pt x="65" y="31"/>
                  <a:pt x="77" y="41"/>
                </a:cubicBezTo>
                <a:cubicBezTo>
                  <a:pt x="84" y="46"/>
                  <a:pt x="94" y="54"/>
                  <a:pt x="96" y="58"/>
                </a:cubicBezTo>
                <a:cubicBezTo>
                  <a:pt x="101" y="65"/>
                  <a:pt x="97" y="72"/>
                  <a:pt x="88" y="81"/>
                </a:cubicBezTo>
                <a:lnTo>
                  <a:pt x="0" y="81"/>
                </a:lnTo>
                <a:cubicBezTo>
                  <a:pt x="3" y="78"/>
                  <a:pt x="7" y="76"/>
                  <a:pt x="10" y="76"/>
                </a:cubicBezTo>
                <a:lnTo>
                  <a:pt x="57" y="76"/>
                </a:lnTo>
                <a:cubicBezTo>
                  <a:pt x="65" y="75"/>
                  <a:pt x="82" y="73"/>
                  <a:pt x="82" y="53"/>
                </a:cubicBezTo>
                <a:cubicBezTo>
                  <a:pt x="79" y="40"/>
                  <a:pt x="48" y="37"/>
                  <a:pt x="39" y="27"/>
                </a:cubicBezTo>
                <a:cubicBezTo>
                  <a:pt x="35" y="23"/>
                  <a:pt x="41" y="17"/>
                  <a:pt x="53" y="17"/>
                </a:cubicBezTo>
                <a:cubicBezTo>
                  <a:pt x="75" y="0"/>
                  <a:pt x="143" y="8"/>
                  <a:pt x="141" y="24"/>
                </a:cubicBezTo>
                <a:cubicBezTo>
                  <a:pt x="140" y="33"/>
                  <a:pt x="134" y="39"/>
                  <a:pt x="127" y="45"/>
                </a:cubicBezTo>
                <a:lnTo>
                  <a:pt x="118" y="45"/>
                </a:lnTo>
                <a:lnTo>
                  <a:pt x="108" y="81"/>
                </a:lnTo>
                <a:lnTo>
                  <a:pt x="96" y="81"/>
                </a:lnTo>
                <a:lnTo>
                  <a:pt x="106" y="45"/>
                </a:lnTo>
                <a:lnTo>
                  <a:pt x="95" y="45"/>
                </a:lnTo>
                <a:lnTo>
                  <a:pt x="102" y="38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2" name="Freeform 17"/>
          <p:cNvSpPr>
            <a:spLocks noGrp="1"/>
          </p:cNvSpPr>
          <p:nvPr/>
        </p:nvSpPr>
        <p:spPr>
          <a:xfrm>
            <a:off x="9963150" y="339090"/>
            <a:ext cx="50800" cy="41910"/>
          </a:xfrm>
          <a:custGeom>
            <a:avLst/>
            <a:gdLst/>
            <a:ahLst/>
            <a:cxnLst/>
            <a:rect l="l" t="t" r="r" b="b"/>
            <a:pathLst>
              <a:path w="33" h="27">
                <a:moveTo>
                  <a:pt x="7" y="0"/>
                </a:moveTo>
                <a:lnTo>
                  <a:pt x="18" y="0"/>
                </a:lnTo>
                <a:lnTo>
                  <a:pt x="13" y="17"/>
                </a:lnTo>
                <a:lnTo>
                  <a:pt x="18" y="17"/>
                </a:lnTo>
                <a:lnTo>
                  <a:pt x="22" y="0"/>
                </a:lnTo>
                <a:lnTo>
                  <a:pt x="33" y="0"/>
                </a:lnTo>
                <a:lnTo>
                  <a:pt x="25" y="27"/>
                </a:lnTo>
                <a:lnTo>
                  <a:pt x="15" y="27"/>
                </a:lnTo>
                <a:lnTo>
                  <a:pt x="17" y="20"/>
                </a:lnTo>
                <a:lnTo>
                  <a:pt x="13" y="20"/>
                </a:lnTo>
                <a:lnTo>
                  <a:pt x="11" y="27"/>
                </a:lnTo>
                <a:lnTo>
                  <a:pt x="0" y="27"/>
                </a:lnTo>
                <a:lnTo>
                  <a:pt x="7" y="0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3" name="Freeform 18"/>
          <p:cNvSpPr>
            <a:spLocks noGrp="1"/>
          </p:cNvSpPr>
          <p:nvPr/>
        </p:nvSpPr>
        <p:spPr>
          <a:xfrm>
            <a:off x="10007600" y="339090"/>
            <a:ext cx="50800" cy="41910"/>
          </a:xfrm>
          <a:custGeom>
            <a:avLst/>
            <a:gdLst/>
            <a:ahLst/>
            <a:cxnLst/>
            <a:rect l="l" t="t" r="r" b="b"/>
            <a:pathLst>
              <a:path w="33" h="27">
                <a:moveTo>
                  <a:pt x="8" y="0"/>
                </a:moveTo>
                <a:lnTo>
                  <a:pt x="0" y="27"/>
                </a:lnTo>
                <a:lnTo>
                  <a:pt x="25" y="27"/>
                </a:lnTo>
                <a:lnTo>
                  <a:pt x="33" y="0"/>
                </a:lnTo>
                <a:lnTo>
                  <a:pt x="22" y="0"/>
                </a:lnTo>
                <a:lnTo>
                  <a:pt x="15" y="24"/>
                </a:lnTo>
                <a:lnTo>
                  <a:pt x="11" y="24"/>
                </a:lnTo>
                <a:lnTo>
                  <a:pt x="18" y="0"/>
                </a:lnTo>
                <a:lnTo>
                  <a:pt x="8" y="0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4" name="Freeform 5"/>
          <p:cNvSpPr>
            <a:spLocks noGrp="1"/>
          </p:cNvSpPr>
          <p:nvPr/>
        </p:nvSpPr>
        <p:spPr>
          <a:xfrm>
            <a:off x="10436860" y="152400"/>
            <a:ext cx="1607820" cy="325120"/>
          </a:xfrm>
          <a:custGeom>
            <a:avLst/>
            <a:gdLst/>
            <a:ahLst/>
            <a:cxnLst/>
            <a:rect l="l" t="t" r="r" b="b"/>
            <a:pathLst>
              <a:path w="489" h="98">
                <a:moveTo>
                  <a:pt x="98" y="37"/>
                </a:moveTo>
                <a:cubicBezTo>
                  <a:pt x="98" y="37"/>
                  <a:pt x="101" y="31"/>
                  <a:pt x="102" y="39"/>
                </a:cubicBezTo>
                <a:lnTo>
                  <a:pt x="104" y="45"/>
                </a:lnTo>
                <a:cubicBezTo>
                  <a:pt x="104" y="45"/>
                  <a:pt x="106" y="49"/>
                  <a:pt x="109" y="43"/>
                </a:cubicBezTo>
                <a:lnTo>
                  <a:pt x="112" y="40"/>
                </a:lnTo>
                <a:cubicBezTo>
                  <a:pt x="112" y="40"/>
                  <a:pt x="114" y="40"/>
                  <a:pt x="114" y="37"/>
                </a:cubicBezTo>
                <a:lnTo>
                  <a:pt x="113" y="28"/>
                </a:lnTo>
                <a:cubicBezTo>
                  <a:pt x="113" y="28"/>
                  <a:pt x="113" y="22"/>
                  <a:pt x="111" y="22"/>
                </a:cubicBezTo>
                <a:cubicBezTo>
                  <a:pt x="111" y="22"/>
                  <a:pt x="108" y="16"/>
                  <a:pt x="112" y="15"/>
                </a:cubicBezTo>
                <a:cubicBezTo>
                  <a:pt x="112" y="15"/>
                  <a:pt x="113" y="11"/>
                  <a:pt x="119" y="14"/>
                </a:cubicBezTo>
                <a:cubicBezTo>
                  <a:pt x="119" y="14"/>
                  <a:pt x="125" y="16"/>
                  <a:pt x="123" y="21"/>
                </a:cubicBezTo>
                <a:lnTo>
                  <a:pt x="122" y="29"/>
                </a:lnTo>
                <a:cubicBezTo>
                  <a:pt x="122" y="29"/>
                  <a:pt x="121" y="33"/>
                  <a:pt x="127" y="28"/>
                </a:cubicBezTo>
                <a:lnTo>
                  <a:pt x="135" y="23"/>
                </a:lnTo>
                <a:cubicBezTo>
                  <a:pt x="135" y="23"/>
                  <a:pt x="143" y="20"/>
                  <a:pt x="145" y="24"/>
                </a:cubicBezTo>
                <a:cubicBezTo>
                  <a:pt x="145" y="24"/>
                  <a:pt x="147" y="27"/>
                  <a:pt x="143" y="30"/>
                </a:cubicBezTo>
                <a:cubicBezTo>
                  <a:pt x="143" y="30"/>
                  <a:pt x="131" y="33"/>
                  <a:pt x="133" y="42"/>
                </a:cubicBezTo>
                <a:cubicBezTo>
                  <a:pt x="133" y="42"/>
                  <a:pt x="139" y="43"/>
                  <a:pt x="134" y="48"/>
                </a:cubicBezTo>
                <a:cubicBezTo>
                  <a:pt x="134" y="48"/>
                  <a:pt x="128" y="49"/>
                  <a:pt x="125" y="52"/>
                </a:cubicBezTo>
                <a:lnTo>
                  <a:pt x="121" y="53"/>
                </a:lnTo>
                <a:lnTo>
                  <a:pt x="121" y="86"/>
                </a:lnTo>
                <a:cubicBezTo>
                  <a:pt x="121" y="86"/>
                  <a:pt x="121" y="96"/>
                  <a:pt x="115" y="92"/>
                </a:cubicBezTo>
                <a:cubicBezTo>
                  <a:pt x="115" y="92"/>
                  <a:pt x="109" y="84"/>
                  <a:pt x="113" y="74"/>
                </a:cubicBezTo>
                <a:lnTo>
                  <a:pt x="114" y="49"/>
                </a:lnTo>
                <a:cubicBezTo>
                  <a:pt x="114" y="49"/>
                  <a:pt x="115" y="41"/>
                  <a:pt x="109" y="50"/>
                </a:cubicBezTo>
                <a:lnTo>
                  <a:pt x="104" y="57"/>
                </a:lnTo>
                <a:cubicBezTo>
                  <a:pt x="104" y="57"/>
                  <a:pt x="102" y="60"/>
                  <a:pt x="98" y="58"/>
                </a:cubicBezTo>
                <a:cubicBezTo>
                  <a:pt x="98" y="58"/>
                  <a:pt x="90" y="54"/>
                  <a:pt x="94" y="47"/>
                </a:cubicBezTo>
                <a:cubicBezTo>
                  <a:pt x="96" y="45"/>
                  <a:pt x="97" y="40"/>
                  <a:pt x="98" y="37"/>
                </a:cubicBezTo>
                <a:close/>
                <a:moveTo>
                  <a:pt x="121" y="39"/>
                </a:moveTo>
                <a:lnTo>
                  <a:pt x="121" y="45"/>
                </a:lnTo>
                <a:cubicBezTo>
                  <a:pt x="121" y="45"/>
                  <a:pt x="120" y="48"/>
                  <a:pt x="125" y="45"/>
                </a:cubicBezTo>
                <a:cubicBezTo>
                  <a:pt x="125" y="45"/>
                  <a:pt x="128" y="42"/>
                  <a:pt x="128" y="40"/>
                </a:cubicBezTo>
                <a:cubicBezTo>
                  <a:pt x="128" y="40"/>
                  <a:pt x="128" y="35"/>
                  <a:pt x="130" y="35"/>
                </a:cubicBezTo>
                <a:cubicBezTo>
                  <a:pt x="130" y="35"/>
                  <a:pt x="131" y="31"/>
                  <a:pt x="126" y="33"/>
                </a:cubicBezTo>
                <a:lnTo>
                  <a:pt x="123" y="37"/>
                </a:lnTo>
                <a:lnTo>
                  <a:pt x="122" y="37"/>
                </a:lnTo>
                <a:cubicBezTo>
                  <a:pt x="122" y="37"/>
                  <a:pt x="121" y="38"/>
                  <a:pt x="121" y="39"/>
                </a:cubicBezTo>
                <a:close/>
              </a:path>
              <a:path w="489" h="98">
                <a:moveTo>
                  <a:pt x="29" y="76"/>
                </a:moveTo>
                <a:cubicBezTo>
                  <a:pt x="34" y="73"/>
                  <a:pt x="37" y="72"/>
                  <a:pt x="38" y="73"/>
                </a:cubicBezTo>
                <a:cubicBezTo>
                  <a:pt x="39" y="73"/>
                  <a:pt x="39" y="80"/>
                  <a:pt x="39" y="92"/>
                </a:cubicBezTo>
                <a:cubicBezTo>
                  <a:pt x="39" y="98"/>
                  <a:pt x="43" y="98"/>
                  <a:pt x="45" y="95"/>
                </a:cubicBezTo>
                <a:cubicBezTo>
                  <a:pt x="47" y="92"/>
                  <a:pt x="48" y="86"/>
                  <a:pt x="48" y="78"/>
                </a:cubicBezTo>
                <a:lnTo>
                  <a:pt x="48" y="71"/>
                </a:lnTo>
                <a:lnTo>
                  <a:pt x="50" y="68"/>
                </a:lnTo>
                <a:lnTo>
                  <a:pt x="59" y="64"/>
                </a:lnTo>
                <a:cubicBezTo>
                  <a:pt x="62" y="63"/>
                  <a:pt x="62" y="61"/>
                  <a:pt x="59" y="60"/>
                </a:cubicBezTo>
                <a:lnTo>
                  <a:pt x="54" y="56"/>
                </a:lnTo>
                <a:cubicBezTo>
                  <a:pt x="53" y="54"/>
                  <a:pt x="53" y="53"/>
                  <a:pt x="56" y="52"/>
                </a:cubicBezTo>
                <a:lnTo>
                  <a:pt x="71" y="44"/>
                </a:lnTo>
                <a:cubicBezTo>
                  <a:pt x="73" y="44"/>
                  <a:pt x="74" y="42"/>
                  <a:pt x="71" y="39"/>
                </a:cubicBezTo>
                <a:cubicBezTo>
                  <a:pt x="69" y="37"/>
                  <a:pt x="67" y="37"/>
                  <a:pt x="64" y="39"/>
                </a:cubicBezTo>
                <a:lnTo>
                  <a:pt x="59" y="41"/>
                </a:lnTo>
                <a:cubicBezTo>
                  <a:pt x="56" y="44"/>
                  <a:pt x="55" y="42"/>
                  <a:pt x="59" y="37"/>
                </a:cubicBezTo>
                <a:lnTo>
                  <a:pt x="64" y="34"/>
                </a:lnTo>
                <a:cubicBezTo>
                  <a:pt x="68" y="32"/>
                  <a:pt x="66" y="30"/>
                  <a:pt x="63" y="29"/>
                </a:cubicBezTo>
                <a:lnTo>
                  <a:pt x="59" y="26"/>
                </a:lnTo>
                <a:cubicBezTo>
                  <a:pt x="57" y="25"/>
                  <a:pt x="56" y="25"/>
                  <a:pt x="55" y="28"/>
                </a:cubicBezTo>
                <a:cubicBezTo>
                  <a:pt x="55" y="32"/>
                  <a:pt x="54" y="34"/>
                  <a:pt x="52" y="35"/>
                </a:cubicBezTo>
                <a:cubicBezTo>
                  <a:pt x="50" y="36"/>
                  <a:pt x="48" y="36"/>
                  <a:pt x="47" y="35"/>
                </a:cubicBezTo>
                <a:cubicBezTo>
                  <a:pt x="45" y="33"/>
                  <a:pt x="45" y="32"/>
                  <a:pt x="47" y="30"/>
                </a:cubicBezTo>
                <a:cubicBezTo>
                  <a:pt x="49" y="27"/>
                  <a:pt x="52" y="25"/>
                  <a:pt x="56" y="25"/>
                </a:cubicBezTo>
                <a:cubicBezTo>
                  <a:pt x="60" y="23"/>
                  <a:pt x="64" y="21"/>
                  <a:pt x="65" y="18"/>
                </a:cubicBezTo>
                <a:cubicBezTo>
                  <a:pt x="66" y="17"/>
                  <a:pt x="65" y="14"/>
                  <a:pt x="62" y="11"/>
                </a:cubicBezTo>
                <a:cubicBezTo>
                  <a:pt x="59" y="6"/>
                  <a:pt x="55" y="5"/>
                  <a:pt x="52" y="10"/>
                </a:cubicBezTo>
                <a:lnTo>
                  <a:pt x="47" y="22"/>
                </a:lnTo>
                <a:lnTo>
                  <a:pt x="43" y="22"/>
                </a:lnTo>
                <a:lnTo>
                  <a:pt x="44" y="14"/>
                </a:lnTo>
                <a:cubicBezTo>
                  <a:pt x="45" y="12"/>
                  <a:pt x="43" y="10"/>
                  <a:pt x="40" y="7"/>
                </a:cubicBezTo>
                <a:cubicBezTo>
                  <a:pt x="36" y="5"/>
                  <a:pt x="34" y="4"/>
                  <a:pt x="33" y="7"/>
                </a:cubicBezTo>
                <a:cubicBezTo>
                  <a:pt x="32" y="7"/>
                  <a:pt x="33" y="9"/>
                  <a:pt x="36" y="13"/>
                </a:cubicBezTo>
                <a:cubicBezTo>
                  <a:pt x="38" y="15"/>
                  <a:pt x="39" y="18"/>
                  <a:pt x="41" y="23"/>
                </a:cubicBezTo>
                <a:cubicBezTo>
                  <a:pt x="36" y="23"/>
                  <a:pt x="31" y="24"/>
                  <a:pt x="26" y="23"/>
                </a:cubicBezTo>
                <a:cubicBezTo>
                  <a:pt x="20" y="23"/>
                  <a:pt x="17" y="24"/>
                  <a:pt x="20" y="27"/>
                </a:cubicBezTo>
                <a:cubicBezTo>
                  <a:pt x="21" y="29"/>
                  <a:pt x="23" y="30"/>
                  <a:pt x="24" y="32"/>
                </a:cubicBezTo>
                <a:lnTo>
                  <a:pt x="38" y="28"/>
                </a:lnTo>
                <a:cubicBezTo>
                  <a:pt x="45" y="27"/>
                  <a:pt x="45" y="27"/>
                  <a:pt x="43" y="30"/>
                </a:cubicBezTo>
                <a:cubicBezTo>
                  <a:pt x="43" y="31"/>
                  <a:pt x="41" y="31"/>
                  <a:pt x="39" y="30"/>
                </a:cubicBezTo>
                <a:cubicBezTo>
                  <a:pt x="36" y="31"/>
                  <a:pt x="36" y="33"/>
                  <a:pt x="37" y="35"/>
                </a:cubicBezTo>
                <a:cubicBezTo>
                  <a:pt x="38" y="39"/>
                  <a:pt x="38" y="40"/>
                  <a:pt x="35" y="38"/>
                </a:cubicBezTo>
                <a:cubicBezTo>
                  <a:pt x="34" y="38"/>
                  <a:pt x="33" y="38"/>
                  <a:pt x="33" y="39"/>
                </a:cubicBezTo>
                <a:cubicBezTo>
                  <a:pt x="32" y="40"/>
                  <a:pt x="30" y="40"/>
                  <a:pt x="28" y="37"/>
                </a:cubicBezTo>
                <a:cubicBezTo>
                  <a:pt x="24" y="33"/>
                  <a:pt x="21" y="32"/>
                  <a:pt x="20" y="35"/>
                </a:cubicBezTo>
                <a:lnTo>
                  <a:pt x="21" y="38"/>
                </a:lnTo>
                <a:cubicBezTo>
                  <a:pt x="23" y="42"/>
                  <a:pt x="23" y="44"/>
                  <a:pt x="20" y="44"/>
                </a:cubicBezTo>
                <a:cubicBezTo>
                  <a:pt x="19" y="45"/>
                  <a:pt x="20" y="46"/>
                  <a:pt x="21" y="47"/>
                </a:cubicBezTo>
                <a:lnTo>
                  <a:pt x="24" y="50"/>
                </a:lnTo>
                <a:cubicBezTo>
                  <a:pt x="26" y="53"/>
                  <a:pt x="28" y="53"/>
                  <a:pt x="32" y="49"/>
                </a:cubicBezTo>
                <a:cubicBezTo>
                  <a:pt x="36" y="44"/>
                  <a:pt x="38" y="43"/>
                  <a:pt x="38" y="47"/>
                </a:cubicBezTo>
                <a:cubicBezTo>
                  <a:pt x="38" y="50"/>
                  <a:pt x="37" y="51"/>
                  <a:pt x="34" y="51"/>
                </a:cubicBezTo>
                <a:lnTo>
                  <a:pt x="1" y="61"/>
                </a:lnTo>
                <a:cubicBezTo>
                  <a:pt x="0" y="61"/>
                  <a:pt x="0" y="61"/>
                  <a:pt x="0" y="61"/>
                </a:cubicBezTo>
                <a:lnTo>
                  <a:pt x="7" y="66"/>
                </a:lnTo>
                <a:cubicBezTo>
                  <a:pt x="8" y="66"/>
                  <a:pt x="10" y="66"/>
                  <a:pt x="11" y="66"/>
                </a:cubicBezTo>
                <a:lnTo>
                  <a:pt x="20" y="63"/>
                </a:lnTo>
                <a:lnTo>
                  <a:pt x="33" y="56"/>
                </a:lnTo>
                <a:cubicBezTo>
                  <a:pt x="37" y="55"/>
                  <a:pt x="39" y="55"/>
                  <a:pt x="38" y="58"/>
                </a:cubicBezTo>
                <a:cubicBezTo>
                  <a:pt x="38" y="59"/>
                  <a:pt x="37" y="60"/>
                  <a:pt x="35" y="61"/>
                </a:cubicBezTo>
                <a:cubicBezTo>
                  <a:pt x="29" y="64"/>
                  <a:pt x="23" y="69"/>
                  <a:pt x="17" y="74"/>
                </a:cubicBezTo>
                <a:cubicBezTo>
                  <a:pt x="14" y="77"/>
                  <a:pt x="13" y="78"/>
                  <a:pt x="17" y="78"/>
                </a:cubicBezTo>
                <a:cubicBezTo>
                  <a:pt x="19" y="79"/>
                  <a:pt x="21" y="79"/>
                  <a:pt x="25" y="77"/>
                </a:cubicBezTo>
                <a:lnTo>
                  <a:pt x="29" y="76"/>
                </a:lnTo>
                <a:close/>
                <a:moveTo>
                  <a:pt x="38" y="65"/>
                </a:moveTo>
                <a:cubicBezTo>
                  <a:pt x="38" y="67"/>
                  <a:pt x="37" y="68"/>
                  <a:pt x="34" y="69"/>
                </a:cubicBezTo>
                <a:lnTo>
                  <a:pt x="30" y="70"/>
                </a:lnTo>
                <a:cubicBezTo>
                  <a:pt x="26" y="71"/>
                  <a:pt x="25" y="71"/>
                  <a:pt x="28" y="69"/>
                </a:cubicBezTo>
                <a:lnTo>
                  <a:pt x="35" y="64"/>
                </a:lnTo>
                <a:cubicBezTo>
                  <a:pt x="37" y="63"/>
                  <a:pt x="38" y="63"/>
                  <a:pt x="38" y="65"/>
                </a:cubicBezTo>
                <a:close/>
                <a:moveTo>
                  <a:pt x="48" y="57"/>
                </a:moveTo>
                <a:lnTo>
                  <a:pt x="48" y="61"/>
                </a:lnTo>
                <a:cubicBezTo>
                  <a:pt x="48" y="63"/>
                  <a:pt x="50" y="63"/>
                  <a:pt x="51" y="62"/>
                </a:cubicBezTo>
                <a:cubicBezTo>
                  <a:pt x="51" y="62"/>
                  <a:pt x="51" y="61"/>
                  <a:pt x="51" y="59"/>
                </a:cubicBezTo>
                <a:cubicBezTo>
                  <a:pt x="50" y="58"/>
                  <a:pt x="49" y="57"/>
                  <a:pt x="48" y="57"/>
                </a:cubicBezTo>
                <a:close/>
                <a:moveTo>
                  <a:pt x="50" y="50"/>
                </a:moveTo>
                <a:cubicBezTo>
                  <a:pt x="48" y="50"/>
                  <a:pt x="48" y="51"/>
                  <a:pt x="48" y="52"/>
                </a:cubicBezTo>
                <a:cubicBezTo>
                  <a:pt x="49" y="53"/>
                  <a:pt x="51" y="53"/>
                  <a:pt x="53" y="51"/>
                </a:cubicBezTo>
                <a:lnTo>
                  <a:pt x="58" y="48"/>
                </a:lnTo>
                <a:cubicBezTo>
                  <a:pt x="59" y="47"/>
                  <a:pt x="59" y="47"/>
                  <a:pt x="56" y="47"/>
                </a:cubicBezTo>
                <a:lnTo>
                  <a:pt x="51" y="49"/>
                </a:lnTo>
                <a:lnTo>
                  <a:pt x="50" y="50"/>
                </a:lnTo>
                <a:close/>
                <a:moveTo>
                  <a:pt x="48" y="39"/>
                </a:moveTo>
                <a:lnTo>
                  <a:pt x="47" y="44"/>
                </a:lnTo>
                <a:cubicBezTo>
                  <a:pt x="48" y="47"/>
                  <a:pt x="49" y="47"/>
                  <a:pt x="51" y="45"/>
                </a:cubicBezTo>
                <a:cubicBezTo>
                  <a:pt x="51" y="44"/>
                  <a:pt x="52" y="43"/>
                  <a:pt x="53" y="41"/>
                </a:cubicBezTo>
                <a:cubicBezTo>
                  <a:pt x="53" y="39"/>
                  <a:pt x="52" y="39"/>
                  <a:pt x="51" y="38"/>
                </a:cubicBezTo>
                <a:cubicBezTo>
                  <a:pt x="50" y="38"/>
                  <a:pt x="49" y="38"/>
                  <a:pt x="48" y="39"/>
                </a:cubicBezTo>
                <a:close/>
                <a:moveTo>
                  <a:pt x="60" y="14"/>
                </a:moveTo>
                <a:cubicBezTo>
                  <a:pt x="60" y="15"/>
                  <a:pt x="59" y="16"/>
                  <a:pt x="58" y="17"/>
                </a:cubicBezTo>
                <a:lnTo>
                  <a:pt x="57" y="17"/>
                </a:lnTo>
                <a:cubicBezTo>
                  <a:pt x="56" y="17"/>
                  <a:pt x="55" y="18"/>
                  <a:pt x="54" y="17"/>
                </a:cubicBezTo>
                <a:lnTo>
                  <a:pt x="57" y="14"/>
                </a:lnTo>
                <a:cubicBezTo>
                  <a:pt x="58" y="14"/>
                  <a:pt x="60" y="13"/>
                  <a:pt x="60" y="14"/>
                </a:cubicBezTo>
                <a:close/>
              </a:path>
              <a:path w="489" h="98">
                <a:moveTo>
                  <a:pt x="186" y="22"/>
                </a:moveTo>
                <a:lnTo>
                  <a:pt x="193" y="17"/>
                </a:lnTo>
                <a:cubicBezTo>
                  <a:pt x="193" y="17"/>
                  <a:pt x="195" y="13"/>
                  <a:pt x="198" y="18"/>
                </a:cubicBezTo>
                <a:cubicBezTo>
                  <a:pt x="198" y="18"/>
                  <a:pt x="202" y="23"/>
                  <a:pt x="196" y="24"/>
                </a:cubicBezTo>
                <a:cubicBezTo>
                  <a:pt x="196" y="24"/>
                  <a:pt x="193" y="26"/>
                  <a:pt x="191" y="25"/>
                </a:cubicBezTo>
                <a:cubicBezTo>
                  <a:pt x="191" y="25"/>
                  <a:pt x="180" y="30"/>
                  <a:pt x="177" y="31"/>
                </a:cubicBezTo>
                <a:cubicBezTo>
                  <a:pt x="177" y="31"/>
                  <a:pt x="171" y="33"/>
                  <a:pt x="172" y="30"/>
                </a:cubicBezTo>
                <a:lnTo>
                  <a:pt x="183" y="24"/>
                </a:lnTo>
                <a:lnTo>
                  <a:pt x="186" y="22"/>
                </a:lnTo>
                <a:close/>
              </a:path>
              <a:path w="489" h="98">
                <a:moveTo>
                  <a:pt x="217" y="29"/>
                </a:moveTo>
                <a:lnTo>
                  <a:pt x="216" y="50"/>
                </a:lnTo>
                <a:lnTo>
                  <a:pt x="220" y="47"/>
                </a:lnTo>
                <a:lnTo>
                  <a:pt x="221" y="42"/>
                </a:lnTo>
                <a:cubicBezTo>
                  <a:pt x="221" y="42"/>
                  <a:pt x="221" y="39"/>
                  <a:pt x="225" y="43"/>
                </a:cubicBezTo>
                <a:cubicBezTo>
                  <a:pt x="225" y="43"/>
                  <a:pt x="229" y="46"/>
                  <a:pt x="228" y="50"/>
                </a:cubicBezTo>
                <a:cubicBezTo>
                  <a:pt x="228" y="50"/>
                  <a:pt x="220" y="52"/>
                  <a:pt x="216" y="59"/>
                </a:cubicBezTo>
                <a:lnTo>
                  <a:pt x="216" y="83"/>
                </a:lnTo>
                <a:cubicBezTo>
                  <a:pt x="216" y="83"/>
                  <a:pt x="216" y="87"/>
                  <a:pt x="215" y="89"/>
                </a:cubicBezTo>
                <a:cubicBezTo>
                  <a:pt x="215" y="89"/>
                  <a:pt x="212" y="95"/>
                  <a:pt x="211" y="94"/>
                </a:cubicBezTo>
                <a:cubicBezTo>
                  <a:pt x="211" y="94"/>
                  <a:pt x="207" y="92"/>
                  <a:pt x="209" y="86"/>
                </a:cubicBezTo>
                <a:lnTo>
                  <a:pt x="209" y="69"/>
                </a:lnTo>
                <a:cubicBezTo>
                  <a:pt x="209" y="69"/>
                  <a:pt x="210" y="63"/>
                  <a:pt x="206" y="68"/>
                </a:cubicBezTo>
                <a:cubicBezTo>
                  <a:pt x="206" y="68"/>
                  <a:pt x="202" y="74"/>
                  <a:pt x="197" y="69"/>
                </a:cubicBezTo>
                <a:cubicBezTo>
                  <a:pt x="197" y="69"/>
                  <a:pt x="192" y="67"/>
                  <a:pt x="197" y="64"/>
                </a:cubicBezTo>
                <a:cubicBezTo>
                  <a:pt x="197" y="64"/>
                  <a:pt x="198" y="64"/>
                  <a:pt x="199" y="59"/>
                </a:cubicBezTo>
                <a:lnTo>
                  <a:pt x="200" y="55"/>
                </a:lnTo>
                <a:cubicBezTo>
                  <a:pt x="200" y="55"/>
                  <a:pt x="201" y="50"/>
                  <a:pt x="198" y="50"/>
                </a:cubicBezTo>
                <a:cubicBezTo>
                  <a:pt x="198" y="50"/>
                  <a:pt x="195" y="47"/>
                  <a:pt x="197" y="45"/>
                </a:cubicBezTo>
                <a:cubicBezTo>
                  <a:pt x="197" y="45"/>
                  <a:pt x="203" y="38"/>
                  <a:pt x="196" y="32"/>
                </a:cubicBezTo>
                <a:cubicBezTo>
                  <a:pt x="196" y="32"/>
                  <a:pt x="190" y="29"/>
                  <a:pt x="195" y="28"/>
                </a:cubicBezTo>
                <a:cubicBezTo>
                  <a:pt x="195" y="28"/>
                  <a:pt x="199" y="28"/>
                  <a:pt x="199" y="29"/>
                </a:cubicBezTo>
                <a:cubicBezTo>
                  <a:pt x="199" y="29"/>
                  <a:pt x="207" y="28"/>
                  <a:pt x="207" y="34"/>
                </a:cubicBezTo>
                <a:cubicBezTo>
                  <a:pt x="207" y="34"/>
                  <a:pt x="207" y="37"/>
                  <a:pt x="205" y="37"/>
                </a:cubicBezTo>
                <a:cubicBezTo>
                  <a:pt x="205" y="37"/>
                  <a:pt x="197" y="44"/>
                  <a:pt x="203" y="44"/>
                </a:cubicBezTo>
                <a:cubicBezTo>
                  <a:pt x="203" y="44"/>
                  <a:pt x="211" y="46"/>
                  <a:pt x="205" y="52"/>
                </a:cubicBezTo>
                <a:cubicBezTo>
                  <a:pt x="205" y="52"/>
                  <a:pt x="203" y="51"/>
                  <a:pt x="202" y="57"/>
                </a:cubicBezTo>
                <a:cubicBezTo>
                  <a:pt x="202" y="57"/>
                  <a:pt x="199" y="64"/>
                  <a:pt x="204" y="61"/>
                </a:cubicBezTo>
                <a:cubicBezTo>
                  <a:pt x="204" y="61"/>
                  <a:pt x="206" y="60"/>
                  <a:pt x="209" y="57"/>
                </a:cubicBezTo>
                <a:cubicBezTo>
                  <a:pt x="209" y="57"/>
                  <a:pt x="210" y="54"/>
                  <a:pt x="210" y="51"/>
                </a:cubicBezTo>
                <a:cubicBezTo>
                  <a:pt x="210" y="51"/>
                  <a:pt x="210" y="26"/>
                  <a:pt x="209" y="20"/>
                </a:cubicBezTo>
                <a:cubicBezTo>
                  <a:pt x="209" y="20"/>
                  <a:pt x="207" y="16"/>
                  <a:pt x="211" y="14"/>
                </a:cubicBezTo>
                <a:cubicBezTo>
                  <a:pt x="211" y="14"/>
                  <a:pt x="214" y="12"/>
                  <a:pt x="218" y="16"/>
                </a:cubicBezTo>
                <a:cubicBezTo>
                  <a:pt x="218" y="16"/>
                  <a:pt x="221" y="17"/>
                  <a:pt x="218" y="21"/>
                </a:cubicBezTo>
                <a:lnTo>
                  <a:pt x="217" y="26"/>
                </a:lnTo>
                <a:lnTo>
                  <a:pt x="217" y="29"/>
                </a:lnTo>
                <a:close/>
              </a:path>
              <a:path w="489" h="98">
                <a:moveTo>
                  <a:pt x="170" y="48"/>
                </a:moveTo>
                <a:cubicBezTo>
                  <a:pt x="170" y="48"/>
                  <a:pt x="165" y="51"/>
                  <a:pt x="163" y="49"/>
                </a:cubicBezTo>
                <a:cubicBezTo>
                  <a:pt x="163" y="49"/>
                  <a:pt x="160" y="49"/>
                  <a:pt x="162" y="52"/>
                </a:cubicBezTo>
                <a:cubicBezTo>
                  <a:pt x="162" y="52"/>
                  <a:pt x="165" y="59"/>
                  <a:pt x="171" y="55"/>
                </a:cubicBezTo>
                <a:lnTo>
                  <a:pt x="179" y="49"/>
                </a:lnTo>
                <a:cubicBezTo>
                  <a:pt x="179" y="49"/>
                  <a:pt x="182" y="45"/>
                  <a:pt x="181" y="51"/>
                </a:cubicBezTo>
                <a:cubicBezTo>
                  <a:pt x="181" y="51"/>
                  <a:pt x="181" y="55"/>
                  <a:pt x="179" y="55"/>
                </a:cubicBezTo>
                <a:lnTo>
                  <a:pt x="167" y="68"/>
                </a:lnTo>
                <a:cubicBezTo>
                  <a:pt x="167" y="68"/>
                  <a:pt x="162" y="73"/>
                  <a:pt x="168" y="74"/>
                </a:cubicBezTo>
                <a:cubicBezTo>
                  <a:pt x="168" y="74"/>
                  <a:pt x="172" y="75"/>
                  <a:pt x="175" y="72"/>
                </a:cubicBezTo>
                <a:cubicBezTo>
                  <a:pt x="175" y="72"/>
                  <a:pt x="180" y="66"/>
                  <a:pt x="179" y="70"/>
                </a:cubicBezTo>
                <a:lnTo>
                  <a:pt x="179" y="79"/>
                </a:lnTo>
                <a:cubicBezTo>
                  <a:pt x="179" y="79"/>
                  <a:pt x="178" y="82"/>
                  <a:pt x="181" y="83"/>
                </a:cubicBezTo>
                <a:cubicBezTo>
                  <a:pt x="181" y="83"/>
                  <a:pt x="183" y="85"/>
                  <a:pt x="185" y="82"/>
                </a:cubicBezTo>
                <a:cubicBezTo>
                  <a:pt x="185" y="82"/>
                  <a:pt x="187" y="80"/>
                  <a:pt x="186" y="75"/>
                </a:cubicBezTo>
                <a:lnTo>
                  <a:pt x="186" y="63"/>
                </a:lnTo>
                <a:cubicBezTo>
                  <a:pt x="186" y="63"/>
                  <a:pt x="192" y="59"/>
                  <a:pt x="193" y="57"/>
                </a:cubicBezTo>
                <a:cubicBezTo>
                  <a:pt x="193" y="57"/>
                  <a:pt x="194" y="53"/>
                  <a:pt x="190" y="57"/>
                </a:cubicBezTo>
                <a:cubicBezTo>
                  <a:pt x="190" y="57"/>
                  <a:pt x="185" y="62"/>
                  <a:pt x="186" y="58"/>
                </a:cubicBezTo>
                <a:lnTo>
                  <a:pt x="186" y="52"/>
                </a:lnTo>
                <a:cubicBezTo>
                  <a:pt x="186" y="52"/>
                  <a:pt x="197" y="43"/>
                  <a:pt x="196" y="42"/>
                </a:cubicBezTo>
                <a:cubicBezTo>
                  <a:pt x="196" y="41"/>
                  <a:pt x="198" y="40"/>
                  <a:pt x="194" y="36"/>
                </a:cubicBezTo>
                <a:cubicBezTo>
                  <a:pt x="194" y="36"/>
                  <a:pt x="191" y="34"/>
                  <a:pt x="190" y="37"/>
                </a:cubicBezTo>
                <a:cubicBezTo>
                  <a:pt x="190" y="37"/>
                  <a:pt x="186" y="41"/>
                  <a:pt x="186" y="37"/>
                </a:cubicBezTo>
                <a:cubicBezTo>
                  <a:pt x="186" y="37"/>
                  <a:pt x="189" y="34"/>
                  <a:pt x="186" y="32"/>
                </a:cubicBezTo>
                <a:cubicBezTo>
                  <a:pt x="186" y="32"/>
                  <a:pt x="182" y="28"/>
                  <a:pt x="180" y="33"/>
                </a:cubicBezTo>
                <a:cubicBezTo>
                  <a:pt x="180" y="33"/>
                  <a:pt x="178" y="33"/>
                  <a:pt x="181" y="42"/>
                </a:cubicBezTo>
                <a:lnTo>
                  <a:pt x="176" y="44"/>
                </a:lnTo>
                <a:lnTo>
                  <a:pt x="173" y="46"/>
                </a:lnTo>
                <a:lnTo>
                  <a:pt x="170" y="48"/>
                </a:lnTo>
                <a:close/>
                <a:moveTo>
                  <a:pt x="186" y="43"/>
                </a:moveTo>
                <a:cubicBezTo>
                  <a:pt x="186" y="43"/>
                  <a:pt x="187" y="41"/>
                  <a:pt x="189" y="42"/>
                </a:cubicBezTo>
                <a:cubicBezTo>
                  <a:pt x="189" y="42"/>
                  <a:pt x="189" y="44"/>
                  <a:pt x="188" y="45"/>
                </a:cubicBezTo>
                <a:cubicBezTo>
                  <a:pt x="188" y="45"/>
                  <a:pt x="186" y="46"/>
                  <a:pt x="187" y="44"/>
                </a:cubicBezTo>
                <a:cubicBezTo>
                  <a:pt x="186" y="46"/>
                  <a:pt x="186" y="43"/>
                  <a:pt x="186" y="43"/>
                </a:cubicBezTo>
                <a:close/>
                <a:moveTo>
                  <a:pt x="175" y="64"/>
                </a:moveTo>
                <a:lnTo>
                  <a:pt x="178" y="61"/>
                </a:lnTo>
                <a:cubicBezTo>
                  <a:pt x="178" y="61"/>
                  <a:pt x="180" y="57"/>
                  <a:pt x="180" y="60"/>
                </a:cubicBezTo>
                <a:cubicBezTo>
                  <a:pt x="180" y="60"/>
                  <a:pt x="180" y="65"/>
                  <a:pt x="177" y="65"/>
                </a:cubicBezTo>
                <a:cubicBezTo>
                  <a:pt x="177" y="65"/>
                  <a:pt x="174" y="67"/>
                  <a:pt x="174" y="65"/>
                </a:cubicBezTo>
                <a:lnTo>
                  <a:pt x="175" y="65"/>
                </a:lnTo>
                <a:lnTo>
                  <a:pt x="175" y="64"/>
                </a:lnTo>
                <a:close/>
              </a:path>
              <a:path w="489" h="98">
                <a:moveTo>
                  <a:pt x="255" y="43"/>
                </a:moveTo>
                <a:cubicBezTo>
                  <a:pt x="255" y="43"/>
                  <a:pt x="252" y="46"/>
                  <a:pt x="249" y="46"/>
                </a:cubicBezTo>
                <a:cubicBezTo>
                  <a:pt x="249" y="46"/>
                  <a:pt x="247" y="45"/>
                  <a:pt x="248" y="48"/>
                </a:cubicBezTo>
                <a:cubicBezTo>
                  <a:pt x="248" y="48"/>
                  <a:pt x="248" y="51"/>
                  <a:pt x="253" y="52"/>
                </a:cubicBezTo>
                <a:cubicBezTo>
                  <a:pt x="253" y="52"/>
                  <a:pt x="257" y="52"/>
                  <a:pt x="257" y="51"/>
                </a:cubicBezTo>
                <a:cubicBezTo>
                  <a:pt x="257" y="51"/>
                  <a:pt x="257" y="49"/>
                  <a:pt x="260" y="48"/>
                </a:cubicBezTo>
                <a:cubicBezTo>
                  <a:pt x="260" y="48"/>
                  <a:pt x="263" y="46"/>
                  <a:pt x="264" y="45"/>
                </a:cubicBezTo>
                <a:cubicBezTo>
                  <a:pt x="264" y="45"/>
                  <a:pt x="267" y="42"/>
                  <a:pt x="266" y="46"/>
                </a:cubicBezTo>
                <a:lnTo>
                  <a:pt x="265" y="55"/>
                </a:lnTo>
                <a:cubicBezTo>
                  <a:pt x="265" y="59"/>
                  <a:pt x="258" y="64"/>
                  <a:pt x="256" y="66"/>
                </a:cubicBezTo>
                <a:cubicBezTo>
                  <a:pt x="256" y="66"/>
                  <a:pt x="253" y="69"/>
                  <a:pt x="251" y="69"/>
                </a:cubicBezTo>
                <a:cubicBezTo>
                  <a:pt x="251" y="69"/>
                  <a:pt x="249" y="68"/>
                  <a:pt x="251" y="72"/>
                </a:cubicBezTo>
                <a:cubicBezTo>
                  <a:pt x="251" y="72"/>
                  <a:pt x="255" y="76"/>
                  <a:pt x="257" y="75"/>
                </a:cubicBezTo>
                <a:lnTo>
                  <a:pt x="261" y="71"/>
                </a:lnTo>
                <a:lnTo>
                  <a:pt x="263" y="67"/>
                </a:lnTo>
                <a:cubicBezTo>
                  <a:pt x="263" y="67"/>
                  <a:pt x="266" y="63"/>
                  <a:pt x="265" y="69"/>
                </a:cubicBezTo>
                <a:cubicBezTo>
                  <a:pt x="265" y="69"/>
                  <a:pt x="265" y="77"/>
                  <a:pt x="263" y="79"/>
                </a:cubicBezTo>
                <a:cubicBezTo>
                  <a:pt x="263" y="79"/>
                  <a:pt x="262" y="79"/>
                  <a:pt x="264" y="82"/>
                </a:cubicBezTo>
                <a:cubicBezTo>
                  <a:pt x="264" y="82"/>
                  <a:pt x="266" y="87"/>
                  <a:pt x="268" y="85"/>
                </a:cubicBezTo>
                <a:lnTo>
                  <a:pt x="270" y="81"/>
                </a:lnTo>
                <a:cubicBezTo>
                  <a:pt x="270" y="81"/>
                  <a:pt x="272" y="78"/>
                  <a:pt x="271" y="76"/>
                </a:cubicBezTo>
                <a:cubicBezTo>
                  <a:pt x="270" y="75"/>
                  <a:pt x="271" y="57"/>
                  <a:pt x="271" y="57"/>
                </a:cubicBezTo>
                <a:lnTo>
                  <a:pt x="277" y="48"/>
                </a:lnTo>
                <a:cubicBezTo>
                  <a:pt x="277" y="48"/>
                  <a:pt x="281" y="44"/>
                  <a:pt x="277" y="44"/>
                </a:cubicBezTo>
                <a:cubicBezTo>
                  <a:pt x="277" y="44"/>
                  <a:pt x="275" y="46"/>
                  <a:pt x="273" y="49"/>
                </a:cubicBezTo>
                <a:cubicBezTo>
                  <a:pt x="273" y="49"/>
                  <a:pt x="271" y="51"/>
                  <a:pt x="272" y="46"/>
                </a:cubicBezTo>
                <a:lnTo>
                  <a:pt x="272" y="40"/>
                </a:lnTo>
                <a:cubicBezTo>
                  <a:pt x="272" y="40"/>
                  <a:pt x="271" y="37"/>
                  <a:pt x="275" y="36"/>
                </a:cubicBezTo>
                <a:lnTo>
                  <a:pt x="279" y="33"/>
                </a:lnTo>
                <a:cubicBezTo>
                  <a:pt x="279" y="33"/>
                  <a:pt x="282" y="31"/>
                  <a:pt x="280" y="30"/>
                </a:cubicBezTo>
                <a:cubicBezTo>
                  <a:pt x="280" y="30"/>
                  <a:pt x="276" y="26"/>
                  <a:pt x="276" y="30"/>
                </a:cubicBezTo>
                <a:lnTo>
                  <a:pt x="274" y="32"/>
                </a:lnTo>
                <a:cubicBezTo>
                  <a:pt x="274" y="32"/>
                  <a:pt x="272" y="34"/>
                  <a:pt x="273" y="30"/>
                </a:cubicBezTo>
                <a:lnTo>
                  <a:pt x="274" y="23"/>
                </a:lnTo>
                <a:cubicBezTo>
                  <a:pt x="274" y="23"/>
                  <a:pt x="274" y="18"/>
                  <a:pt x="276" y="17"/>
                </a:cubicBezTo>
                <a:cubicBezTo>
                  <a:pt x="276" y="17"/>
                  <a:pt x="273" y="11"/>
                  <a:pt x="269" y="14"/>
                </a:cubicBezTo>
                <a:cubicBezTo>
                  <a:pt x="269" y="14"/>
                  <a:pt x="263" y="17"/>
                  <a:pt x="267" y="21"/>
                </a:cubicBezTo>
                <a:lnTo>
                  <a:pt x="266" y="35"/>
                </a:lnTo>
                <a:cubicBezTo>
                  <a:pt x="266" y="35"/>
                  <a:pt x="266" y="38"/>
                  <a:pt x="264" y="38"/>
                </a:cubicBezTo>
                <a:lnTo>
                  <a:pt x="258" y="42"/>
                </a:lnTo>
                <a:lnTo>
                  <a:pt x="256" y="43"/>
                </a:lnTo>
                <a:lnTo>
                  <a:pt x="255" y="43"/>
                </a:lnTo>
                <a:close/>
              </a:path>
              <a:path w="489" h="98">
                <a:moveTo>
                  <a:pt x="303" y="56"/>
                </a:moveTo>
                <a:cubicBezTo>
                  <a:pt x="303" y="56"/>
                  <a:pt x="300" y="63"/>
                  <a:pt x="298" y="65"/>
                </a:cubicBezTo>
                <a:lnTo>
                  <a:pt x="304" y="70"/>
                </a:lnTo>
                <a:cubicBezTo>
                  <a:pt x="304" y="70"/>
                  <a:pt x="306" y="73"/>
                  <a:pt x="317" y="73"/>
                </a:cubicBezTo>
                <a:cubicBezTo>
                  <a:pt x="317" y="73"/>
                  <a:pt x="323" y="73"/>
                  <a:pt x="316" y="76"/>
                </a:cubicBezTo>
                <a:lnTo>
                  <a:pt x="307" y="81"/>
                </a:lnTo>
                <a:cubicBezTo>
                  <a:pt x="307" y="81"/>
                  <a:pt x="300" y="84"/>
                  <a:pt x="299" y="80"/>
                </a:cubicBezTo>
                <a:lnTo>
                  <a:pt x="295" y="73"/>
                </a:lnTo>
                <a:cubicBezTo>
                  <a:pt x="295" y="73"/>
                  <a:pt x="294" y="68"/>
                  <a:pt x="293" y="72"/>
                </a:cubicBezTo>
                <a:cubicBezTo>
                  <a:pt x="293" y="72"/>
                  <a:pt x="288" y="78"/>
                  <a:pt x="285" y="78"/>
                </a:cubicBezTo>
                <a:cubicBezTo>
                  <a:pt x="285" y="78"/>
                  <a:pt x="280" y="79"/>
                  <a:pt x="276" y="77"/>
                </a:cubicBezTo>
                <a:cubicBezTo>
                  <a:pt x="276" y="77"/>
                  <a:pt x="269" y="77"/>
                  <a:pt x="279" y="75"/>
                </a:cubicBezTo>
                <a:cubicBezTo>
                  <a:pt x="279" y="75"/>
                  <a:pt x="286" y="73"/>
                  <a:pt x="290" y="66"/>
                </a:cubicBezTo>
                <a:lnTo>
                  <a:pt x="283" y="58"/>
                </a:lnTo>
                <a:cubicBezTo>
                  <a:pt x="283" y="58"/>
                  <a:pt x="280" y="55"/>
                  <a:pt x="284" y="55"/>
                </a:cubicBezTo>
                <a:cubicBezTo>
                  <a:pt x="284" y="55"/>
                  <a:pt x="285" y="54"/>
                  <a:pt x="289" y="57"/>
                </a:cubicBezTo>
                <a:cubicBezTo>
                  <a:pt x="289" y="57"/>
                  <a:pt x="291" y="59"/>
                  <a:pt x="292" y="60"/>
                </a:cubicBezTo>
                <a:cubicBezTo>
                  <a:pt x="293" y="60"/>
                  <a:pt x="293" y="61"/>
                  <a:pt x="295" y="59"/>
                </a:cubicBezTo>
                <a:cubicBezTo>
                  <a:pt x="295" y="58"/>
                  <a:pt x="296" y="56"/>
                  <a:pt x="298" y="52"/>
                </a:cubicBezTo>
                <a:cubicBezTo>
                  <a:pt x="298" y="52"/>
                  <a:pt x="300" y="49"/>
                  <a:pt x="296" y="50"/>
                </a:cubicBezTo>
                <a:cubicBezTo>
                  <a:pt x="296" y="50"/>
                  <a:pt x="293" y="52"/>
                  <a:pt x="292" y="54"/>
                </a:cubicBezTo>
                <a:cubicBezTo>
                  <a:pt x="292" y="54"/>
                  <a:pt x="290" y="56"/>
                  <a:pt x="287" y="54"/>
                </a:cubicBezTo>
                <a:cubicBezTo>
                  <a:pt x="287" y="54"/>
                  <a:pt x="282" y="51"/>
                  <a:pt x="285" y="49"/>
                </a:cubicBezTo>
                <a:lnTo>
                  <a:pt x="286" y="45"/>
                </a:lnTo>
                <a:cubicBezTo>
                  <a:pt x="286" y="45"/>
                  <a:pt x="288" y="40"/>
                  <a:pt x="284" y="44"/>
                </a:cubicBezTo>
                <a:cubicBezTo>
                  <a:pt x="284" y="44"/>
                  <a:pt x="282" y="47"/>
                  <a:pt x="281" y="45"/>
                </a:cubicBezTo>
                <a:lnTo>
                  <a:pt x="276" y="41"/>
                </a:lnTo>
                <a:cubicBezTo>
                  <a:pt x="276" y="41"/>
                  <a:pt x="273" y="38"/>
                  <a:pt x="278" y="39"/>
                </a:cubicBezTo>
                <a:lnTo>
                  <a:pt x="290" y="34"/>
                </a:lnTo>
                <a:cubicBezTo>
                  <a:pt x="290" y="34"/>
                  <a:pt x="291" y="25"/>
                  <a:pt x="292" y="23"/>
                </a:cubicBezTo>
                <a:cubicBezTo>
                  <a:pt x="292" y="23"/>
                  <a:pt x="293" y="14"/>
                  <a:pt x="298" y="15"/>
                </a:cubicBezTo>
                <a:cubicBezTo>
                  <a:pt x="298" y="15"/>
                  <a:pt x="302" y="15"/>
                  <a:pt x="305" y="23"/>
                </a:cubicBezTo>
                <a:cubicBezTo>
                  <a:pt x="305" y="23"/>
                  <a:pt x="308" y="26"/>
                  <a:pt x="304" y="29"/>
                </a:cubicBezTo>
                <a:cubicBezTo>
                  <a:pt x="304" y="29"/>
                  <a:pt x="296" y="34"/>
                  <a:pt x="295" y="35"/>
                </a:cubicBezTo>
                <a:cubicBezTo>
                  <a:pt x="295" y="35"/>
                  <a:pt x="292" y="37"/>
                  <a:pt x="291" y="41"/>
                </a:cubicBezTo>
                <a:cubicBezTo>
                  <a:pt x="291" y="41"/>
                  <a:pt x="287" y="50"/>
                  <a:pt x="291" y="47"/>
                </a:cubicBezTo>
                <a:lnTo>
                  <a:pt x="301" y="40"/>
                </a:lnTo>
                <a:cubicBezTo>
                  <a:pt x="301" y="40"/>
                  <a:pt x="302" y="37"/>
                  <a:pt x="307" y="41"/>
                </a:cubicBezTo>
                <a:cubicBezTo>
                  <a:pt x="307" y="41"/>
                  <a:pt x="312" y="44"/>
                  <a:pt x="309" y="47"/>
                </a:cubicBezTo>
                <a:lnTo>
                  <a:pt x="305" y="52"/>
                </a:lnTo>
                <a:lnTo>
                  <a:pt x="303" y="54"/>
                </a:lnTo>
                <a:lnTo>
                  <a:pt x="303" y="56"/>
                </a:lnTo>
                <a:close/>
                <a:moveTo>
                  <a:pt x="295" y="27"/>
                </a:moveTo>
                <a:cubicBezTo>
                  <a:pt x="295" y="27"/>
                  <a:pt x="297" y="22"/>
                  <a:pt x="299" y="24"/>
                </a:cubicBezTo>
                <a:cubicBezTo>
                  <a:pt x="299" y="24"/>
                  <a:pt x="302" y="24"/>
                  <a:pt x="299" y="27"/>
                </a:cubicBezTo>
                <a:lnTo>
                  <a:pt x="297" y="30"/>
                </a:lnTo>
                <a:cubicBezTo>
                  <a:pt x="297" y="30"/>
                  <a:pt x="294" y="33"/>
                  <a:pt x="295" y="28"/>
                </a:cubicBezTo>
                <a:cubicBezTo>
                  <a:pt x="294" y="33"/>
                  <a:pt x="295" y="27"/>
                  <a:pt x="295" y="27"/>
                </a:cubicBezTo>
                <a:close/>
              </a:path>
              <a:path w="489" h="98">
                <a:moveTo>
                  <a:pt x="354" y="54"/>
                </a:moveTo>
                <a:cubicBezTo>
                  <a:pt x="354" y="54"/>
                  <a:pt x="348" y="58"/>
                  <a:pt x="341" y="59"/>
                </a:cubicBezTo>
                <a:cubicBezTo>
                  <a:pt x="341" y="59"/>
                  <a:pt x="336" y="59"/>
                  <a:pt x="342" y="62"/>
                </a:cubicBezTo>
                <a:lnTo>
                  <a:pt x="347" y="66"/>
                </a:lnTo>
                <a:cubicBezTo>
                  <a:pt x="347" y="66"/>
                  <a:pt x="352" y="67"/>
                  <a:pt x="354" y="64"/>
                </a:cubicBezTo>
                <a:lnTo>
                  <a:pt x="358" y="61"/>
                </a:lnTo>
                <a:cubicBezTo>
                  <a:pt x="358" y="61"/>
                  <a:pt x="364" y="56"/>
                  <a:pt x="361" y="63"/>
                </a:cubicBezTo>
                <a:cubicBezTo>
                  <a:pt x="361" y="63"/>
                  <a:pt x="357" y="73"/>
                  <a:pt x="342" y="79"/>
                </a:cubicBezTo>
                <a:cubicBezTo>
                  <a:pt x="342" y="79"/>
                  <a:pt x="335" y="81"/>
                  <a:pt x="346" y="80"/>
                </a:cubicBezTo>
                <a:cubicBezTo>
                  <a:pt x="346" y="80"/>
                  <a:pt x="365" y="83"/>
                  <a:pt x="372" y="50"/>
                </a:cubicBezTo>
                <a:cubicBezTo>
                  <a:pt x="372" y="50"/>
                  <a:pt x="385" y="41"/>
                  <a:pt x="388" y="40"/>
                </a:cubicBezTo>
                <a:cubicBezTo>
                  <a:pt x="388" y="40"/>
                  <a:pt x="393" y="37"/>
                  <a:pt x="387" y="36"/>
                </a:cubicBezTo>
                <a:cubicBezTo>
                  <a:pt x="387" y="36"/>
                  <a:pt x="383" y="33"/>
                  <a:pt x="380" y="38"/>
                </a:cubicBezTo>
                <a:lnTo>
                  <a:pt x="377" y="40"/>
                </a:lnTo>
                <a:cubicBezTo>
                  <a:pt x="377" y="40"/>
                  <a:pt x="373" y="43"/>
                  <a:pt x="374" y="37"/>
                </a:cubicBezTo>
                <a:lnTo>
                  <a:pt x="376" y="26"/>
                </a:lnTo>
                <a:cubicBezTo>
                  <a:pt x="376" y="26"/>
                  <a:pt x="377" y="22"/>
                  <a:pt x="374" y="21"/>
                </a:cubicBezTo>
                <a:cubicBezTo>
                  <a:pt x="371" y="19"/>
                  <a:pt x="368" y="15"/>
                  <a:pt x="368" y="15"/>
                </a:cubicBezTo>
                <a:cubicBezTo>
                  <a:pt x="368" y="15"/>
                  <a:pt x="365" y="12"/>
                  <a:pt x="365" y="18"/>
                </a:cubicBezTo>
                <a:cubicBezTo>
                  <a:pt x="365" y="18"/>
                  <a:pt x="368" y="35"/>
                  <a:pt x="365" y="47"/>
                </a:cubicBezTo>
                <a:lnTo>
                  <a:pt x="359" y="51"/>
                </a:lnTo>
                <a:lnTo>
                  <a:pt x="357" y="53"/>
                </a:lnTo>
                <a:lnTo>
                  <a:pt x="354" y="54"/>
                </a:lnTo>
                <a:close/>
              </a:path>
              <a:path w="489" h="98">
                <a:moveTo>
                  <a:pt x="378" y="66"/>
                </a:moveTo>
                <a:lnTo>
                  <a:pt x="383" y="76"/>
                </a:lnTo>
                <a:cubicBezTo>
                  <a:pt x="383" y="76"/>
                  <a:pt x="386" y="79"/>
                  <a:pt x="391" y="76"/>
                </a:cubicBezTo>
                <a:lnTo>
                  <a:pt x="401" y="72"/>
                </a:lnTo>
                <a:cubicBezTo>
                  <a:pt x="401" y="72"/>
                  <a:pt x="405" y="70"/>
                  <a:pt x="400" y="70"/>
                </a:cubicBezTo>
                <a:cubicBezTo>
                  <a:pt x="400" y="70"/>
                  <a:pt x="384" y="70"/>
                  <a:pt x="377" y="55"/>
                </a:cubicBezTo>
                <a:cubicBezTo>
                  <a:pt x="377" y="55"/>
                  <a:pt x="374" y="51"/>
                  <a:pt x="374" y="55"/>
                </a:cubicBezTo>
                <a:cubicBezTo>
                  <a:pt x="374" y="55"/>
                  <a:pt x="373" y="56"/>
                  <a:pt x="376" y="60"/>
                </a:cubicBezTo>
                <a:lnTo>
                  <a:pt x="377" y="63"/>
                </a:lnTo>
                <a:lnTo>
                  <a:pt x="378" y="66"/>
                </a:lnTo>
                <a:close/>
              </a:path>
              <a:path w="489" h="98">
                <a:moveTo>
                  <a:pt x="437" y="62"/>
                </a:moveTo>
                <a:cubicBezTo>
                  <a:pt x="437" y="62"/>
                  <a:pt x="428" y="68"/>
                  <a:pt x="424" y="68"/>
                </a:cubicBezTo>
                <a:cubicBezTo>
                  <a:pt x="424" y="68"/>
                  <a:pt x="420" y="68"/>
                  <a:pt x="424" y="71"/>
                </a:cubicBezTo>
                <a:lnTo>
                  <a:pt x="432" y="74"/>
                </a:lnTo>
                <a:cubicBezTo>
                  <a:pt x="432" y="74"/>
                  <a:pt x="436" y="78"/>
                  <a:pt x="438" y="73"/>
                </a:cubicBezTo>
                <a:cubicBezTo>
                  <a:pt x="438" y="73"/>
                  <a:pt x="449" y="59"/>
                  <a:pt x="452" y="59"/>
                </a:cubicBezTo>
                <a:cubicBezTo>
                  <a:pt x="452" y="59"/>
                  <a:pt x="456" y="55"/>
                  <a:pt x="456" y="60"/>
                </a:cubicBezTo>
                <a:cubicBezTo>
                  <a:pt x="456" y="60"/>
                  <a:pt x="456" y="68"/>
                  <a:pt x="456" y="77"/>
                </a:cubicBezTo>
                <a:cubicBezTo>
                  <a:pt x="456" y="77"/>
                  <a:pt x="458" y="86"/>
                  <a:pt x="450" y="85"/>
                </a:cubicBezTo>
                <a:lnTo>
                  <a:pt x="444" y="86"/>
                </a:lnTo>
                <a:lnTo>
                  <a:pt x="451" y="89"/>
                </a:lnTo>
                <a:lnTo>
                  <a:pt x="457" y="91"/>
                </a:lnTo>
                <a:cubicBezTo>
                  <a:pt x="457" y="91"/>
                  <a:pt x="462" y="94"/>
                  <a:pt x="464" y="88"/>
                </a:cubicBezTo>
                <a:cubicBezTo>
                  <a:pt x="464" y="88"/>
                  <a:pt x="465" y="86"/>
                  <a:pt x="463" y="75"/>
                </a:cubicBezTo>
                <a:lnTo>
                  <a:pt x="461" y="54"/>
                </a:lnTo>
                <a:cubicBezTo>
                  <a:pt x="461" y="54"/>
                  <a:pt x="463" y="49"/>
                  <a:pt x="467" y="53"/>
                </a:cubicBezTo>
                <a:lnTo>
                  <a:pt x="467" y="56"/>
                </a:lnTo>
                <a:cubicBezTo>
                  <a:pt x="467" y="56"/>
                  <a:pt x="466" y="60"/>
                  <a:pt x="471" y="56"/>
                </a:cubicBezTo>
                <a:cubicBezTo>
                  <a:pt x="471" y="56"/>
                  <a:pt x="474" y="53"/>
                  <a:pt x="477" y="53"/>
                </a:cubicBezTo>
                <a:cubicBezTo>
                  <a:pt x="477" y="53"/>
                  <a:pt x="480" y="50"/>
                  <a:pt x="476" y="49"/>
                </a:cubicBezTo>
                <a:cubicBezTo>
                  <a:pt x="476" y="49"/>
                  <a:pt x="473" y="45"/>
                  <a:pt x="468" y="46"/>
                </a:cubicBezTo>
                <a:cubicBezTo>
                  <a:pt x="468" y="46"/>
                  <a:pt x="463" y="46"/>
                  <a:pt x="469" y="41"/>
                </a:cubicBezTo>
                <a:lnTo>
                  <a:pt x="473" y="38"/>
                </a:lnTo>
                <a:cubicBezTo>
                  <a:pt x="473" y="38"/>
                  <a:pt x="477" y="35"/>
                  <a:pt x="472" y="33"/>
                </a:cubicBezTo>
                <a:lnTo>
                  <a:pt x="470" y="31"/>
                </a:lnTo>
                <a:cubicBezTo>
                  <a:pt x="470" y="31"/>
                  <a:pt x="467" y="30"/>
                  <a:pt x="473" y="25"/>
                </a:cubicBezTo>
                <a:cubicBezTo>
                  <a:pt x="473" y="25"/>
                  <a:pt x="478" y="20"/>
                  <a:pt x="483" y="19"/>
                </a:cubicBezTo>
                <a:cubicBezTo>
                  <a:pt x="483" y="19"/>
                  <a:pt x="489" y="15"/>
                  <a:pt x="483" y="9"/>
                </a:cubicBezTo>
                <a:cubicBezTo>
                  <a:pt x="483" y="9"/>
                  <a:pt x="478" y="2"/>
                  <a:pt x="472" y="6"/>
                </a:cubicBezTo>
                <a:lnTo>
                  <a:pt x="462" y="11"/>
                </a:lnTo>
                <a:cubicBezTo>
                  <a:pt x="462" y="11"/>
                  <a:pt x="458" y="14"/>
                  <a:pt x="461" y="10"/>
                </a:cubicBezTo>
                <a:cubicBezTo>
                  <a:pt x="461" y="10"/>
                  <a:pt x="463" y="6"/>
                  <a:pt x="460" y="5"/>
                </a:cubicBezTo>
                <a:lnTo>
                  <a:pt x="457" y="3"/>
                </a:lnTo>
                <a:cubicBezTo>
                  <a:pt x="457" y="3"/>
                  <a:pt x="453" y="0"/>
                  <a:pt x="453" y="4"/>
                </a:cubicBezTo>
                <a:cubicBezTo>
                  <a:pt x="453" y="4"/>
                  <a:pt x="451" y="12"/>
                  <a:pt x="447" y="10"/>
                </a:cubicBezTo>
                <a:cubicBezTo>
                  <a:pt x="447" y="10"/>
                  <a:pt x="442" y="8"/>
                  <a:pt x="442" y="11"/>
                </a:cubicBezTo>
                <a:cubicBezTo>
                  <a:pt x="442" y="11"/>
                  <a:pt x="449" y="15"/>
                  <a:pt x="446" y="18"/>
                </a:cubicBezTo>
                <a:cubicBezTo>
                  <a:pt x="446" y="18"/>
                  <a:pt x="441" y="24"/>
                  <a:pt x="439" y="18"/>
                </a:cubicBezTo>
                <a:cubicBezTo>
                  <a:pt x="439" y="18"/>
                  <a:pt x="436" y="11"/>
                  <a:pt x="430" y="9"/>
                </a:cubicBezTo>
                <a:cubicBezTo>
                  <a:pt x="430" y="9"/>
                  <a:pt x="425" y="7"/>
                  <a:pt x="428" y="11"/>
                </a:cubicBezTo>
                <a:cubicBezTo>
                  <a:pt x="428" y="11"/>
                  <a:pt x="434" y="16"/>
                  <a:pt x="435" y="21"/>
                </a:cubicBezTo>
                <a:cubicBezTo>
                  <a:pt x="435" y="21"/>
                  <a:pt x="438" y="27"/>
                  <a:pt x="433" y="23"/>
                </a:cubicBezTo>
                <a:cubicBezTo>
                  <a:pt x="433" y="23"/>
                  <a:pt x="426" y="17"/>
                  <a:pt x="427" y="21"/>
                </a:cubicBezTo>
                <a:cubicBezTo>
                  <a:pt x="427" y="21"/>
                  <a:pt x="433" y="32"/>
                  <a:pt x="436" y="37"/>
                </a:cubicBezTo>
                <a:cubicBezTo>
                  <a:pt x="436" y="37"/>
                  <a:pt x="439" y="42"/>
                  <a:pt x="439" y="36"/>
                </a:cubicBezTo>
                <a:cubicBezTo>
                  <a:pt x="439" y="36"/>
                  <a:pt x="438" y="30"/>
                  <a:pt x="442" y="34"/>
                </a:cubicBezTo>
                <a:cubicBezTo>
                  <a:pt x="442" y="34"/>
                  <a:pt x="445" y="37"/>
                  <a:pt x="447" y="35"/>
                </a:cubicBezTo>
                <a:cubicBezTo>
                  <a:pt x="447" y="35"/>
                  <a:pt x="449" y="31"/>
                  <a:pt x="447" y="31"/>
                </a:cubicBezTo>
                <a:cubicBezTo>
                  <a:pt x="444" y="30"/>
                  <a:pt x="445" y="26"/>
                  <a:pt x="445" y="26"/>
                </a:cubicBezTo>
                <a:cubicBezTo>
                  <a:pt x="445" y="26"/>
                  <a:pt x="443" y="22"/>
                  <a:pt x="445" y="22"/>
                </a:cubicBezTo>
                <a:cubicBezTo>
                  <a:pt x="445" y="22"/>
                  <a:pt x="453" y="17"/>
                  <a:pt x="450" y="22"/>
                </a:cubicBezTo>
                <a:cubicBezTo>
                  <a:pt x="450" y="22"/>
                  <a:pt x="444" y="27"/>
                  <a:pt x="452" y="32"/>
                </a:cubicBezTo>
                <a:cubicBezTo>
                  <a:pt x="452" y="32"/>
                  <a:pt x="460" y="35"/>
                  <a:pt x="463" y="28"/>
                </a:cubicBezTo>
                <a:cubicBezTo>
                  <a:pt x="463" y="28"/>
                  <a:pt x="464" y="23"/>
                  <a:pt x="462" y="21"/>
                </a:cubicBezTo>
                <a:cubicBezTo>
                  <a:pt x="462" y="21"/>
                  <a:pt x="458" y="16"/>
                  <a:pt x="463" y="16"/>
                </a:cubicBezTo>
                <a:lnTo>
                  <a:pt x="468" y="14"/>
                </a:lnTo>
                <a:cubicBezTo>
                  <a:pt x="468" y="14"/>
                  <a:pt x="473" y="12"/>
                  <a:pt x="472" y="16"/>
                </a:cubicBezTo>
                <a:lnTo>
                  <a:pt x="466" y="28"/>
                </a:lnTo>
                <a:cubicBezTo>
                  <a:pt x="466" y="28"/>
                  <a:pt x="463" y="34"/>
                  <a:pt x="460" y="34"/>
                </a:cubicBezTo>
                <a:lnTo>
                  <a:pt x="444" y="43"/>
                </a:lnTo>
                <a:cubicBezTo>
                  <a:pt x="444" y="43"/>
                  <a:pt x="437" y="45"/>
                  <a:pt x="442" y="46"/>
                </a:cubicBezTo>
                <a:cubicBezTo>
                  <a:pt x="442" y="46"/>
                  <a:pt x="447" y="48"/>
                  <a:pt x="450" y="44"/>
                </a:cubicBezTo>
                <a:lnTo>
                  <a:pt x="458" y="40"/>
                </a:lnTo>
                <a:cubicBezTo>
                  <a:pt x="458" y="40"/>
                  <a:pt x="463" y="36"/>
                  <a:pt x="460" y="42"/>
                </a:cubicBezTo>
                <a:cubicBezTo>
                  <a:pt x="460" y="42"/>
                  <a:pt x="460" y="47"/>
                  <a:pt x="453" y="52"/>
                </a:cubicBezTo>
                <a:lnTo>
                  <a:pt x="443" y="59"/>
                </a:lnTo>
                <a:lnTo>
                  <a:pt x="440" y="60"/>
                </a:lnTo>
                <a:lnTo>
                  <a:pt x="437" y="62"/>
                </a:lnTo>
                <a:close/>
                <a:moveTo>
                  <a:pt x="456" y="23"/>
                </a:moveTo>
                <a:cubicBezTo>
                  <a:pt x="457" y="23"/>
                  <a:pt x="458" y="24"/>
                  <a:pt x="458" y="25"/>
                </a:cubicBezTo>
                <a:cubicBezTo>
                  <a:pt x="458" y="27"/>
                  <a:pt x="457" y="28"/>
                  <a:pt x="456" y="28"/>
                </a:cubicBezTo>
                <a:cubicBezTo>
                  <a:pt x="455" y="28"/>
                  <a:pt x="454" y="27"/>
                  <a:pt x="454" y="25"/>
                </a:cubicBezTo>
                <a:cubicBezTo>
                  <a:pt x="454" y="24"/>
                  <a:pt x="455" y="23"/>
                  <a:pt x="456" y="2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5" name="Freeform 6"/>
          <p:cNvSpPr>
            <a:spLocks noGrp="1"/>
          </p:cNvSpPr>
          <p:nvPr/>
        </p:nvSpPr>
        <p:spPr>
          <a:xfrm>
            <a:off x="10466070" y="520700"/>
            <a:ext cx="1549400" cy="49530"/>
          </a:xfrm>
          <a:custGeom>
            <a:avLst/>
            <a:gdLst/>
            <a:ahLst/>
            <a:cxnLst/>
            <a:rect l="l" t="t" r="r" b="b"/>
            <a:pathLst>
              <a:path w="471" h="15">
                <a:moveTo>
                  <a:pt x="0" y="15"/>
                </a:moveTo>
                <a:lnTo>
                  <a:pt x="0" y="0"/>
                </a:lnTo>
                <a:lnTo>
                  <a:pt x="2" y="0"/>
                </a:lnTo>
                <a:lnTo>
                  <a:pt x="2" y="6"/>
                </a:lnTo>
                <a:lnTo>
                  <a:pt x="9" y="6"/>
                </a:lnTo>
                <a:lnTo>
                  <a:pt x="9" y="0"/>
                </a:lnTo>
                <a:lnTo>
                  <a:pt x="10" y="0"/>
                </a:lnTo>
                <a:lnTo>
                  <a:pt x="10" y="15"/>
                </a:lnTo>
                <a:lnTo>
                  <a:pt x="9" y="15"/>
                </a:lnTo>
                <a:lnTo>
                  <a:pt x="9" y="8"/>
                </a:lnTo>
                <a:lnTo>
                  <a:pt x="2" y="8"/>
                </a:lnTo>
                <a:lnTo>
                  <a:pt x="2" y="15"/>
                </a:lnTo>
                <a:lnTo>
                  <a:pt x="0" y="15"/>
                </a:lnTo>
                <a:close/>
              </a:path>
              <a:path w="471" h="15">
                <a:moveTo>
                  <a:pt x="21" y="0"/>
                </a:moveTo>
                <a:lnTo>
                  <a:pt x="22" y="0"/>
                </a:lnTo>
                <a:lnTo>
                  <a:pt x="22" y="9"/>
                </a:lnTo>
                <a:cubicBezTo>
                  <a:pt x="22" y="10"/>
                  <a:pt x="22" y="11"/>
                  <a:pt x="22" y="12"/>
                </a:cubicBezTo>
                <a:cubicBezTo>
                  <a:pt x="22" y="13"/>
                  <a:pt x="21" y="14"/>
                  <a:pt x="20" y="14"/>
                </a:cubicBezTo>
                <a:cubicBezTo>
                  <a:pt x="20" y="15"/>
                  <a:pt x="19" y="15"/>
                  <a:pt x="17" y="15"/>
                </a:cubicBezTo>
                <a:cubicBezTo>
                  <a:pt x="16" y="15"/>
                  <a:pt x="15" y="15"/>
                  <a:pt x="15" y="14"/>
                </a:cubicBezTo>
                <a:cubicBezTo>
                  <a:pt x="14" y="14"/>
                  <a:pt x="13" y="13"/>
                  <a:pt x="13" y="12"/>
                </a:cubicBezTo>
                <a:cubicBezTo>
                  <a:pt x="13" y="11"/>
                  <a:pt x="12" y="10"/>
                  <a:pt x="12" y="9"/>
                </a:cubicBezTo>
                <a:lnTo>
                  <a:pt x="12" y="0"/>
                </a:lnTo>
                <a:lnTo>
                  <a:pt x="14" y="0"/>
                </a:lnTo>
                <a:lnTo>
                  <a:pt x="14" y="9"/>
                </a:lnTo>
                <a:cubicBezTo>
                  <a:pt x="14" y="10"/>
                  <a:pt x="14" y="11"/>
                  <a:pt x="14" y="11"/>
                </a:cubicBezTo>
                <a:cubicBezTo>
                  <a:pt x="15" y="12"/>
                  <a:pt x="15" y="12"/>
                  <a:pt x="15" y="13"/>
                </a:cubicBezTo>
                <a:cubicBezTo>
                  <a:pt x="16" y="13"/>
                  <a:pt x="17" y="13"/>
                  <a:pt x="17" y="13"/>
                </a:cubicBezTo>
                <a:cubicBezTo>
                  <a:pt x="18" y="13"/>
                  <a:pt x="19" y="13"/>
                  <a:pt x="20" y="12"/>
                </a:cubicBezTo>
                <a:cubicBezTo>
                  <a:pt x="20" y="12"/>
                  <a:pt x="21" y="10"/>
                  <a:pt x="21" y="9"/>
                </a:cubicBezTo>
                <a:lnTo>
                  <a:pt x="21" y="0"/>
                </a:lnTo>
                <a:close/>
              </a:path>
              <a:path w="471" h="15">
                <a:moveTo>
                  <a:pt x="23" y="15"/>
                </a:moveTo>
                <a:lnTo>
                  <a:pt x="28" y="0"/>
                </a:lnTo>
                <a:lnTo>
                  <a:pt x="30" y="0"/>
                </a:lnTo>
                <a:lnTo>
                  <a:pt x="35" y="15"/>
                </a:lnTo>
                <a:lnTo>
                  <a:pt x="33" y="15"/>
                </a:lnTo>
                <a:lnTo>
                  <a:pt x="32" y="10"/>
                </a:lnTo>
                <a:lnTo>
                  <a:pt x="26" y="10"/>
                </a:lnTo>
                <a:lnTo>
                  <a:pt x="25" y="15"/>
                </a:lnTo>
                <a:lnTo>
                  <a:pt x="23" y="15"/>
                </a:lnTo>
                <a:close/>
                <a:moveTo>
                  <a:pt x="27" y="9"/>
                </a:moveTo>
                <a:lnTo>
                  <a:pt x="31" y="9"/>
                </a:lnTo>
                <a:lnTo>
                  <a:pt x="30" y="5"/>
                </a:lnTo>
                <a:cubicBezTo>
                  <a:pt x="29" y="4"/>
                  <a:pt x="29" y="3"/>
                  <a:pt x="29" y="2"/>
                </a:cubicBezTo>
                <a:cubicBezTo>
                  <a:pt x="29" y="3"/>
                  <a:pt x="28" y="4"/>
                  <a:pt x="28" y="5"/>
                </a:cubicBezTo>
                <a:lnTo>
                  <a:pt x="27" y="9"/>
                </a:lnTo>
                <a:close/>
              </a:path>
              <a:path w="471" h="15">
                <a:moveTo>
                  <a:pt x="35" y="15"/>
                </a:moveTo>
                <a:lnTo>
                  <a:pt x="35" y="13"/>
                </a:lnTo>
                <a:lnTo>
                  <a:pt x="41" y="4"/>
                </a:lnTo>
                <a:cubicBezTo>
                  <a:pt x="42" y="3"/>
                  <a:pt x="42" y="2"/>
                  <a:pt x="42" y="2"/>
                </a:cubicBezTo>
                <a:lnTo>
                  <a:pt x="35" y="2"/>
                </a:lnTo>
                <a:lnTo>
                  <a:pt x="35" y="0"/>
                </a:lnTo>
                <a:lnTo>
                  <a:pt x="44" y="0"/>
                </a:lnTo>
                <a:lnTo>
                  <a:pt x="44" y="2"/>
                </a:lnTo>
                <a:lnTo>
                  <a:pt x="37" y="12"/>
                </a:lnTo>
                <a:lnTo>
                  <a:pt x="37" y="13"/>
                </a:lnTo>
                <a:lnTo>
                  <a:pt x="45" y="13"/>
                </a:lnTo>
                <a:lnTo>
                  <a:pt x="45" y="15"/>
                </a:lnTo>
                <a:lnTo>
                  <a:pt x="35" y="15"/>
                </a:lnTo>
                <a:close/>
              </a:path>
              <a:path w="471" h="15">
                <a:moveTo>
                  <a:pt x="46" y="15"/>
                </a:moveTo>
                <a:lnTo>
                  <a:pt x="46" y="0"/>
                </a:lnTo>
                <a:lnTo>
                  <a:pt x="48" y="0"/>
                </a:lnTo>
                <a:lnTo>
                  <a:pt x="48" y="6"/>
                </a:lnTo>
                <a:lnTo>
                  <a:pt x="54" y="6"/>
                </a:lnTo>
                <a:lnTo>
                  <a:pt x="54" y="0"/>
                </a:lnTo>
                <a:lnTo>
                  <a:pt x="56" y="0"/>
                </a:lnTo>
                <a:lnTo>
                  <a:pt x="56" y="15"/>
                </a:lnTo>
                <a:lnTo>
                  <a:pt x="54" y="15"/>
                </a:lnTo>
                <a:lnTo>
                  <a:pt x="54" y="8"/>
                </a:lnTo>
                <a:lnTo>
                  <a:pt x="48" y="8"/>
                </a:lnTo>
                <a:lnTo>
                  <a:pt x="48" y="15"/>
                </a:lnTo>
                <a:lnTo>
                  <a:pt x="46" y="15"/>
                </a:lnTo>
                <a:close/>
              </a:path>
              <a:path w="471" h="15">
                <a:moveTo>
                  <a:pt x="58" y="8"/>
                </a:moveTo>
                <a:cubicBezTo>
                  <a:pt x="58" y="5"/>
                  <a:pt x="58" y="3"/>
                  <a:pt x="59" y="2"/>
                </a:cubicBezTo>
                <a:cubicBezTo>
                  <a:pt x="60" y="1"/>
                  <a:pt x="62" y="0"/>
                  <a:pt x="64" y="0"/>
                </a:cubicBezTo>
                <a:cubicBezTo>
                  <a:pt x="65" y="0"/>
                  <a:pt x="66" y="0"/>
                  <a:pt x="67" y="1"/>
                </a:cubicBezTo>
                <a:cubicBezTo>
                  <a:pt x="68" y="2"/>
                  <a:pt x="68" y="3"/>
                  <a:pt x="69" y="4"/>
                </a:cubicBezTo>
                <a:cubicBezTo>
                  <a:pt x="69" y="5"/>
                  <a:pt x="70" y="6"/>
                  <a:pt x="70" y="8"/>
                </a:cubicBezTo>
                <a:cubicBezTo>
                  <a:pt x="70" y="9"/>
                  <a:pt x="69" y="10"/>
                  <a:pt x="69" y="11"/>
                </a:cubicBezTo>
                <a:cubicBezTo>
                  <a:pt x="68" y="13"/>
                  <a:pt x="68" y="13"/>
                  <a:pt x="67" y="14"/>
                </a:cubicBezTo>
                <a:cubicBezTo>
                  <a:pt x="66" y="15"/>
                  <a:pt x="65" y="15"/>
                  <a:pt x="64" y="15"/>
                </a:cubicBezTo>
                <a:cubicBezTo>
                  <a:pt x="62" y="15"/>
                  <a:pt x="61" y="15"/>
                  <a:pt x="60" y="14"/>
                </a:cubicBezTo>
                <a:cubicBezTo>
                  <a:pt x="59" y="13"/>
                  <a:pt x="59" y="12"/>
                  <a:pt x="58" y="11"/>
                </a:cubicBezTo>
                <a:cubicBezTo>
                  <a:pt x="58" y="10"/>
                  <a:pt x="58" y="9"/>
                  <a:pt x="58" y="8"/>
                </a:cubicBezTo>
                <a:close/>
                <a:moveTo>
                  <a:pt x="59" y="8"/>
                </a:moveTo>
                <a:cubicBezTo>
                  <a:pt x="59" y="9"/>
                  <a:pt x="60" y="11"/>
                  <a:pt x="60" y="12"/>
                </a:cubicBezTo>
                <a:cubicBezTo>
                  <a:pt x="61" y="13"/>
                  <a:pt x="62" y="13"/>
                  <a:pt x="64" y="13"/>
                </a:cubicBezTo>
                <a:cubicBezTo>
                  <a:pt x="65" y="13"/>
                  <a:pt x="66" y="13"/>
                  <a:pt x="67" y="12"/>
                </a:cubicBezTo>
                <a:cubicBezTo>
                  <a:pt x="67" y="11"/>
                  <a:pt x="68" y="9"/>
                  <a:pt x="68" y="7"/>
                </a:cubicBezTo>
                <a:cubicBezTo>
                  <a:pt x="68" y="6"/>
                  <a:pt x="68" y="5"/>
                  <a:pt x="67" y="4"/>
                </a:cubicBezTo>
                <a:cubicBezTo>
                  <a:pt x="67" y="4"/>
                  <a:pt x="66" y="3"/>
                  <a:pt x="66" y="2"/>
                </a:cubicBezTo>
                <a:cubicBezTo>
                  <a:pt x="65" y="2"/>
                  <a:pt x="64" y="2"/>
                  <a:pt x="64" y="2"/>
                </a:cubicBezTo>
                <a:cubicBezTo>
                  <a:pt x="62" y="2"/>
                  <a:pt x="61" y="2"/>
                  <a:pt x="61" y="3"/>
                </a:cubicBezTo>
                <a:cubicBezTo>
                  <a:pt x="60" y="4"/>
                  <a:pt x="59" y="6"/>
                  <a:pt x="59" y="8"/>
                </a:cubicBezTo>
                <a:close/>
              </a:path>
              <a:path w="471" h="15">
                <a:moveTo>
                  <a:pt x="71" y="15"/>
                </a:moveTo>
                <a:lnTo>
                  <a:pt x="71" y="0"/>
                </a:lnTo>
                <a:lnTo>
                  <a:pt x="73" y="0"/>
                </a:lnTo>
                <a:lnTo>
                  <a:pt x="79" y="12"/>
                </a:lnTo>
                <a:lnTo>
                  <a:pt x="79" y="0"/>
                </a:lnTo>
                <a:lnTo>
                  <a:pt x="81" y="0"/>
                </a:lnTo>
                <a:lnTo>
                  <a:pt x="81" y="15"/>
                </a:lnTo>
                <a:lnTo>
                  <a:pt x="79" y="15"/>
                </a:lnTo>
                <a:lnTo>
                  <a:pt x="73" y="3"/>
                </a:lnTo>
                <a:lnTo>
                  <a:pt x="73" y="15"/>
                </a:lnTo>
                <a:lnTo>
                  <a:pt x="71" y="15"/>
                </a:lnTo>
                <a:close/>
              </a:path>
              <a:path w="471" h="15">
                <a:moveTo>
                  <a:pt x="89" y="9"/>
                </a:moveTo>
                <a:lnTo>
                  <a:pt x="89" y="7"/>
                </a:lnTo>
                <a:lnTo>
                  <a:pt x="94" y="7"/>
                </a:lnTo>
                <a:lnTo>
                  <a:pt x="94" y="13"/>
                </a:lnTo>
                <a:cubicBezTo>
                  <a:pt x="94" y="13"/>
                  <a:pt x="93" y="14"/>
                  <a:pt x="92" y="14"/>
                </a:cubicBezTo>
                <a:cubicBezTo>
                  <a:pt x="91" y="15"/>
                  <a:pt x="90" y="15"/>
                  <a:pt x="89" y="15"/>
                </a:cubicBezTo>
                <a:cubicBezTo>
                  <a:pt x="88" y="15"/>
                  <a:pt x="87" y="15"/>
                  <a:pt x="86" y="14"/>
                </a:cubicBezTo>
                <a:cubicBezTo>
                  <a:pt x="85" y="13"/>
                  <a:pt x="84" y="13"/>
                  <a:pt x="84" y="11"/>
                </a:cubicBezTo>
                <a:cubicBezTo>
                  <a:pt x="83" y="10"/>
                  <a:pt x="83" y="9"/>
                  <a:pt x="83" y="8"/>
                </a:cubicBezTo>
                <a:cubicBezTo>
                  <a:pt x="83" y="6"/>
                  <a:pt x="83" y="5"/>
                  <a:pt x="84" y="4"/>
                </a:cubicBezTo>
                <a:cubicBezTo>
                  <a:pt x="84" y="2"/>
                  <a:pt x="85" y="2"/>
                  <a:pt x="86" y="1"/>
                </a:cubicBezTo>
                <a:cubicBezTo>
                  <a:pt x="87" y="0"/>
                  <a:pt x="88" y="0"/>
                  <a:pt x="89" y="0"/>
                </a:cubicBezTo>
                <a:cubicBezTo>
                  <a:pt x="90" y="0"/>
                  <a:pt x="91" y="0"/>
                  <a:pt x="92" y="1"/>
                </a:cubicBezTo>
                <a:cubicBezTo>
                  <a:pt x="92" y="1"/>
                  <a:pt x="93" y="1"/>
                  <a:pt x="93" y="2"/>
                </a:cubicBezTo>
                <a:cubicBezTo>
                  <a:pt x="94" y="3"/>
                  <a:pt x="94" y="3"/>
                  <a:pt x="94" y="4"/>
                </a:cubicBezTo>
                <a:lnTo>
                  <a:pt x="93" y="5"/>
                </a:lnTo>
                <a:cubicBezTo>
                  <a:pt x="93" y="4"/>
                  <a:pt x="92" y="3"/>
                  <a:pt x="92" y="3"/>
                </a:cubicBezTo>
                <a:cubicBezTo>
                  <a:pt x="92" y="3"/>
                  <a:pt x="91" y="2"/>
                  <a:pt x="91" y="2"/>
                </a:cubicBezTo>
                <a:cubicBezTo>
                  <a:pt x="90" y="2"/>
                  <a:pt x="90" y="2"/>
                  <a:pt x="89" y="2"/>
                </a:cubicBezTo>
                <a:cubicBezTo>
                  <a:pt x="88" y="2"/>
                  <a:pt x="88" y="2"/>
                  <a:pt x="87" y="2"/>
                </a:cubicBezTo>
                <a:cubicBezTo>
                  <a:pt x="87" y="2"/>
                  <a:pt x="86" y="3"/>
                  <a:pt x="86" y="3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5" y="6"/>
                  <a:pt x="85" y="7"/>
                </a:cubicBezTo>
                <a:cubicBezTo>
                  <a:pt x="85" y="9"/>
                  <a:pt x="85" y="10"/>
                  <a:pt x="85" y="11"/>
                </a:cubicBezTo>
                <a:cubicBezTo>
                  <a:pt x="86" y="12"/>
                  <a:pt x="86" y="12"/>
                  <a:pt x="87" y="13"/>
                </a:cubicBezTo>
                <a:cubicBezTo>
                  <a:pt x="88" y="13"/>
                  <a:pt x="88" y="13"/>
                  <a:pt x="89" y="13"/>
                </a:cubicBezTo>
                <a:cubicBezTo>
                  <a:pt x="90" y="13"/>
                  <a:pt x="91" y="13"/>
                  <a:pt x="91" y="13"/>
                </a:cubicBezTo>
                <a:cubicBezTo>
                  <a:pt x="92" y="12"/>
                  <a:pt x="92" y="12"/>
                  <a:pt x="93" y="12"/>
                </a:cubicBezTo>
                <a:lnTo>
                  <a:pt x="93" y="9"/>
                </a:lnTo>
                <a:lnTo>
                  <a:pt x="89" y="9"/>
                </a:lnTo>
                <a:close/>
              </a:path>
              <a:path w="471" h="15">
                <a:moveTo>
                  <a:pt x="110" y="0"/>
                </a:moveTo>
                <a:lnTo>
                  <a:pt x="112" y="0"/>
                </a:lnTo>
                <a:lnTo>
                  <a:pt x="112" y="9"/>
                </a:lnTo>
                <a:cubicBezTo>
                  <a:pt x="112" y="10"/>
                  <a:pt x="111" y="11"/>
                  <a:pt x="111" y="12"/>
                </a:cubicBezTo>
                <a:cubicBezTo>
                  <a:pt x="111" y="13"/>
                  <a:pt x="110" y="14"/>
                  <a:pt x="110" y="14"/>
                </a:cubicBezTo>
                <a:cubicBezTo>
                  <a:pt x="109" y="15"/>
                  <a:pt x="108" y="15"/>
                  <a:pt x="107" y="15"/>
                </a:cubicBezTo>
                <a:cubicBezTo>
                  <a:pt x="106" y="15"/>
                  <a:pt x="105" y="15"/>
                  <a:pt x="104" y="14"/>
                </a:cubicBezTo>
                <a:cubicBezTo>
                  <a:pt x="103" y="14"/>
                  <a:pt x="103" y="13"/>
                  <a:pt x="102" y="12"/>
                </a:cubicBezTo>
                <a:cubicBezTo>
                  <a:pt x="102" y="11"/>
                  <a:pt x="102" y="10"/>
                  <a:pt x="102" y="9"/>
                </a:cubicBezTo>
                <a:lnTo>
                  <a:pt x="102" y="0"/>
                </a:lnTo>
                <a:lnTo>
                  <a:pt x="103" y="0"/>
                </a:lnTo>
                <a:lnTo>
                  <a:pt x="103" y="9"/>
                </a:lnTo>
                <a:cubicBezTo>
                  <a:pt x="103" y="10"/>
                  <a:pt x="104" y="11"/>
                  <a:pt x="104" y="11"/>
                </a:cubicBezTo>
                <a:cubicBezTo>
                  <a:pt x="104" y="12"/>
                  <a:pt x="104" y="12"/>
                  <a:pt x="105" y="13"/>
                </a:cubicBezTo>
                <a:cubicBezTo>
                  <a:pt x="105" y="13"/>
                  <a:pt x="106" y="13"/>
                  <a:pt x="107" y="13"/>
                </a:cubicBezTo>
                <a:cubicBezTo>
                  <a:pt x="108" y="13"/>
                  <a:pt x="109" y="13"/>
                  <a:pt x="109" y="12"/>
                </a:cubicBezTo>
                <a:cubicBezTo>
                  <a:pt x="110" y="12"/>
                  <a:pt x="110" y="10"/>
                  <a:pt x="110" y="9"/>
                </a:cubicBezTo>
                <a:lnTo>
                  <a:pt x="110" y="0"/>
                </a:lnTo>
                <a:close/>
              </a:path>
              <a:path w="471" h="15">
                <a:moveTo>
                  <a:pt x="114" y="15"/>
                </a:moveTo>
                <a:lnTo>
                  <a:pt x="114" y="0"/>
                </a:lnTo>
                <a:lnTo>
                  <a:pt x="116" y="0"/>
                </a:lnTo>
                <a:lnTo>
                  <a:pt x="122" y="12"/>
                </a:lnTo>
                <a:lnTo>
                  <a:pt x="122" y="0"/>
                </a:lnTo>
                <a:lnTo>
                  <a:pt x="124" y="0"/>
                </a:lnTo>
                <a:lnTo>
                  <a:pt x="124" y="15"/>
                </a:lnTo>
                <a:lnTo>
                  <a:pt x="122" y="15"/>
                </a:lnTo>
                <a:lnTo>
                  <a:pt x="115" y="3"/>
                </a:lnTo>
                <a:lnTo>
                  <a:pt x="115" y="15"/>
                </a:lnTo>
                <a:lnTo>
                  <a:pt x="114" y="15"/>
                </a:lnTo>
                <a:close/>
              </a:path>
              <a:path w="471" h="15">
                <a:moveTo>
                  <a:pt x="126" y="15"/>
                </a:moveTo>
                <a:lnTo>
                  <a:pt x="126" y="0"/>
                </a:lnTo>
                <a:lnTo>
                  <a:pt x="128" y="0"/>
                </a:lnTo>
                <a:lnTo>
                  <a:pt x="128" y="15"/>
                </a:lnTo>
                <a:lnTo>
                  <a:pt x="126" y="15"/>
                </a:lnTo>
                <a:close/>
              </a:path>
              <a:path w="471" h="15">
                <a:moveTo>
                  <a:pt x="134" y="15"/>
                </a:moveTo>
                <a:lnTo>
                  <a:pt x="129" y="0"/>
                </a:lnTo>
                <a:lnTo>
                  <a:pt x="131" y="0"/>
                </a:lnTo>
                <a:lnTo>
                  <a:pt x="134" y="11"/>
                </a:lnTo>
                <a:cubicBezTo>
                  <a:pt x="134" y="12"/>
                  <a:pt x="135" y="12"/>
                  <a:pt x="135" y="13"/>
                </a:cubicBezTo>
                <a:cubicBezTo>
                  <a:pt x="135" y="12"/>
                  <a:pt x="135" y="12"/>
                  <a:pt x="135" y="11"/>
                </a:cubicBezTo>
                <a:lnTo>
                  <a:pt x="139" y="0"/>
                </a:lnTo>
                <a:lnTo>
                  <a:pt x="141" y="0"/>
                </a:lnTo>
                <a:lnTo>
                  <a:pt x="136" y="15"/>
                </a:lnTo>
                <a:lnTo>
                  <a:pt x="134" y="15"/>
                </a:lnTo>
                <a:close/>
              </a:path>
              <a:path w="471" h="15">
                <a:moveTo>
                  <a:pt x="142" y="15"/>
                </a:moveTo>
                <a:lnTo>
                  <a:pt x="142" y="0"/>
                </a:lnTo>
                <a:lnTo>
                  <a:pt x="151" y="0"/>
                </a:lnTo>
                <a:lnTo>
                  <a:pt x="151" y="2"/>
                </a:lnTo>
                <a:lnTo>
                  <a:pt x="143" y="2"/>
                </a:lnTo>
                <a:lnTo>
                  <a:pt x="143" y="6"/>
                </a:lnTo>
                <a:lnTo>
                  <a:pt x="150" y="6"/>
                </a:lnTo>
                <a:lnTo>
                  <a:pt x="150" y="8"/>
                </a:lnTo>
                <a:lnTo>
                  <a:pt x="143" y="8"/>
                </a:lnTo>
                <a:lnTo>
                  <a:pt x="143" y="13"/>
                </a:lnTo>
                <a:lnTo>
                  <a:pt x="151" y="13"/>
                </a:lnTo>
                <a:lnTo>
                  <a:pt x="151" y="15"/>
                </a:lnTo>
                <a:lnTo>
                  <a:pt x="142" y="15"/>
                </a:lnTo>
                <a:close/>
              </a:path>
              <a:path w="471" h="15">
                <a:moveTo>
                  <a:pt x="153" y="15"/>
                </a:moveTo>
                <a:lnTo>
                  <a:pt x="153" y="0"/>
                </a:lnTo>
                <a:lnTo>
                  <a:pt x="158" y="0"/>
                </a:lnTo>
                <a:cubicBezTo>
                  <a:pt x="159" y="0"/>
                  <a:pt x="160" y="0"/>
                  <a:pt x="161" y="1"/>
                </a:cubicBezTo>
                <a:cubicBezTo>
                  <a:pt x="161" y="1"/>
                  <a:pt x="162" y="1"/>
                  <a:pt x="162" y="2"/>
                </a:cubicBezTo>
                <a:cubicBezTo>
                  <a:pt x="163" y="3"/>
                  <a:pt x="163" y="3"/>
                  <a:pt x="163" y="4"/>
                </a:cubicBezTo>
                <a:cubicBezTo>
                  <a:pt x="163" y="5"/>
                  <a:pt x="162" y="6"/>
                  <a:pt x="162" y="7"/>
                </a:cubicBezTo>
                <a:cubicBezTo>
                  <a:pt x="161" y="7"/>
                  <a:pt x="160" y="8"/>
                  <a:pt x="159" y="8"/>
                </a:cubicBezTo>
                <a:cubicBezTo>
                  <a:pt x="160" y="8"/>
                  <a:pt x="160" y="9"/>
                  <a:pt x="160" y="9"/>
                </a:cubicBezTo>
                <a:cubicBezTo>
                  <a:pt x="161" y="9"/>
                  <a:pt x="161" y="10"/>
                  <a:pt x="162" y="11"/>
                </a:cubicBezTo>
                <a:lnTo>
                  <a:pt x="164" y="15"/>
                </a:lnTo>
                <a:lnTo>
                  <a:pt x="162" y="15"/>
                </a:lnTo>
                <a:lnTo>
                  <a:pt x="160" y="12"/>
                </a:lnTo>
                <a:cubicBezTo>
                  <a:pt x="160" y="11"/>
                  <a:pt x="159" y="10"/>
                  <a:pt x="159" y="10"/>
                </a:cubicBezTo>
                <a:cubicBezTo>
                  <a:pt x="159" y="9"/>
                  <a:pt x="158" y="9"/>
                  <a:pt x="158" y="9"/>
                </a:cubicBezTo>
                <a:cubicBezTo>
                  <a:pt x="158" y="9"/>
                  <a:pt x="158" y="8"/>
                  <a:pt x="157" y="8"/>
                </a:cubicBezTo>
                <a:cubicBezTo>
                  <a:pt x="157" y="8"/>
                  <a:pt x="157" y="8"/>
                  <a:pt x="156" y="8"/>
                </a:cubicBezTo>
                <a:lnTo>
                  <a:pt x="154" y="8"/>
                </a:lnTo>
                <a:lnTo>
                  <a:pt x="154" y="15"/>
                </a:lnTo>
                <a:lnTo>
                  <a:pt x="153" y="15"/>
                </a:lnTo>
                <a:close/>
                <a:moveTo>
                  <a:pt x="154" y="7"/>
                </a:moveTo>
                <a:lnTo>
                  <a:pt x="158" y="7"/>
                </a:lnTo>
                <a:cubicBezTo>
                  <a:pt x="159" y="7"/>
                  <a:pt x="159" y="7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5"/>
                  <a:pt x="161" y="5"/>
                  <a:pt x="161" y="4"/>
                </a:cubicBezTo>
                <a:cubicBezTo>
                  <a:pt x="161" y="4"/>
                  <a:pt x="161" y="3"/>
                  <a:pt x="160" y="3"/>
                </a:cubicBezTo>
                <a:cubicBezTo>
                  <a:pt x="160" y="2"/>
                  <a:pt x="159" y="2"/>
                  <a:pt x="158" y="2"/>
                </a:cubicBezTo>
                <a:lnTo>
                  <a:pt x="154" y="2"/>
                </a:lnTo>
                <a:lnTo>
                  <a:pt x="154" y="7"/>
                </a:lnTo>
                <a:close/>
              </a:path>
              <a:path w="471" h="15">
                <a:moveTo>
                  <a:pt x="164" y="10"/>
                </a:moveTo>
                <a:lnTo>
                  <a:pt x="166" y="10"/>
                </a:lnTo>
                <a:cubicBezTo>
                  <a:pt x="166" y="11"/>
                  <a:pt x="166" y="11"/>
                  <a:pt x="166" y="12"/>
                </a:cubicBezTo>
                <a:cubicBezTo>
                  <a:pt x="167" y="12"/>
                  <a:pt x="167" y="13"/>
                  <a:pt x="168" y="13"/>
                </a:cubicBezTo>
                <a:cubicBezTo>
                  <a:pt x="168" y="13"/>
                  <a:pt x="169" y="13"/>
                  <a:pt x="170" y="13"/>
                </a:cubicBezTo>
                <a:cubicBezTo>
                  <a:pt x="170" y="13"/>
                  <a:pt x="171" y="13"/>
                  <a:pt x="171" y="13"/>
                </a:cubicBezTo>
                <a:cubicBezTo>
                  <a:pt x="172" y="13"/>
                  <a:pt x="172" y="12"/>
                  <a:pt x="172" y="12"/>
                </a:cubicBezTo>
                <a:cubicBezTo>
                  <a:pt x="173" y="12"/>
                  <a:pt x="173" y="11"/>
                  <a:pt x="173" y="11"/>
                </a:cubicBezTo>
                <a:cubicBezTo>
                  <a:pt x="173" y="10"/>
                  <a:pt x="173" y="10"/>
                  <a:pt x="172" y="10"/>
                </a:cubicBezTo>
                <a:cubicBezTo>
                  <a:pt x="172" y="9"/>
                  <a:pt x="172" y="9"/>
                  <a:pt x="171" y="9"/>
                </a:cubicBezTo>
                <a:cubicBezTo>
                  <a:pt x="171" y="9"/>
                  <a:pt x="170" y="8"/>
                  <a:pt x="169" y="8"/>
                </a:cubicBezTo>
                <a:cubicBezTo>
                  <a:pt x="168" y="8"/>
                  <a:pt x="167" y="7"/>
                  <a:pt x="167" y="7"/>
                </a:cubicBezTo>
                <a:cubicBezTo>
                  <a:pt x="166" y="7"/>
                  <a:pt x="166" y="6"/>
                  <a:pt x="165" y="6"/>
                </a:cubicBezTo>
                <a:cubicBezTo>
                  <a:pt x="165" y="5"/>
                  <a:pt x="165" y="5"/>
                  <a:pt x="165" y="4"/>
                </a:cubicBezTo>
                <a:cubicBezTo>
                  <a:pt x="165" y="3"/>
                  <a:pt x="165" y="3"/>
                  <a:pt x="165" y="2"/>
                </a:cubicBezTo>
                <a:cubicBezTo>
                  <a:pt x="166" y="1"/>
                  <a:pt x="166" y="1"/>
                  <a:pt x="167" y="1"/>
                </a:cubicBezTo>
                <a:cubicBezTo>
                  <a:pt x="168" y="0"/>
                  <a:pt x="168" y="0"/>
                  <a:pt x="169" y="0"/>
                </a:cubicBezTo>
                <a:cubicBezTo>
                  <a:pt x="170" y="0"/>
                  <a:pt x="171" y="0"/>
                  <a:pt x="172" y="1"/>
                </a:cubicBezTo>
                <a:cubicBezTo>
                  <a:pt x="172" y="1"/>
                  <a:pt x="173" y="1"/>
                  <a:pt x="173" y="2"/>
                </a:cubicBezTo>
                <a:cubicBezTo>
                  <a:pt x="174" y="3"/>
                  <a:pt x="174" y="3"/>
                  <a:pt x="174" y="4"/>
                </a:cubicBezTo>
                <a:lnTo>
                  <a:pt x="172" y="4"/>
                </a:lnTo>
                <a:cubicBezTo>
                  <a:pt x="172" y="4"/>
                  <a:pt x="172" y="3"/>
                  <a:pt x="171" y="2"/>
                </a:cubicBezTo>
                <a:cubicBezTo>
                  <a:pt x="171" y="2"/>
                  <a:pt x="170" y="2"/>
                  <a:pt x="169" y="2"/>
                </a:cubicBezTo>
                <a:cubicBezTo>
                  <a:pt x="168" y="2"/>
                  <a:pt x="168" y="2"/>
                  <a:pt x="167" y="2"/>
                </a:cubicBezTo>
                <a:cubicBezTo>
                  <a:pt x="167" y="3"/>
                  <a:pt x="166" y="3"/>
                  <a:pt x="166" y="4"/>
                </a:cubicBezTo>
                <a:cubicBezTo>
                  <a:pt x="166" y="4"/>
                  <a:pt x="167" y="5"/>
                  <a:pt x="167" y="5"/>
                </a:cubicBezTo>
                <a:cubicBezTo>
                  <a:pt x="167" y="5"/>
                  <a:pt x="168" y="6"/>
                  <a:pt x="169" y="6"/>
                </a:cubicBezTo>
                <a:cubicBezTo>
                  <a:pt x="171" y="7"/>
                  <a:pt x="172" y="7"/>
                  <a:pt x="172" y="7"/>
                </a:cubicBezTo>
                <a:cubicBezTo>
                  <a:pt x="173" y="7"/>
                  <a:pt x="173" y="8"/>
                  <a:pt x="174" y="9"/>
                </a:cubicBezTo>
                <a:cubicBezTo>
                  <a:pt x="174" y="9"/>
                  <a:pt x="174" y="10"/>
                  <a:pt x="174" y="11"/>
                </a:cubicBezTo>
                <a:cubicBezTo>
                  <a:pt x="174" y="11"/>
                  <a:pt x="174" y="12"/>
                  <a:pt x="174" y="13"/>
                </a:cubicBezTo>
                <a:cubicBezTo>
                  <a:pt x="173" y="13"/>
                  <a:pt x="173" y="14"/>
                  <a:pt x="172" y="14"/>
                </a:cubicBezTo>
                <a:cubicBezTo>
                  <a:pt x="171" y="15"/>
                  <a:pt x="171" y="15"/>
                  <a:pt x="170" y="15"/>
                </a:cubicBezTo>
                <a:cubicBezTo>
                  <a:pt x="169" y="15"/>
                  <a:pt x="168" y="15"/>
                  <a:pt x="167" y="14"/>
                </a:cubicBezTo>
                <a:cubicBezTo>
                  <a:pt x="166" y="14"/>
                  <a:pt x="165" y="13"/>
                  <a:pt x="165" y="13"/>
                </a:cubicBezTo>
                <a:cubicBezTo>
                  <a:pt x="165" y="12"/>
                  <a:pt x="164" y="11"/>
                  <a:pt x="164" y="10"/>
                </a:cubicBezTo>
                <a:close/>
              </a:path>
              <a:path w="471" h="15">
                <a:moveTo>
                  <a:pt x="176" y="15"/>
                </a:moveTo>
                <a:lnTo>
                  <a:pt x="176" y="0"/>
                </a:lnTo>
                <a:lnTo>
                  <a:pt x="178" y="0"/>
                </a:lnTo>
                <a:lnTo>
                  <a:pt x="178" y="15"/>
                </a:lnTo>
                <a:lnTo>
                  <a:pt x="176" y="15"/>
                </a:lnTo>
                <a:close/>
              </a:path>
              <a:path w="471" h="15">
                <a:moveTo>
                  <a:pt x="184" y="15"/>
                </a:moveTo>
                <a:lnTo>
                  <a:pt x="184" y="2"/>
                </a:lnTo>
                <a:lnTo>
                  <a:pt x="179" y="2"/>
                </a:lnTo>
                <a:lnTo>
                  <a:pt x="179" y="0"/>
                </a:lnTo>
                <a:lnTo>
                  <a:pt x="189" y="0"/>
                </a:lnTo>
                <a:lnTo>
                  <a:pt x="189" y="2"/>
                </a:lnTo>
                <a:lnTo>
                  <a:pt x="185" y="2"/>
                </a:lnTo>
                <a:lnTo>
                  <a:pt x="185" y="15"/>
                </a:lnTo>
                <a:lnTo>
                  <a:pt x="184" y="15"/>
                </a:lnTo>
                <a:close/>
              </a:path>
              <a:path w="471" h="15">
                <a:moveTo>
                  <a:pt x="194" y="15"/>
                </a:moveTo>
                <a:lnTo>
                  <a:pt x="194" y="9"/>
                </a:lnTo>
                <a:lnTo>
                  <a:pt x="189" y="0"/>
                </a:lnTo>
                <a:lnTo>
                  <a:pt x="191" y="0"/>
                </a:lnTo>
                <a:lnTo>
                  <a:pt x="194" y="5"/>
                </a:lnTo>
                <a:cubicBezTo>
                  <a:pt x="194" y="5"/>
                  <a:pt x="195" y="6"/>
                  <a:pt x="195" y="7"/>
                </a:cubicBezTo>
                <a:cubicBezTo>
                  <a:pt x="195" y="6"/>
                  <a:pt x="196" y="5"/>
                  <a:pt x="196" y="5"/>
                </a:cubicBezTo>
                <a:lnTo>
                  <a:pt x="199" y="0"/>
                </a:lnTo>
                <a:lnTo>
                  <a:pt x="201" y="0"/>
                </a:lnTo>
                <a:lnTo>
                  <a:pt x="196" y="9"/>
                </a:lnTo>
                <a:lnTo>
                  <a:pt x="196" y="15"/>
                </a:lnTo>
                <a:lnTo>
                  <a:pt x="194" y="15"/>
                </a:lnTo>
                <a:close/>
              </a:path>
              <a:path w="471" h="15">
                <a:moveTo>
                  <a:pt x="206" y="8"/>
                </a:moveTo>
                <a:cubicBezTo>
                  <a:pt x="206" y="5"/>
                  <a:pt x="207" y="3"/>
                  <a:pt x="208" y="2"/>
                </a:cubicBezTo>
                <a:cubicBezTo>
                  <a:pt x="209" y="1"/>
                  <a:pt x="211" y="0"/>
                  <a:pt x="212" y="0"/>
                </a:cubicBezTo>
                <a:cubicBezTo>
                  <a:pt x="213" y="0"/>
                  <a:pt x="214" y="0"/>
                  <a:pt x="215" y="1"/>
                </a:cubicBezTo>
                <a:cubicBezTo>
                  <a:pt x="216" y="2"/>
                  <a:pt x="217" y="3"/>
                  <a:pt x="218" y="4"/>
                </a:cubicBezTo>
                <a:cubicBezTo>
                  <a:pt x="218" y="5"/>
                  <a:pt x="218" y="6"/>
                  <a:pt x="218" y="8"/>
                </a:cubicBezTo>
                <a:cubicBezTo>
                  <a:pt x="218" y="9"/>
                  <a:pt x="218" y="10"/>
                  <a:pt x="217" y="11"/>
                </a:cubicBezTo>
                <a:cubicBezTo>
                  <a:pt x="217" y="13"/>
                  <a:pt x="216" y="13"/>
                  <a:pt x="215" y="14"/>
                </a:cubicBezTo>
                <a:cubicBezTo>
                  <a:pt x="214" y="15"/>
                  <a:pt x="213" y="15"/>
                  <a:pt x="212" y="15"/>
                </a:cubicBezTo>
                <a:cubicBezTo>
                  <a:pt x="211" y="15"/>
                  <a:pt x="210" y="15"/>
                  <a:pt x="209" y="14"/>
                </a:cubicBezTo>
                <a:cubicBezTo>
                  <a:pt x="208" y="13"/>
                  <a:pt x="207" y="12"/>
                  <a:pt x="207" y="11"/>
                </a:cubicBezTo>
                <a:cubicBezTo>
                  <a:pt x="207" y="10"/>
                  <a:pt x="206" y="9"/>
                  <a:pt x="206" y="8"/>
                </a:cubicBezTo>
                <a:close/>
                <a:moveTo>
                  <a:pt x="208" y="8"/>
                </a:moveTo>
                <a:cubicBezTo>
                  <a:pt x="208" y="9"/>
                  <a:pt x="208" y="11"/>
                  <a:pt x="209" y="12"/>
                </a:cubicBezTo>
                <a:cubicBezTo>
                  <a:pt x="210" y="13"/>
                  <a:pt x="211" y="13"/>
                  <a:pt x="212" y="13"/>
                </a:cubicBezTo>
                <a:cubicBezTo>
                  <a:pt x="214" y="13"/>
                  <a:pt x="215" y="13"/>
                  <a:pt x="215" y="12"/>
                </a:cubicBezTo>
                <a:cubicBezTo>
                  <a:pt x="216" y="11"/>
                  <a:pt x="217" y="9"/>
                  <a:pt x="217" y="7"/>
                </a:cubicBezTo>
                <a:cubicBezTo>
                  <a:pt x="217" y="6"/>
                  <a:pt x="216" y="5"/>
                  <a:pt x="216" y="4"/>
                </a:cubicBezTo>
                <a:cubicBezTo>
                  <a:pt x="216" y="4"/>
                  <a:pt x="215" y="3"/>
                  <a:pt x="215" y="2"/>
                </a:cubicBezTo>
                <a:cubicBezTo>
                  <a:pt x="214" y="2"/>
                  <a:pt x="213" y="2"/>
                  <a:pt x="212" y="2"/>
                </a:cubicBezTo>
                <a:cubicBezTo>
                  <a:pt x="211" y="2"/>
                  <a:pt x="210" y="2"/>
                  <a:pt x="209" y="3"/>
                </a:cubicBezTo>
                <a:cubicBezTo>
                  <a:pt x="208" y="4"/>
                  <a:pt x="208" y="6"/>
                  <a:pt x="208" y="8"/>
                </a:cubicBezTo>
                <a:close/>
              </a:path>
              <a:path w="471" h="15">
                <a:moveTo>
                  <a:pt x="220" y="15"/>
                </a:moveTo>
                <a:lnTo>
                  <a:pt x="220" y="0"/>
                </a:lnTo>
                <a:lnTo>
                  <a:pt x="228" y="0"/>
                </a:lnTo>
                <a:lnTo>
                  <a:pt x="228" y="2"/>
                </a:lnTo>
                <a:lnTo>
                  <a:pt x="222" y="2"/>
                </a:lnTo>
                <a:lnTo>
                  <a:pt x="222" y="6"/>
                </a:lnTo>
                <a:lnTo>
                  <a:pt x="228" y="6"/>
                </a:lnTo>
                <a:lnTo>
                  <a:pt x="228" y="8"/>
                </a:lnTo>
                <a:lnTo>
                  <a:pt x="222" y="8"/>
                </a:lnTo>
                <a:lnTo>
                  <a:pt x="222" y="15"/>
                </a:lnTo>
                <a:lnTo>
                  <a:pt x="220" y="15"/>
                </a:lnTo>
                <a:close/>
              </a:path>
              <a:path w="471" h="15">
                <a:moveTo>
                  <a:pt x="235" y="10"/>
                </a:moveTo>
                <a:lnTo>
                  <a:pt x="236" y="10"/>
                </a:lnTo>
                <a:cubicBezTo>
                  <a:pt x="237" y="11"/>
                  <a:pt x="237" y="11"/>
                  <a:pt x="237" y="12"/>
                </a:cubicBezTo>
                <a:cubicBezTo>
                  <a:pt x="237" y="12"/>
                  <a:pt x="238" y="13"/>
                  <a:pt x="238" y="13"/>
                </a:cubicBezTo>
                <a:cubicBezTo>
                  <a:pt x="239" y="13"/>
                  <a:pt x="239" y="13"/>
                  <a:pt x="240" y="13"/>
                </a:cubicBezTo>
                <a:cubicBezTo>
                  <a:pt x="241" y="13"/>
                  <a:pt x="241" y="13"/>
                  <a:pt x="242" y="13"/>
                </a:cubicBezTo>
                <a:cubicBezTo>
                  <a:pt x="242" y="13"/>
                  <a:pt x="243" y="12"/>
                  <a:pt x="243" y="12"/>
                </a:cubicBezTo>
                <a:cubicBezTo>
                  <a:pt x="243" y="12"/>
                  <a:pt x="243" y="11"/>
                  <a:pt x="243" y="11"/>
                </a:cubicBezTo>
                <a:cubicBezTo>
                  <a:pt x="243" y="10"/>
                  <a:pt x="243" y="10"/>
                  <a:pt x="243" y="10"/>
                </a:cubicBezTo>
                <a:cubicBezTo>
                  <a:pt x="243" y="9"/>
                  <a:pt x="242" y="9"/>
                  <a:pt x="242" y="9"/>
                </a:cubicBezTo>
                <a:cubicBezTo>
                  <a:pt x="241" y="9"/>
                  <a:pt x="241" y="8"/>
                  <a:pt x="240" y="8"/>
                </a:cubicBezTo>
                <a:cubicBezTo>
                  <a:pt x="238" y="8"/>
                  <a:pt x="238" y="7"/>
                  <a:pt x="237" y="7"/>
                </a:cubicBezTo>
                <a:cubicBezTo>
                  <a:pt x="237" y="7"/>
                  <a:pt x="236" y="6"/>
                  <a:pt x="236" y="6"/>
                </a:cubicBezTo>
                <a:cubicBezTo>
                  <a:pt x="235" y="5"/>
                  <a:pt x="235" y="5"/>
                  <a:pt x="235" y="4"/>
                </a:cubicBezTo>
                <a:cubicBezTo>
                  <a:pt x="235" y="3"/>
                  <a:pt x="236" y="3"/>
                  <a:pt x="236" y="2"/>
                </a:cubicBezTo>
                <a:cubicBezTo>
                  <a:pt x="236" y="1"/>
                  <a:pt x="237" y="1"/>
                  <a:pt x="237" y="1"/>
                </a:cubicBezTo>
                <a:cubicBezTo>
                  <a:pt x="238" y="0"/>
                  <a:pt x="239" y="0"/>
                  <a:pt x="240" y="0"/>
                </a:cubicBezTo>
                <a:cubicBezTo>
                  <a:pt x="241" y="0"/>
                  <a:pt x="241" y="0"/>
                  <a:pt x="242" y="1"/>
                </a:cubicBezTo>
                <a:cubicBezTo>
                  <a:pt x="243" y="1"/>
                  <a:pt x="243" y="1"/>
                  <a:pt x="244" y="2"/>
                </a:cubicBezTo>
                <a:cubicBezTo>
                  <a:pt x="244" y="3"/>
                  <a:pt x="244" y="3"/>
                  <a:pt x="244" y="4"/>
                </a:cubicBezTo>
                <a:lnTo>
                  <a:pt x="243" y="4"/>
                </a:lnTo>
                <a:cubicBezTo>
                  <a:pt x="243" y="4"/>
                  <a:pt x="242" y="3"/>
                  <a:pt x="242" y="2"/>
                </a:cubicBezTo>
                <a:cubicBezTo>
                  <a:pt x="242" y="2"/>
                  <a:pt x="241" y="2"/>
                  <a:pt x="240" y="2"/>
                </a:cubicBezTo>
                <a:cubicBezTo>
                  <a:pt x="239" y="2"/>
                  <a:pt x="238" y="2"/>
                  <a:pt x="238" y="2"/>
                </a:cubicBezTo>
                <a:cubicBezTo>
                  <a:pt x="237" y="3"/>
                  <a:pt x="237" y="3"/>
                  <a:pt x="237" y="4"/>
                </a:cubicBezTo>
                <a:cubicBezTo>
                  <a:pt x="237" y="4"/>
                  <a:pt x="237" y="5"/>
                  <a:pt x="237" y="5"/>
                </a:cubicBezTo>
                <a:cubicBezTo>
                  <a:pt x="238" y="5"/>
                  <a:pt x="239" y="6"/>
                  <a:pt x="240" y="6"/>
                </a:cubicBezTo>
                <a:cubicBezTo>
                  <a:pt x="241" y="7"/>
                  <a:pt x="242" y="7"/>
                  <a:pt x="243" y="7"/>
                </a:cubicBezTo>
                <a:cubicBezTo>
                  <a:pt x="243" y="7"/>
                  <a:pt x="244" y="8"/>
                  <a:pt x="244" y="9"/>
                </a:cubicBezTo>
                <a:cubicBezTo>
                  <a:pt x="245" y="9"/>
                  <a:pt x="245" y="10"/>
                  <a:pt x="245" y="11"/>
                </a:cubicBezTo>
                <a:cubicBezTo>
                  <a:pt x="245" y="11"/>
                  <a:pt x="245" y="12"/>
                  <a:pt x="244" y="13"/>
                </a:cubicBezTo>
                <a:cubicBezTo>
                  <a:pt x="244" y="13"/>
                  <a:pt x="243" y="14"/>
                  <a:pt x="243" y="14"/>
                </a:cubicBezTo>
                <a:cubicBezTo>
                  <a:pt x="242" y="15"/>
                  <a:pt x="241" y="15"/>
                  <a:pt x="240" y="15"/>
                </a:cubicBezTo>
                <a:cubicBezTo>
                  <a:pt x="239" y="15"/>
                  <a:pt x="238" y="15"/>
                  <a:pt x="237" y="14"/>
                </a:cubicBezTo>
                <a:cubicBezTo>
                  <a:pt x="237" y="14"/>
                  <a:pt x="236" y="13"/>
                  <a:pt x="236" y="13"/>
                </a:cubicBezTo>
                <a:cubicBezTo>
                  <a:pt x="235" y="12"/>
                  <a:pt x="235" y="11"/>
                  <a:pt x="235" y="10"/>
                </a:cubicBezTo>
                <a:close/>
              </a:path>
              <a:path w="471" h="15">
                <a:moveTo>
                  <a:pt x="256" y="10"/>
                </a:moveTo>
                <a:lnTo>
                  <a:pt x="257" y="10"/>
                </a:lnTo>
                <a:cubicBezTo>
                  <a:pt x="257" y="12"/>
                  <a:pt x="256" y="13"/>
                  <a:pt x="255" y="14"/>
                </a:cubicBezTo>
                <a:cubicBezTo>
                  <a:pt x="254" y="15"/>
                  <a:pt x="253" y="15"/>
                  <a:pt x="252" y="15"/>
                </a:cubicBezTo>
                <a:cubicBezTo>
                  <a:pt x="251" y="15"/>
                  <a:pt x="250" y="15"/>
                  <a:pt x="249" y="14"/>
                </a:cubicBezTo>
                <a:cubicBezTo>
                  <a:pt x="248" y="13"/>
                  <a:pt x="247" y="12"/>
                  <a:pt x="247" y="11"/>
                </a:cubicBezTo>
                <a:cubicBezTo>
                  <a:pt x="246" y="10"/>
                  <a:pt x="246" y="9"/>
                  <a:pt x="246" y="7"/>
                </a:cubicBezTo>
                <a:cubicBezTo>
                  <a:pt x="246" y="6"/>
                  <a:pt x="246" y="5"/>
                  <a:pt x="247" y="3"/>
                </a:cubicBezTo>
                <a:cubicBezTo>
                  <a:pt x="247" y="2"/>
                  <a:pt x="248" y="1"/>
                  <a:pt x="249" y="1"/>
                </a:cubicBezTo>
                <a:cubicBezTo>
                  <a:pt x="250" y="0"/>
                  <a:pt x="251" y="0"/>
                  <a:pt x="252" y="0"/>
                </a:cubicBezTo>
                <a:cubicBezTo>
                  <a:pt x="253" y="0"/>
                  <a:pt x="254" y="0"/>
                  <a:pt x="255" y="1"/>
                </a:cubicBezTo>
                <a:cubicBezTo>
                  <a:pt x="256" y="2"/>
                  <a:pt x="257" y="3"/>
                  <a:pt x="257" y="4"/>
                </a:cubicBezTo>
                <a:lnTo>
                  <a:pt x="255" y="5"/>
                </a:lnTo>
                <a:cubicBezTo>
                  <a:pt x="255" y="4"/>
                  <a:pt x="255" y="3"/>
                  <a:pt x="254" y="2"/>
                </a:cubicBezTo>
                <a:cubicBezTo>
                  <a:pt x="254" y="2"/>
                  <a:pt x="253" y="2"/>
                  <a:pt x="252" y="2"/>
                </a:cubicBezTo>
                <a:cubicBezTo>
                  <a:pt x="251" y="2"/>
                  <a:pt x="250" y="2"/>
                  <a:pt x="250" y="2"/>
                </a:cubicBezTo>
                <a:cubicBezTo>
                  <a:pt x="249" y="3"/>
                  <a:pt x="248" y="4"/>
                  <a:pt x="248" y="5"/>
                </a:cubicBezTo>
                <a:cubicBezTo>
                  <a:pt x="248" y="5"/>
                  <a:pt x="248" y="6"/>
                  <a:pt x="248" y="7"/>
                </a:cubicBezTo>
                <a:cubicBezTo>
                  <a:pt x="248" y="9"/>
                  <a:pt x="248" y="10"/>
                  <a:pt x="248" y="11"/>
                </a:cubicBezTo>
                <a:cubicBezTo>
                  <a:pt x="249" y="11"/>
                  <a:pt x="249" y="12"/>
                  <a:pt x="250" y="13"/>
                </a:cubicBezTo>
                <a:cubicBezTo>
                  <a:pt x="250" y="13"/>
                  <a:pt x="251" y="13"/>
                  <a:pt x="252" y="13"/>
                </a:cubicBezTo>
                <a:cubicBezTo>
                  <a:pt x="253" y="13"/>
                  <a:pt x="254" y="13"/>
                  <a:pt x="254" y="12"/>
                </a:cubicBezTo>
                <a:cubicBezTo>
                  <a:pt x="255" y="12"/>
                  <a:pt x="255" y="11"/>
                  <a:pt x="256" y="10"/>
                </a:cubicBezTo>
                <a:close/>
              </a:path>
              <a:path w="471" h="15">
                <a:moveTo>
                  <a:pt x="259" y="15"/>
                </a:moveTo>
                <a:lnTo>
                  <a:pt x="259" y="0"/>
                </a:lnTo>
                <a:lnTo>
                  <a:pt x="261" y="0"/>
                </a:lnTo>
                <a:lnTo>
                  <a:pt x="261" y="15"/>
                </a:lnTo>
                <a:lnTo>
                  <a:pt x="259" y="15"/>
                </a:lnTo>
                <a:close/>
              </a:path>
              <a:path w="471" h="15">
                <a:moveTo>
                  <a:pt x="263" y="15"/>
                </a:moveTo>
                <a:lnTo>
                  <a:pt x="263" y="0"/>
                </a:lnTo>
                <a:lnTo>
                  <a:pt x="272" y="0"/>
                </a:lnTo>
                <a:lnTo>
                  <a:pt x="272" y="2"/>
                </a:lnTo>
                <a:lnTo>
                  <a:pt x="265" y="2"/>
                </a:lnTo>
                <a:lnTo>
                  <a:pt x="265" y="6"/>
                </a:lnTo>
                <a:lnTo>
                  <a:pt x="272" y="6"/>
                </a:lnTo>
                <a:lnTo>
                  <a:pt x="272" y="8"/>
                </a:lnTo>
                <a:lnTo>
                  <a:pt x="265" y="8"/>
                </a:lnTo>
                <a:lnTo>
                  <a:pt x="265" y="13"/>
                </a:lnTo>
                <a:lnTo>
                  <a:pt x="272" y="13"/>
                </a:lnTo>
                <a:lnTo>
                  <a:pt x="272" y="15"/>
                </a:lnTo>
                <a:lnTo>
                  <a:pt x="263" y="15"/>
                </a:lnTo>
                <a:close/>
              </a:path>
              <a:path w="471" h="15">
                <a:moveTo>
                  <a:pt x="274" y="15"/>
                </a:moveTo>
                <a:lnTo>
                  <a:pt x="274" y="0"/>
                </a:lnTo>
                <a:lnTo>
                  <a:pt x="276" y="0"/>
                </a:lnTo>
                <a:lnTo>
                  <a:pt x="283" y="12"/>
                </a:lnTo>
                <a:lnTo>
                  <a:pt x="283" y="0"/>
                </a:lnTo>
                <a:lnTo>
                  <a:pt x="284" y="0"/>
                </a:lnTo>
                <a:lnTo>
                  <a:pt x="284" y="15"/>
                </a:lnTo>
                <a:lnTo>
                  <a:pt x="282" y="15"/>
                </a:lnTo>
                <a:lnTo>
                  <a:pt x="276" y="3"/>
                </a:lnTo>
                <a:lnTo>
                  <a:pt x="276" y="15"/>
                </a:lnTo>
                <a:lnTo>
                  <a:pt x="274" y="15"/>
                </a:lnTo>
                <a:close/>
              </a:path>
              <a:path w="471" h="15">
                <a:moveTo>
                  <a:pt x="295" y="10"/>
                </a:moveTo>
                <a:lnTo>
                  <a:pt x="297" y="10"/>
                </a:lnTo>
                <a:cubicBezTo>
                  <a:pt x="297" y="12"/>
                  <a:pt x="296" y="13"/>
                  <a:pt x="295" y="14"/>
                </a:cubicBezTo>
                <a:cubicBezTo>
                  <a:pt x="294" y="15"/>
                  <a:pt x="293" y="15"/>
                  <a:pt x="292" y="15"/>
                </a:cubicBezTo>
                <a:cubicBezTo>
                  <a:pt x="290" y="15"/>
                  <a:pt x="289" y="15"/>
                  <a:pt x="289" y="14"/>
                </a:cubicBezTo>
                <a:cubicBezTo>
                  <a:pt x="288" y="13"/>
                  <a:pt x="287" y="12"/>
                  <a:pt x="287" y="11"/>
                </a:cubicBezTo>
                <a:cubicBezTo>
                  <a:pt x="286" y="10"/>
                  <a:pt x="286" y="9"/>
                  <a:pt x="286" y="7"/>
                </a:cubicBezTo>
                <a:cubicBezTo>
                  <a:pt x="286" y="6"/>
                  <a:pt x="286" y="5"/>
                  <a:pt x="287" y="3"/>
                </a:cubicBezTo>
                <a:cubicBezTo>
                  <a:pt x="287" y="2"/>
                  <a:pt x="288" y="1"/>
                  <a:pt x="289" y="1"/>
                </a:cubicBezTo>
                <a:cubicBezTo>
                  <a:pt x="290" y="0"/>
                  <a:pt x="291" y="0"/>
                  <a:pt x="292" y="0"/>
                </a:cubicBezTo>
                <a:cubicBezTo>
                  <a:pt x="293" y="0"/>
                  <a:pt x="294" y="0"/>
                  <a:pt x="295" y="1"/>
                </a:cubicBezTo>
                <a:cubicBezTo>
                  <a:pt x="296" y="2"/>
                  <a:pt x="296" y="3"/>
                  <a:pt x="297" y="4"/>
                </a:cubicBezTo>
                <a:lnTo>
                  <a:pt x="295" y="5"/>
                </a:lnTo>
                <a:cubicBezTo>
                  <a:pt x="295" y="4"/>
                  <a:pt x="294" y="3"/>
                  <a:pt x="294" y="2"/>
                </a:cubicBezTo>
                <a:cubicBezTo>
                  <a:pt x="293" y="2"/>
                  <a:pt x="293" y="2"/>
                  <a:pt x="292" y="2"/>
                </a:cubicBezTo>
                <a:cubicBezTo>
                  <a:pt x="291" y="2"/>
                  <a:pt x="290" y="2"/>
                  <a:pt x="289" y="2"/>
                </a:cubicBezTo>
                <a:cubicBezTo>
                  <a:pt x="289" y="3"/>
                  <a:pt x="288" y="4"/>
                  <a:pt x="288" y="5"/>
                </a:cubicBezTo>
                <a:cubicBezTo>
                  <a:pt x="288" y="5"/>
                  <a:pt x="288" y="6"/>
                  <a:pt x="288" y="7"/>
                </a:cubicBezTo>
                <a:cubicBezTo>
                  <a:pt x="288" y="9"/>
                  <a:pt x="288" y="10"/>
                  <a:pt x="288" y="11"/>
                </a:cubicBezTo>
                <a:cubicBezTo>
                  <a:pt x="288" y="11"/>
                  <a:pt x="289" y="12"/>
                  <a:pt x="290" y="13"/>
                </a:cubicBezTo>
                <a:cubicBezTo>
                  <a:pt x="290" y="13"/>
                  <a:pt x="291" y="13"/>
                  <a:pt x="292" y="13"/>
                </a:cubicBezTo>
                <a:cubicBezTo>
                  <a:pt x="293" y="13"/>
                  <a:pt x="293" y="13"/>
                  <a:pt x="294" y="12"/>
                </a:cubicBezTo>
                <a:cubicBezTo>
                  <a:pt x="295" y="12"/>
                  <a:pt x="295" y="11"/>
                  <a:pt x="295" y="10"/>
                </a:cubicBezTo>
                <a:close/>
              </a:path>
              <a:path w="471" h="15">
                <a:moveTo>
                  <a:pt x="299" y="15"/>
                </a:moveTo>
                <a:lnTo>
                  <a:pt x="299" y="0"/>
                </a:lnTo>
                <a:lnTo>
                  <a:pt x="308" y="0"/>
                </a:lnTo>
                <a:lnTo>
                  <a:pt x="308" y="2"/>
                </a:lnTo>
                <a:lnTo>
                  <a:pt x="300" y="2"/>
                </a:lnTo>
                <a:lnTo>
                  <a:pt x="300" y="6"/>
                </a:lnTo>
                <a:lnTo>
                  <a:pt x="307" y="6"/>
                </a:lnTo>
                <a:lnTo>
                  <a:pt x="307" y="8"/>
                </a:lnTo>
                <a:lnTo>
                  <a:pt x="300" y="8"/>
                </a:lnTo>
                <a:lnTo>
                  <a:pt x="300" y="13"/>
                </a:lnTo>
                <a:lnTo>
                  <a:pt x="308" y="13"/>
                </a:lnTo>
                <a:lnTo>
                  <a:pt x="308" y="15"/>
                </a:lnTo>
                <a:lnTo>
                  <a:pt x="299" y="15"/>
                </a:lnTo>
                <a:close/>
              </a:path>
              <a:path w="471" h="15">
                <a:moveTo>
                  <a:pt x="313" y="15"/>
                </a:moveTo>
                <a:lnTo>
                  <a:pt x="318" y="0"/>
                </a:lnTo>
                <a:lnTo>
                  <a:pt x="319" y="0"/>
                </a:lnTo>
                <a:lnTo>
                  <a:pt x="324" y="15"/>
                </a:lnTo>
                <a:lnTo>
                  <a:pt x="323" y="15"/>
                </a:lnTo>
                <a:lnTo>
                  <a:pt x="321" y="10"/>
                </a:lnTo>
                <a:lnTo>
                  <a:pt x="316" y="10"/>
                </a:lnTo>
                <a:lnTo>
                  <a:pt x="314" y="15"/>
                </a:lnTo>
                <a:lnTo>
                  <a:pt x="313" y="15"/>
                </a:lnTo>
                <a:close/>
                <a:moveTo>
                  <a:pt x="316" y="9"/>
                </a:moveTo>
                <a:lnTo>
                  <a:pt x="321" y="9"/>
                </a:lnTo>
                <a:lnTo>
                  <a:pt x="319" y="5"/>
                </a:lnTo>
                <a:cubicBezTo>
                  <a:pt x="319" y="4"/>
                  <a:pt x="319" y="3"/>
                  <a:pt x="318" y="2"/>
                </a:cubicBezTo>
                <a:cubicBezTo>
                  <a:pt x="318" y="3"/>
                  <a:pt x="318" y="4"/>
                  <a:pt x="318" y="5"/>
                </a:cubicBezTo>
                <a:lnTo>
                  <a:pt x="316" y="9"/>
                </a:lnTo>
                <a:close/>
              </a:path>
              <a:path w="471" h="15">
                <a:moveTo>
                  <a:pt x="325" y="15"/>
                </a:moveTo>
                <a:lnTo>
                  <a:pt x="325" y="0"/>
                </a:lnTo>
                <a:lnTo>
                  <a:pt x="327" y="0"/>
                </a:lnTo>
                <a:lnTo>
                  <a:pt x="334" y="12"/>
                </a:lnTo>
                <a:lnTo>
                  <a:pt x="334" y="0"/>
                </a:lnTo>
                <a:lnTo>
                  <a:pt x="335" y="0"/>
                </a:lnTo>
                <a:lnTo>
                  <a:pt x="335" y="15"/>
                </a:lnTo>
                <a:lnTo>
                  <a:pt x="333" y="15"/>
                </a:lnTo>
                <a:lnTo>
                  <a:pt x="327" y="3"/>
                </a:lnTo>
                <a:lnTo>
                  <a:pt x="327" y="15"/>
                </a:lnTo>
                <a:lnTo>
                  <a:pt x="325" y="15"/>
                </a:lnTo>
                <a:close/>
              </a:path>
              <a:path w="471" h="15">
                <a:moveTo>
                  <a:pt x="337" y="15"/>
                </a:moveTo>
                <a:lnTo>
                  <a:pt x="337" y="0"/>
                </a:lnTo>
                <a:lnTo>
                  <a:pt x="342" y="0"/>
                </a:lnTo>
                <a:cubicBezTo>
                  <a:pt x="343" y="0"/>
                  <a:pt x="343" y="0"/>
                  <a:pt x="344" y="0"/>
                </a:cubicBezTo>
                <a:cubicBezTo>
                  <a:pt x="345" y="1"/>
                  <a:pt x="345" y="1"/>
                  <a:pt x="346" y="2"/>
                </a:cubicBezTo>
                <a:cubicBezTo>
                  <a:pt x="346" y="2"/>
                  <a:pt x="347" y="3"/>
                  <a:pt x="347" y="4"/>
                </a:cubicBezTo>
                <a:cubicBezTo>
                  <a:pt x="348" y="5"/>
                  <a:pt x="348" y="6"/>
                  <a:pt x="348" y="7"/>
                </a:cubicBezTo>
                <a:cubicBezTo>
                  <a:pt x="348" y="8"/>
                  <a:pt x="348" y="9"/>
                  <a:pt x="347" y="10"/>
                </a:cubicBezTo>
                <a:cubicBezTo>
                  <a:pt x="347" y="11"/>
                  <a:pt x="347" y="12"/>
                  <a:pt x="347" y="12"/>
                </a:cubicBezTo>
                <a:cubicBezTo>
                  <a:pt x="346" y="13"/>
                  <a:pt x="346" y="13"/>
                  <a:pt x="345" y="14"/>
                </a:cubicBezTo>
                <a:cubicBezTo>
                  <a:pt x="345" y="14"/>
                  <a:pt x="344" y="14"/>
                  <a:pt x="344" y="14"/>
                </a:cubicBezTo>
                <a:cubicBezTo>
                  <a:pt x="343" y="15"/>
                  <a:pt x="343" y="15"/>
                  <a:pt x="342" y="15"/>
                </a:cubicBezTo>
                <a:lnTo>
                  <a:pt x="337" y="15"/>
                </a:lnTo>
                <a:close/>
                <a:moveTo>
                  <a:pt x="339" y="13"/>
                </a:moveTo>
                <a:lnTo>
                  <a:pt x="342" y="13"/>
                </a:lnTo>
                <a:cubicBezTo>
                  <a:pt x="343" y="13"/>
                  <a:pt x="343" y="13"/>
                  <a:pt x="344" y="13"/>
                </a:cubicBezTo>
                <a:cubicBezTo>
                  <a:pt x="344" y="13"/>
                  <a:pt x="345" y="12"/>
                  <a:pt x="345" y="12"/>
                </a:cubicBezTo>
                <a:cubicBezTo>
                  <a:pt x="345" y="12"/>
                  <a:pt x="345" y="11"/>
                  <a:pt x="346" y="10"/>
                </a:cubicBezTo>
                <a:cubicBezTo>
                  <a:pt x="346" y="9"/>
                  <a:pt x="346" y="8"/>
                  <a:pt x="346" y="7"/>
                </a:cubicBezTo>
                <a:cubicBezTo>
                  <a:pt x="346" y="6"/>
                  <a:pt x="346" y="5"/>
                  <a:pt x="345" y="4"/>
                </a:cubicBezTo>
                <a:cubicBezTo>
                  <a:pt x="345" y="3"/>
                  <a:pt x="344" y="3"/>
                  <a:pt x="344" y="2"/>
                </a:cubicBezTo>
                <a:cubicBezTo>
                  <a:pt x="343" y="2"/>
                  <a:pt x="343" y="2"/>
                  <a:pt x="342" y="2"/>
                </a:cubicBezTo>
                <a:lnTo>
                  <a:pt x="339" y="2"/>
                </a:lnTo>
                <a:lnTo>
                  <a:pt x="339" y="13"/>
                </a:lnTo>
                <a:close/>
              </a:path>
              <a:path w="471" h="15">
                <a:moveTo>
                  <a:pt x="358" y="15"/>
                </a:moveTo>
                <a:lnTo>
                  <a:pt x="358" y="2"/>
                </a:lnTo>
                <a:lnTo>
                  <a:pt x="354" y="2"/>
                </a:lnTo>
                <a:lnTo>
                  <a:pt x="354" y="0"/>
                </a:lnTo>
                <a:lnTo>
                  <a:pt x="364" y="0"/>
                </a:lnTo>
                <a:lnTo>
                  <a:pt x="364" y="2"/>
                </a:lnTo>
                <a:lnTo>
                  <a:pt x="359" y="2"/>
                </a:lnTo>
                <a:lnTo>
                  <a:pt x="359" y="15"/>
                </a:lnTo>
                <a:lnTo>
                  <a:pt x="358" y="15"/>
                </a:lnTo>
                <a:close/>
              </a:path>
              <a:path w="471" h="15">
                <a:moveTo>
                  <a:pt x="365" y="15"/>
                </a:moveTo>
                <a:lnTo>
                  <a:pt x="365" y="0"/>
                </a:lnTo>
                <a:lnTo>
                  <a:pt x="374" y="0"/>
                </a:lnTo>
                <a:lnTo>
                  <a:pt x="374" y="2"/>
                </a:lnTo>
                <a:lnTo>
                  <a:pt x="366" y="2"/>
                </a:lnTo>
                <a:lnTo>
                  <a:pt x="366" y="6"/>
                </a:lnTo>
                <a:lnTo>
                  <a:pt x="373" y="6"/>
                </a:lnTo>
                <a:lnTo>
                  <a:pt x="373" y="8"/>
                </a:lnTo>
                <a:lnTo>
                  <a:pt x="366" y="8"/>
                </a:lnTo>
                <a:lnTo>
                  <a:pt x="366" y="13"/>
                </a:lnTo>
                <a:lnTo>
                  <a:pt x="374" y="13"/>
                </a:lnTo>
                <a:lnTo>
                  <a:pt x="374" y="15"/>
                </a:lnTo>
                <a:lnTo>
                  <a:pt x="365" y="15"/>
                </a:lnTo>
                <a:close/>
              </a:path>
              <a:path w="471" h="15">
                <a:moveTo>
                  <a:pt x="385" y="10"/>
                </a:moveTo>
                <a:lnTo>
                  <a:pt x="386" y="10"/>
                </a:lnTo>
                <a:cubicBezTo>
                  <a:pt x="386" y="12"/>
                  <a:pt x="386" y="13"/>
                  <a:pt x="385" y="14"/>
                </a:cubicBezTo>
                <a:cubicBezTo>
                  <a:pt x="384" y="15"/>
                  <a:pt x="383" y="15"/>
                  <a:pt x="381" y="15"/>
                </a:cubicBezTo>
                <a:cubicBezTo>
                  <a:pt x="380" y="15"/>
                  <a:pt x="379" y="15"/>
                  <a:pt x="378" y="14"/>
                </a:cubicBezTo>
                <a:cubicBezTo>
                  <a:pt x="377" y="13"/>
                  <a:pt x="377" y="12"/>
                  <a:pt x="376" y="11"/>
                </a:cubicBezTo>
                <a:cubicBezTo>
                  <a:pt x="376" y="10"/>
                  <a:pt x="375" y="9"/>
                  <a:pt x="375" y="7"/>
                </a:cubicBezTo>
                <a:cubicBezTo>
                  <a:pt x="375" y="6"/>
                  <a:pt x="376" y="5"/>
                  <a:pt x="376" y="3"/>
                </a:cubicBezTo>
                <a:cubicBezTo>
                  <a:pt x="377" y="2"/>
                  <a:pt x="377" y="1"/>
                  <a:pt x="378" y="1"/>
                </a:cubicBezTo>
                <a:cubicBezTo>
                  <a:pt x="379" y="0"/>
                  <a:pt x="380" y="0"/>
                  <a:pt x="381" y="0"/>
                </a:cubicBezTo>
                <a:cubicBezTo>
                  <a:pt x="383" y="0"/>
                  <a:pt x="384" y="0"/>
                  <a:pt x="384" y="1"/>
                </a:cubicBezTo>
                <a:cubicBezTo>
                  <a:pt x="385" y="2"/>
                  <a:pt x="386" y="3"/>
                  <a:pt x="386" y="4"/>
                </a:cubicBezTo>
                <a:lnTo>
                  <a:pt x="385" y="5"/>
                </a:lnTo>
                <a:cubicBezTo>
                  <a:pt x="384" y="4"/>
                  <a:pt x="384" y="3"/>
                  <a:pt x="383" y="2"/>
                </a:cubicBezTo>
                <a:cubicBezTo>
                  <a:pt x="383" y="2"/>
                  <a:pt x="382" y="2"/>
                  <a:pt x="381" y="2"/>
                </a:cubicBezTo>
                <a:cubicBezTo>
                  <a:pt x="380" y="2"/>
                  <a:pt x="380" y="2"/>
                  <a:pt x="379" y="2"/>
                </a:cubicBezTo>
                <a:cubicBezTo>
                  <a:pt x="378" y="3"/>
                  <a:pt x="378" y="4"/>
                  <a:pt x="378" y="5"/>
                </a:cubicBezTo>
                <a:cubicBezTo>
                  <a:pt x="377" y="5"/>
                  <a:pt x="377" y="6"/>
                  <a:pt x="377" y="7"/>
                </a:cubicBezTo>
                <a:cubicBezTo>
                  <a:pt x="377" y="9"/>
                  <a:pt x="377" y="10"/>
                  <a:pt x="378" y="11"/>
                </a:cubicBezTo>
                <a:cubicBezTo>
                  <a:pt x="378" y="11"/>
                  <a:pt x="378" y="12"/>
                  <a:pt x="379" y="13"/>
                </a:cubicBezTo>
                <a:cubicBezTo>
                  <a:pt x="380" y="13"/>
                  <a:pt x="380" y="13"/>
                  <a:pt x="381" y="13"/>
                </a:cubicBezTo>
                <a:cubicBezTo>
                  <a:pt x="382" y="13"/>
                  <a:pt x="383" y="13"/>
                  <a:pt x="384" y="12"/>
                </a:cubicBezTo>
                <a:cubicBezTo>
                  <a:pt x="384" y="12"/>
                  <a:pt x="385" y="11"/>
                  <a:pt x="385" y="10"/>
                </a:cubicBezTo>
                <a:close/>
              </a:path>
              <a:path w="471" h="15">
                <a:moveTo>
                  <a:pt x="388" y="15"/>
                </a:moveTo>
                <a:lnTo>
                  <a:pt x="388" y="0"/>
                </a:lnTo>
                <a:lnTo>
                  <a:pt x="390" y="0"/>
                </a:lnTo>
                <a:lnTo>
                  <a:pt x="390" y="6"/>
                </a:lnTo>
                <a:lnTo>
                  <a:pt x="396" y="6"/>
                </a:lnTo>
                <a:lnTo>
                  <a:pt x="396" y="0"/>
                </a:lnTo>
                <a:lnTo>
                  <a:pt x="398" y="0"/>
                </a:lnTo>
                <a:lnTo>
                  <a:pt x="398" y="15"/>
                </a:lnTo>
                <a:lnTo>
                  <a:pt x="396" y="15"/>
                </a:lnTo>
                <a:lnTo>
                  <a:pt x="396" y="8"/>
                </a:lnTo>
                <a:lnTo>
                  <a:pt x="390" y="8"/>
                </a:lnTo>
                <a:lnTo>
                  <a:pt x="390" y="15"/>
                </a:lnTo>
                <a:lnTo>
                  <a:pt x="388" y="15"/>
                </a:lnTo>
                <a:close/>
              </a:path>
              <a:path w="471" h="15">
                <a:moveTo>
                  <a:pt x="400" y="15"/>
                </a:moveTo>
                <a:lnTo>
                  <a:pt x="400" y="0"/>
                </a:lnTo>
                <a:lnTo>
                  <a:pt x="402" y="0"/>
                </a:lnTo>
                <a:lnTo>
                  <a:pt x="408" y="12"/>
                </a:lnTo>
                <a:lnTo>
                  <a:pt x="408" y="0"/>
                </a:lnTo>
                <a:lnTo>
                  <a:pt x="410" y="0"/>
                </a:lnTo>
                <a:lnTo>
                  <a:pt x="410" y="15"/>
                </a:lnTo>
                <a:lnTo>
                  <a:pt x="408" y="15"/>
                </a:lnTo>
                <a:lnTo>
                  <a:pt x="402" y="3"/>
                </a:lnTo>
                <a:lnTo>
                  <a:pt x="402" y="15"/>
                </a:lnTo>
                <a:lnTo>
                  <a:pt x="400" y="15"/>
                </a:lnTo>
                <a:close/>
              </a:path>
              <a:path w="471" h="15">
                <a:moveTo>
                  <a:pt x="412" y="8"/>
                </a:moveTo>
                <a:cubicBezTo>
                  <a:pt x="412" y="5"/>
                  <a:pt x="412" y="3"/>
                  <a:pt x="413" y="2"/>
                </a:cubicBezTo>
                <a:cubicBezTo>
                  <a:pt x="415" y="1"/>
                  <a:pt x="416" y="0"/>
                  <a:pt x="418" y="0"/>
                </a:cubicBezTo>
                <a:cubicBezTo>
                  <a:pt x="419" y="0"/>
                  <a:pt x="420" y="0"/>
                  <a:pt x="421" y="1"/>
                </a:cubicBezTo>
                <a:cubicBezTo>
                  <a:pt x="422" y="2"/>
                  <a:pt x="423" y="3"/>
                  <a:pt x="423" y="4"/>
                </a:cubicBezTo>
                <a:cubicBezTo>
                  <a:pt x="424" y="5"/>
                  <a:pt x="424" y="6"/>
                  <a:pt x="424" y="8"/>
                </a:cubicBezTo>
                <a:cubicBezTo>
                  <a:pt x="424" y="9"/>
                  <a:pt x="424" y="10"/>
                  <a:pt x="423" y="11"/>
                </a:cubicBezTo>
                <a:cubicBezTo>
                  <a:pt x="422" y="13"/>
                  <a:pt x="422" y="13"/>
                  <a:pt x="421" y="14"/>
                </a:cubicBezTo>
                <a:cubicBezTo>
                  <a:pt x="420" y="15"/>
                  <a:pt x="419" y="15"/>
                  <a:pt x="418" y="15"/>
                </a:cubicBezTo>
                <a:cubicBezTo>
                  <a:pt x="417" y="15"/>
                  <a:pt x="416" y="15"/>
                  <a:pt x="415" y="14"/>
                </a:cubicBezTo>
                <a:cubicBezTo>
                  <a:pt x="414" y="13"/>
                  <a:pt x="413" y="12"/>
                  <a:pt x="413" y="11"/>
                </a:cubicBezTo>
                <a:cubicBezTo>
                  <a:pt x="412" y="10"/>
                  <a:pt x="412" y="9"/>
                  <a:pt x="412" y="8"/>
                </a:cubicBezTo>
                <a:close/>
                <a:moveTo>
                  <a:pt x="414" y="8"/>
                </a:moveTo>
                <a:cubicBezTo>
                  <a:pt x="414" y="9"/>
                  <a:pt x="414" y="11"/>
                  <a:pt x="415" y="12"/>
                </a:cubicBezTo>
                <a:cubicBezTo>
                  <a:pt x="416" y="13"/>
                  <a:pt x="417" y="13"/>
                  <a:pt x="418" y="13"/>
                </a:cubicBezTo>
                <a:cubicBezTo>
                  <a:pt x="419" y="13"/>
                  <a:pt x="420" y="13"/>
                  <a:pt x="421" y="12"/>
                </a:cubicBezTo>
                <a:cubicBezTo>
                  <a:pt x="422" y="11"/>
                  <a:pt x="422" y="9"/>
                  <a:pt x="422" y="7"/>
                </a:cubicBezTo>
                <a:cubicBezTo>
                  <a:pt x="422" y="6"/>
                  <a:pt x="422" y="5"/>
                  <a:pt x="422" y="4"/>
                </a:cubicBezTo>
                <a:cubicBezTo>
                  <a:pt x="421" y="4"/>
                  <a:pt x="421" y="3"/>
                  <a:pt x="420" y="2"/>
                </a:cubicBezTo>
                <a:cubicBezTo>
                  <a:pt x="419" y="2"/>
                  <a:pt x="419" y="2"/>
                  <a:pt x="418" y="2"/>
                </a:cubicBezTo>
                <a:cubicBezTo>
                  <a:pt x="417" y="2"/>
                  <a:pt x="416" y="2"/>
                  <a:pt x="415" y="3"/>
                </a:cubicBezTo>
                <a:cubicBezTo>
                  <a:pt x="414" y="4"/>
                  <a:pt x="414" y="6"/>
                  <a:pt x="414" y="8"/>
                </a:cubicBezTo>
                <a:close/>
              </a:path>
              <a:path w="471" h="15">
                <a:moveTo>
                  <a:pt x="425" y="15"/>
                </a:moveTo>
                <a:lnTo>
                  <a:pt x="425" y="0"/>
                </a:lnTo>
                <a:lnTo>
                  <a:pt x="427" y="0"/>
                </a:lnTo>
                <a:lnTo>
                  <a:pt x="427" y="13"/>
                </a:lnTo>
                <a:lnTo>
                  <a:pt x="433" y="13"/>
                </a:lnTo>
                <a:lnTo>
                  <a:pt x="433" y="15"/>
                </a:lnTo>
                <a:lnTo>
                  <a:pt x="425" y="15"/>
                </a:lnTo>
                <a:close/>
              </a:path>
              <a:path w="471" h="15">
                <a:moveTo>
                  <a:pt x="434" y="8"/>
                </a:moveTo>
                <a:cubicBezTo>
                  <a:pt x="434" y="5"/>
                  <a:pt x="435" y="3"/>
                  <a:pt x="436" y="2"/>
                </a:cubicBezTo>
                <a:cubicBezTo>
                  <a:pt x="437" y="1"/>
                  <a:pt x="438" y="0"/>
                  <a:pt x="440" y="0"/>
                </a:cubicBezTo>
                <a:cubicBezTo>
                  <a:pt x="441" y="0"/>
                  <a:pt x="442" y="0"/>
                  <a:pt x="443" y="1"/>
                </a:cubicBezTo>
                <a:cubicBezTo>
                  <a:pt x="444" y="2"/>
                  <a:pt x="445" y="3"/>
                  <a:pt x="445" y="4"/>
                </a:cubicBezTo>
                <a:cubicBezTo>
                  <a:pt x="446" y="5"/>
                  <a:pt x="446" y="6"/>
                  <a:pt x="446" y="8"/>
                </a:cubicBezTo>
                <a:cubicBezTo>
                  <a:pt x="446" y="9"/>
                  <a:pt x="446" y="10"/>
                  <a:pt x="445" y="11"/>
                </a:cubicBezTo>
                <a:cubicBezTo>
                  <a:pt x="445" y="13"/>
                  <a:pt x="444" y="13"/>
                  <a:pt x="443" y="14"/>
                </a:cubicBezTo>
                <a:cubicBezTo>
                  <a:pt x="442" y="15"/>
                  <a:pt x="441" y="15"/>
                  <a:pt x="440" y="15"/>
                </a:cubicBezTo>
                <a:cubicBezTo>
                  <a:pt x="439" y="15"/>
                  <a:pt x="438" y="15"/>
                  <a:pt x="437" y="14"/>
                </a:cubicBezTo>
                <a:cubicBezTo>
                  <a:pt x="436" y="13"/>
                  <a:pt x="435" y="12"/>
                  <a:pt x="435" y="11"/>
                </a:cubicBezTo>
                <a:cubicBezTo>
                  <a:pt x="434" y="10"/>
                  <a:pt x="434" y="9"/>
                  <a:pt x="434" y="8"/>
                </a:cubicBezTo>
                <a:close/>
                <a:moveTo>
                  <a:pt x="436" y="8"/>
                </a:moveTo>
                <a:cubicBezTo>
                  <a:pt x="436" y="9"/>
                  <a:pt x="436" y="11"/>
                  <a:pt x="437" y="12"/>
                </a:cubicBezTo>
                <a:cubicBezTo>
                  <a:pt x="438" y="13"/>
                  <a:pt x="439" y="13"/>
                  <a:pt x="440" y="13"/>
                </a:cubicBezTo>
                <a:cubicBezTo>
                  <a:pt x="441" y="13"/>
                  <a:pt x="442" y="13"/>
                  <a:pt x="443" y="12"/>
                </a:cubicBezTo>
                <a:cubicBezTo>
                  <a:pt x="444" y="11"/>
                  <a:pt x="444" y="9"/>
                  <a:pt x="444" y="7"/>
                </a:cubicBezTo>
                <a:cubicBezTo>
                  <a:pt x="444" y="6"/>
                  <a:pt x="444" y="5"/>
                  <a:pt x="444" y="4"/>
                </a:cubicBezTo>
                <a:cubicBezTo>
                  <a:pt x="444" y="4"/>
                  <a:pt x="443" y="3"/>
                  <a:pt x="442" y="2"/>
                </a:cubicBezTo>
                <a:cubicBezTo>
                  <a:pt x="442" y="2"/>
                  <a:pt x="441" y="2"/>
                  <a:pt x="440" y="2"/>
                </a:cubicBezTo>
                <a:cubicBezTo>
                  <a:pt x="439" y="2"/>
                  <a:pt x="438" y="2"/>
                  <a:pt x="437" y="3"/>
                </a:cubicBezTo>
                <a:cubicBezTo>
                  <a:pt x="436" y="4"/>
                  <a:pt x="436" y="6"/>
                  <a:pt x="436" y="8"/>
                </a:cubicBezTo>
                <a:close/>
              </a:path>
              <a:path w="471" h="15">
                <a:moveTo>
                  <a:pt x="454" y="9"/>
                </a:moveTo>
                <a:lnTo>
                  <a:pt x="454" y="7"/>
                </a:lnTo>
                <a:lnTo>
                  <a:pt x="459" y="7"/>
                </a:lnTo>
                <a:lnTo>
                  <a:pt x="459" y="13"/>
                </a:lnTo>
                <a:cubicBezTo>
                  <a:pt x="458" y="13"/>
                  <a:pt x="457" y="14"/>
                  <a:pt x="456" y="14"/>
                </a:cubicBezTo>
                <a:cubicBezTo>
                  <a:pt x="456" y="15"/>
                  <a:pt x="455" y="15"/>
                  <a:pt x="454" y="15"/>
                </a:cubicBezTo>
                <a:cubicBezTo>
                  <a:pt x="453" y="15"/>
                  <a:pt x="451" y="15"/>
                  <a:pt x="450" y="14"/>
                </a:cubicBezTo>
                <a:cubicBezTo>
                  <a:pt x="449" y="13"/>
                  <a:pt x="449" y="13"/>
                  <a:pt x="448" y="11"/>
                </a:cubicBezTo>
                <a:cubicBezTo>
                  <a:pt x="448" y="10"/>
                  <a:pt x="447" y="9"/>
                  <a:pt x="447" y="8"/>
                </a:cubicBezTo>
                <a:cubicBezTo>
                  <a:pt x="447" y="6"/>
                  <a:pt x="448" y="5"/>
                  <a:pt x="448" y="4"/>
                </a:cubicBezTo>
                <a:cubicBezTo>
                  <a:pt x="449" y="2"/>
                  <a:pt x="449" y="2"/>
                  <a:pt x="450" y="1"/>
                </a:cubicBezTo>
                <a:cubicBezTo>
                  <a:pt x="451" y="0"/>
                  <a:pt x="452" y="0"/>
                  <a:pt x="454" y="0"/>
                </a:cubicBezTo>
                <a:cubicBezTo>
                  <a:pt x="455" y="0"/>
                  <a:pt x="455" y="0"/>
                  <a:pt x="456" y="1"/>
                </a:cubicBezTo>
                <a:cubicBezTo>
                  <a:pt x="457" y="1"/>
                  <a:pt x="457" y="1"/>
                  <a:pt x="458" y="2"/>
                </a:cubicBezTo>
                <a:cubicBezTo>
                  <a:pt x="458" y="3"/>
                  <a:pt x="459" y="3"/>
                  <a:pt x="459" y="4"/>
                </a:cubicBezTo>
                <a:lnTo>
                  <a:pt x="457" y="5"/>
                </a:lnTo>
                <a:cubicBezTo>
                  <a:pt x="457" y="4"/>
                  <a:pt x="457" y="3"/>
                  <a:pt x="457" y="3"/>
                </a:cubicBezTo>
                <a:cubicBezTo>
                  <a:pt x="456" y="3"/>
                  <a:pt x="456" y="2"/>
                  <a:pt x="455" y="2"/>
                </a:cubicBezTo>
                <a:cubicBezTo>
                  <a:pt x="455" y="2"/>
                  <a:pt x="454" y="2"/>
                  <a:pt x="454" y="2"/>
                </a:cubicBezTo>
                <a:cubicBezTo>
                  <a:pt x="453" y="2"/>
                  <a:pt x="452" y="2"/>
                  <a:pt x="452" y="2"/>
                </a:cubicBezTo>
                <a:cubicBezTo>
                  <a:pt x="451" y="2"/>
                  <a:pt x="451" y="3"/>
                  <a:pt x="450" y="3"/>
                </a:cubicBezTo>
                <a:cubicBezTo>
                  <a:pt x="450" y="4"/>
                  <a:pt x="450" y="4"/>
                  <a:pt x="450" y="5"/>
                </a:cubicBezTo>
                <a:cubicBezTo>
                  <a:pt x="449" y="5"/>
                  <a:pt x="449" y="6"/>
                  <a:pt x="449" y="7"/>
                </a:cubicBezTo>
                <a:cubicBezTo>
                  <a:pt x="449" y="9"/>
                  <a:pt x="449" y="10"/>
                  <a:pt x="450" y="11"/>
                </a:cubicBezTo>
                <a:cubicBezTo>
                  <a:pt x="450" y="12"/>
                  <a:pt x="451" y="12"/>
                  <a:pt x="451" y="13"/>
                </a:cubicBezTo>
                <a:cubicBezTo>
                  <a:pt x="452" y="13"/>
                  <a:pt x="453" y="13"/>
                  <a:pt x="454" y="13"/>
                </a:cubicBezTo>
                <a:cubicBezTo>
                  <a:pt x="454" y="13"/>
                  <a:pt x="455" y="13"/>
                  <a:pt x="456" y="13"/>
                </a:cubicBezTo>
                <a:cubicBezTo>
                  <a:pt x="456" y="12"/>
                  <a:pt x="457" y="12"/>
                  <a:pt x="457" y="12"/>
                </a:cubicBezTo>
                <a:lnTo>
                  <a:pt x="457" y="9"/>
                </a:lnTo>
                <a:lnTo>
                  <a:pt x="454" y="9"/>
                </a:lnTo>
                <a:close/>
              </a:path>
              <a:path w="471" h="15">
                <a:moveTo>
                  <a:pt x="464" y="15"/>
                </a:moveTo>
                <a:lnTo>
                  <a:pt x="464" y="9"/>
                </a:lnTo>
                <a:lnTo>
                  <a:pt x="460" y="0"/>
                </a:lnTo>
                <a:lnTo>
                  <a:pt x="462" y="0"/>
                </a:lnTo>
                <a:lnTo>
                  <a:pt x="464" y="5"/>
                </a:lnTo>
                <a:cubicBezTo>
                  <a:pt x="465" y="5"/>
                  <a:pt x="465" y="6"/>
                  <a:pt x="465" y="7"/>
                </a:cubicBezTo>
                <a:cubicBezTo>
                  <a:pt x="466" y="6"/>
                  <a:pt x="466" y="5"/>
                  <a:pt x="467" y="5"/>
                </a:cubicBezTo>
                <a:lnTo>
                  <a:pt x="469" y="0"/>
                </a:lnTo>
                <a:lnTo>
                  <a:pt x="471" y="0"/>
                </a:lnTo>
                <a:lnTo>
                  <a:pt x="466" y="9"/>
                </a:lnTo>
                <a:lnTo>
                  <a:pt x="466" y="15"/>
                </a:lnTo>
                <a:lnTo>
                  <a:pt x="464" y="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pic>
        <p:nvPicPr>
          <p:cNvPr id="109" name="图片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3760" y="124460"/>
            <a:ext cx="627380" cy="471170"/>
          </a:xfrm>
          <a:prstGeom prst="rect">
            <a:avLst/>
          </a:prstGeom>
          <a:ln>
            <a:noFill/>
          </a:ln>
        </p:spPr>
      </p:pic>
      <p:sp>
        <p:nvSpPr>
          <p:cNvPr id="38" name="bottom-takeaway"/>
          <p:cNvSpPr>
            <a:spLocks noGrp="1"/>
          </p:cNvSpPr>
          <p:nvPr/>
        </p:nvSpPr>
        <p:spPr>
          <a:xfrm>
            <a:off x="1624330" y="6012180"/>
            <a:ext cx="9147810" cy="513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ClrTx/>
              <a:buSzTx/>
              <a:buFontTx/>
              <a:buNone/>
            </a:pPr>
            <a:r>
              <a:rPr sz="1700" b="1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</a:rPr>
              <a:t>对齐后的表已经能做外部验证；没有模型稳定超过逻辑回归，GD 上风险被低估。</a:t>
            </a:r>
            <a:endParaRPr sz="2000" b="1">
              <a:solidFill>
                <a:srgbClr val="0070C0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00042" name="k1"/>
          <p:cNvSpPr/>
          <p:nvPr/>
        </p:nvSpPr>
        <p:spPr>
          <a:xfrm>
            <a:off x="1270000" y="2006600"/>
            <a:ext cx="2362200" cy="508000"/>
          </a:xfrm>
          <a:prstGeom prst="roundRect">
            <a:avLst/>
          </a:prstGeom>
          <a:solidFill>
            <a:srgbClr val="F7FAFD"/>
          </a:solidFill>
          <a:ln w="9525">
            <a:solidFill>
              <a:srgbClr val="C9D9EA"/>
            </a:solidFill>
          </a:ln>
        </p:spPr>
        <p:txBody>
          <a:bodyPr anchor="ctr"/>
          <a:lstStyle/>
          <a:p>
            <a:pPr algn="ctr"/>
            <a:r>
              <a:rPr lang="en-US" sz="1300" b="1">
                <a:solidFill>
                  <a:srgbClr val="0E5AA7"/>
                </a:solidFill>
                <a:latin typeface="微软雅黑"/>
                <a:ea typeface="微软雅黑"/>
              </a:rPr>
              <a:t>163/10  训练</a:t>
            </a:r>
            <a:endParaRPr lang="en-US" sz="1300" b="1">
              <a:solidFill>
                <a:srgbClr val="0E5AA7"/>
              </a:solidFill>
              <a:latin typeface="微软雅黑"/>
              <a:ea typeface="微软雅黑"/>
            </a:endParaRPr>
          </a:p>
        </p:txBody>
      </p:sp>
      <p:sp>
        <p:nvSpPr>
          <p:cNvPr id="100043" name="k2"/>
          <p:cNvSpPr/>
          <p:nvPr/>
        </p:nvSpPr>
        <p:spPr>
          <a:xfrm>
            <a:off x="3733800" y="2006600"/>
            <a:ext cx="2362200" cy="508000"/>
          </a:xfrm>
          <a:prstGeom prst="roundRect">
            <a:avLst/>
          </a:prstGeom>
          <a:solidFill>
            <a:srgbClr val="F7FAFD"/>
          </a:solidFill>
          <a:ln w="9525">
            <a:solidFill>
              <a:srgbClr val="C9D9EA"/>
            </a:solidFill>
          </a:ln>
        </p:spPr>
        <p:txBody>
          <a:bodyPr anchor="ctr"/>
          <a:lstStyle/>
          <a:p>
            <a:pPr algn="ctr"/>
            <a:r>
              <a:rPr lang="en-US" sz="1300" b="1">
                <a:solidFill>
                  <a:srgbClr val="0E5AA7"/>
                </a:solidFill>
                <a:latin typeface="微软雅黑"/>
                <a:ea typeface="微软雅黑"/>
              </a:rPr>
              <a:t>292/38  外部验证</a:t>
            </a:r>
            <a:endParaRPr lang="en-US" sz="1300" b="1">
              <a:solidFill>
                <a:srgbClr val="0E5AA7"/>
              </a:solidFill>
              <a:latin typeface="微软雅黑"/>
              <a:ea typeface="微软雅黑"/>
            </a:endParaRPr>
          </a:p>
        </p:txBody>
      </p:sp>
      <p:sp>
        <p:nvSpPr>
          <p:cNvPr id="100044" name="k3"/>
          <p:cNvSpPr/>
          <p:nvPr/>
        </p:nvSpPr>
        <p:spPr>
          <a:xfrm>
            <a:off x="6197600" y="2006600"/>
            <a:ext cx="2362200" cy="508000"/>
          </a:xfrm>
          <a:prstGeom prst="roundRect">
            <a:avLst/>
          </a:prstGeom>
          <a:solidFill>
            <a:srgbClr val="EAF4FB"/>
          </a:solidFill>
          <a:ln w="9525">
            <a:solidFill>
              <a:srgbClr val="C9D9EA"/>
            </a:solidFill>
          </a:ln>
        </p:spPr>
        <p:txBody>
          <a:bodyPr anchor="ctr"/>
          <a:lstStyle/>
          <a:p>
            <a:pPr algn="ctr"/>
            <a:r>
              <a:rPr lang="en-US" sz="1300" b="1">
                <a:solidFill>
                  <a:srgbClr val="0E5AA7"/>
                </a:solidFill>
                <a:latin typeface="微软雅黑"/>
                <a:ea typeface="微软雅黑"/>
              </a:rPr>
              <a:t>26/38  当天转重</a:t>
            </a:r>
            <a:endParaRPr lang="en-US" sz="1300" b="1">
              <a:solidFill>
                <a:srgbClr val="0E5AA7"/>
              </a:solidFill>
              <a:latin typeface="微软雅黑"/>
              <a:ea typeface="微软雅黑"/>
            </a:endParaRPr>
          </a:p>
        </p:txBody>
      </p:sp>
      <p:sp>
        <p:nvSpPr>
          <p:cNvPr id="100045" name="k4"/>
          <p:cNvSpPr/>
          <p:nvPr/>
        </p:nvSpPr>
        <p:spPr>
          <a:xfrm>
            <a:off x="8661400" y="2006600"/>
            <a:ext cx="2362200" cy="508000"/>
          </a:xfrm>
          <a:prstGeom prst="roundRect">
            <a:avLst/>
          </a:prstGeom>
          <a:solidFill>
            <a:srgbClr val="EAF4FB"/>
          </a:solidFill>
          <a:ln w="9525">
            <a:solidFill>
              <a:srgbClr val="C9D9EA"/>
            </a:solidFill>
          </a:ln>
        </p:spPr>
        <p:txBody>
          <a:bodyPr anchor="ctr"/>
          <a:lstStyle/>
          <a:p>
            <a:pPr algn="ctr"/>
            <a:r>
              <a:rPr lang="en-US" sz="1300" b="1">
                <a:solidFill>
                  <a:srgbClr val="0E5AA7"/>
                </a:solidFill>
                <a:latin typeface="微软雅黑"/>
                <a:ea typeface="微软雅黑"/>
              </a:rPr>
              <a:t>O/E 1.18–2.81</a:t>
            </a:r>
            <a:endParaRPr lang="en-US" sz="1300" b="1">
              <a:solidFill>
                <a:srgbClr val="0E5AA7"/>
              </a:solidFill>
              <a:latin typeface="微软雅黑"/>
              <a:ea typeface="微软雅黑"/>
            </a:endParaRPr>
          </a:p>
        </p:txBody>
      </p:sp>
      <p:sp>
        <p:nvSpPr>
          <p:cNvPr id="100046" name="n1bg"/>
          <p:cNvSpPr/>
          <p:nvPr/>
        </p:nvSpPr>
        <p:spPr>
          <a:xfrm>
            <a:off x="6959600" y="2667000"/>
            <a:ext cx="4064000" cy="914400"/>
          </a:xfrm>
          <a:prstGeom prst="roundRect">
            <a:avLst/>
          </a:prstGeom>
          <a:solidFill>
            <a:srgbClr val="F7FAFD"/>
          </a:solidFill>
          <a:ln w="9525">
            <a:solidFill>
              <a:srgbClr val="C9D9EA"/>
            </a:solidFill>
          </a:ln>
        </p:spPr>
        <p:txBody>
          <a:bodyPr/>
          <a:lstStyle/>
          <a:p/>
        </p:txBody>
      </p:sp>
      <p:sp>
        <p:nvSpPr>
          <p:cNvPr id="100047" name="n1h"/>
          <p:cNvSpPr txBox="1"/>
          <p:nvPr/>
        </p:nvSpPr>
        <p:spPr>
          <a:xfrm>
            <a:off x="7112000" y="2717800"/>
            <a:ext cx="3759200" cy="304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1400" b="1">
                <a:solidFill>
                  <a:srgbClr val="0E5AA7"/>
                </a:solidFill>
                <a:latin typeface="微软雅黑"/>
                <a:ea typeface="微软雅黑"/>
              </a:rPr>
              <a:t>训练和验证已经分开</a:t>
            </a:r>
            <a:endParaRPr lang="en-US" sz="1400" b="1">
              <a:solidFill>
                <a:srgbClr val="0E5AA7"/>
              </a:solidFill>
              <a:latin typeface="微软雅黑"/>
              <a:ea typeface="微软雅黑"/>
            </a:endParaRPr>
          </a:p>
        </p:txBody>
      </p:sp>
      <p:sp>
        <p:nvSpPr>
          <p:cNvPr id="100048" name="n1b"/>
          <p:cNvSpPr txBox="1"/>
          <p:nvPr/>
        </p:nvSpPr>
        <p:spPr>
          <a:xfrm>
            <a:off x="7112000" y="3048000"/>
            <a:ext cx="3759200" cy="508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US" sz="1200" b="0">
                <a:solidFill>
                  <a:srgbClr val="1F2937"/>
                </a:solidFill>
                <a:latin typeface="微软雅黑"/>
                <a:ea typeface="微软雅黑"/>
              </a:rPr>
              <a:t>广安门训练，省中医院只评一次。输入是索引日附近每个变量的第一个值，加年龄和性别。</a:t>
            </a:r>
            <a:endParaRPr lang="en-US" sz="1200" b="0">
              <a:solidFill>
                <a:srgbClr val="1F2937"/>
              </a:solidFill>
              <a:latin typeface="微软雅黑"/>
              <a:ea typeface="微软雅黑"/>
            </a:endParaRPr>
          </a:p>
        </p:txBody>
      </p:sp>
      <p:sp>
        <p:nvSpPr>
          <p:cNvPr id="100049" name="n2bg"/>
          <p:cNvSpPr/>
          <p:nvPr/>
        </p:nvSpPr>
        <p:spPr>
          <a:xfrm>
            <a:off x="6959600" y="3683000"/>
            <a:ext cx="4064000" cy="914400"/>
          </a:xfrm>
          <a:prstGeom prst="roundRect">
            <a:avLst/>
          </a:prstGeom>
          <a:solidFill>
            <a:srgbClr val="F7FAFD"/>
          </a:solidFill>
          <a:ln w="9525">
            <a:solidFill>
              <a:srgbClr val="C9D9EA"/>
            </a:solidFill>
          </a:ln>
        </p:spPr>
        <p:txBody>
          <a:bodyPr/>
          <a:lstStyle/>
          <a:p/>
        </p:txBody>
      </p:sp>
      <p:sp>
        <p:nvSpPr>
          <p:cNvPr id="100050" name="n2h"/>
          <p:cNvSpPr txBox="1"/>
          <p:nvPr/>
        </p:nvSpPr>
        <p:spPr>
          <a:xfrm>
            <a:off x="7112000" y="3733800"/>
            <a:ext cx="3759200" cy="304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1400" b="1">
                <a:solidFill>
                  <a:srgbClr val="0E5AA7"/>
                </a:solidFill>
                <a:latin typeface="微软雅黑"/>
                <a:ea typeface="微软雅黑"/>
              </a:rPr>
              <a:t>基础模型没有拉开差距</a:t>
            </a:r>
            <a:endParaRPr lang="en-US" sz="1400" b="1">
              <a:solidFill>
                <a:srgbClr val="0E5AA7"/>
              </a:solidFill>
              <a:latin typeface="微软雅黑"/>
              <a:ea typeface="微软雅黑"/>
            </a:endParaRPr>
          </a:p>
        </p:txBody>
      </p:sp>
      <p:sp>
        <p:nvSpPr>
          <p:cNvPr id="100051" name="n2b"/>
          <p:cNvSpPr txBox="1"/>
          <p:nvPr/>
        </p:nvSpPr>
        <p:spPr>
          <a:xfrm>
            <a:off x="7112000" y="4064000"/>
            <a:ext cx="3759200" cy="508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US" sz="1200" b="0">
                <a:solidFill>
                  <a:srgbClr val="1F2937"/>
                </a:solidFill>
                <a:latin typeface="微软雅黑"/>
                <a:ea typeface="微软雅黑"/>
              </a:rPr>
              <a:t>TabPFN 比逻辑回归高 0.007，区间跨过 0。MIRA 低 0.124，区间不含 0。</a:t>
            </a:r>
            <a:endParaRPr lang="en-US" sz="1200" b="0">
              <a:solidFill>
                <a:srgbClr val="1F2937"/>
              </a:solidFill>
              <a:latin typeface="微软雅黑"/>
              <a:ea typeface="微软雅黑"/>
            </a:endParaRPr>
          </a:p>
        </p:txBody>
      </p:sp>
      <p:sp>
        <p:nvSpPr>
          <p:cNvPr id="100052" name="n3bg"/>
          <p:cNvSpPr/>
          <p:nvPr/>
        </p:nvSpPr>
        <p:spPr>
          <a:xfrm>
            <a:off x="6959600" y="4699000"/>
            <a:ext cx="4064000" cy="990600"/>
          </a:xfrm>
          <a:prstGeom prst="roundRect">
            <a:avLst/>
          </a:prstGeom>
          <a:solidFill>
            <a:srgbClr val="F7FAFD"/>
          </a:solidFill>
          <a:ln w="9525">
            <a:solidFill>
              <a:srgbClr val="C9D9EA"/>
            </a:solidFill>
          </a:ln>
        </p:spPr>
        <p:txBody>
          <a:bodyPr/>
          <a:lstStyle/>
          <a:p/>
        </p:txBody>
      </p:sp>
      <p:sp>
        <p:nvSpPr>
          <p:cNvPr id="100053" name="n3h"/>
          <p:cNvSpPr txBox="1"/>
          <p:nvPr/>
        </p:nvSpPr>
        <p:spPr>
          <a:xfrm>
            <a:off x="7112000" y="4749800"/>
            <a:ext cx="3759200" cy="304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1400" b="1">
                <a:solidFill>
                  <a:srgbClr val="0E5AA7"/>
                </a:solidFill>
                <a:latin typeface="微软雅黑"/>
                <a:ea typeface="微软雅黑"/>
              </a:rPr>
              <a:t>当天事件限制了解读</a:t>
            </a:r>
            <a:endParaRPr lang="en-US" sz="1400" b="1">
              <a:solidFill>
                <a:srgbClr val="0E5AA7"/>
              </a:solidFill>
              <a:latin typeface="微软雅黑"/>
              <a:ea typeface="微软雅黑"/>
            </a:endParaRPr>
          </a:p>
        </p:txBody>
      </p:sp>
      <p:sp>
        <p:nvSpPr>
          <p:cNvPr id="100054" name="n3b"/>
          <p:cNvSpPr txBox="1"/>
          <p:nvPr/>
        </p:nvSpPr>
        <p:spPr>
          <a:xfrm>
            <a:off x="7112000" y="5080000"/>
            <a:ext cx="3759200" cy="5334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US" sz="1200" b="0">
                <a:solidFill>
                  <a:srgbClr val="1F2937"/>
                </a:solidFill>
                <a:latin typeface="微软雅黑"/>
                <a:ea typeface="微软雅黑"/>
              </a:rPr>
              <a:t>38 个事件里 26 个在索引当天。只看次日之后新发，剩下 9 个事件，模型分不开。</a:t>
            </a:r>
            <a:endParaRPr lang="en-US" sz="1200" b="0">
              <a:solidFill>
                <a:srgbClr val="1F2937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100055" name="s4chart"/>
          <p:cNvGraphicFramePr/>
          <p:nvPr/>
        </p:nvGraphicFramePr>
        <p:xfrm>
          <a:off x="1219200" y="2616200"/>
          <a:ext cx="5588000" cy="307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>
            <a:spLocks noGrp="1"/>
          </p:cNvSpPr>
          <p:nvPr/>
        </p:nvSpPr>
        <p:spPr>
          <a:xfrm>
            <a:off x="815340" y="902970"/>
            <a:ext cx="6209030" cy="10922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</p:sp>
      <p:cxnSp>
        <p:nvCxnSpPr>
          <p:cNvPr id="86" name="Line 3"/>
          <p:cNvCxnSpPr/>
          <p:nvPr/>
        </p:nvCxnSpPr>
        <p:spPr>
          <a:xfrm>
            <a:off x="815340" y="902970"/>
            <a:ext cx="10610850" cy="0"/>
          </a:xfrm>
          <a:prstGeom prst="straightConnector1">
            <a:avLst/>
          </a:prstGeom>
          <a:ln w="13546">
            <a:solidFill>
              <a:srgbClr val="0070C0"/>
            </a:solidFill>
          </a:ln>
        </p:spPr>
      </p:cxnSp>
      <p:sp>
        <p:nvSpPr>
          <p:cNvPr id="4" name="矩形: 圆角 13-shape"/>
          <p:cNvSpPr>
            <a:spLocks noGrp="1"/>
          </p:cNvSpPr>
          <p:nvPr/>
        </p:nvSpPr>
        <p:spPr>
          <a:xfrm>
            <a:off x="1066800" y="1059180"/>
            <a:ext cx="10287000" cy="685800"/>
          </a:xfrm>
          <a:prstGeom prst="roundRect">
            <a:avLst>
              <a:gd name="adj" fmla="val 3962"/>
            </a:avLst>
          </a:prstGeom>
          <a:solidFill>
            <a:srgbClr val="FFFFFF"/>
          </a:solidFill>
          <a:ln>
            <a:noFill/>
          </a:ln>
          <a:effectLst>
            <a:outerShdw blurRad="571500" algn="bl" rotWithShape="0">
              <a:srgbClr val="0070C0">
                <a:alpha val="20000"/>
              </a:srgbClr>
            </a:outerShdw>
          </a:effectLst>
        </p:spPr>
      </p:sp>
      <p:sp>
        <p:nvSpPr>
          <p:cNvPr id="5" name="矩形: 圆角 13-text"/>
          <p:cNvSpPr>
            <a:spLocks noGrp="1"/>
          </p:cNvSpPr>
          <p:nvPr/>
        </p:nvSpPr>
        <p:spPr>
          <a:xfrm>
            <a:off x="1066800" y="1059180"/>
            <a:ext cx="10287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285750" indent="-285750" algn="l">
              <a:lnSpc>
                <a:spcPct val="100000"/>
              </a:lnSpc>
              <a:buClrTx/>
              <a:buSzTx/>
              <a:buFont typeface="Wingdings" panose="05000000000000000000"/>
              <a:buChar char="p"/>
            </a:pPr>
            <a:r>
              <a:rPr lang="zh-CN" altLang="en-US" sz="2000">
                <a:latin typeface="微软雅黑" charset="-122"/>
                <a:ea typeface="微软雅黑" charset="-122"/>
                <a:cs typeface="微软雅黑" charset="-122"/>
              </a:rPr>
              <a:t>目前的对齐尚不完全</a:t>
            </a:r>
            <a:r>
              <a:rPr lang="en-US" altLang="zh-CN" sz="2000">
                <a:latin typeface="微软雅黑" charset="-122"/>
                <a:ea typeface="微软雅黑" charset="-122"/>
                <a:cs typeface="微软雅黑" charset="-122"/>
              </a:rPr>
              <a:t>，</a:t>
            </a:r>
            <a:r>
              <a:rPr lang="zh-CN" altLang="en-US" sz="2000">
                <a:latin typeface="微软雅黑" charset="-122"/>
                <a:ea typeface="微软雅黑" charset="-122"/>
                <a:cs typeface="微软雅黑" charset="-122"/>
              </a:rPr>
              <a:t>需要进一步分析各个变量在各自数据集中的实际含义</a:t>
            </a:r>
            <a:r>
              <a:rPr lang="en-US" altLang="zh-CN" sz="2000">
                <a:latin typeface="微软雅黑" charset="-122"/>
                <a:ea typeface="微软雅黑" charset="-122"/>
                <a:cs typeface="微软雅黑" charset="-122"/>
              </a:rPr>
              <a:t>、</a:t>
            </a:r>
            <a:r>
              <a:rPr lang="zh-CN" altLang="en-US" sz="2000">
                <a:latin typeface="微软雅黑" charset="-122"/>
                <a:ea typeface="微软雅黑" charset="-122"/>
                <a:cs typeface="微软雅黑" charset="-122"/>
              </a:rPr>
              <a:t>指标单位</a:t>
            </a:r>
            <a:r>
              <a:rPr lang="en-US" altLang="zh-CN" sz="2000">
                <a:latin typeface="微软雅黑" charset="-122"/>
                <a:ea typeface="微软雅黑" charset="-122"/>
                <a:cs typeface="微软雅黑" charset="-122"/>
              </a:rPr>
              <a:t>、</a:t>
            </a:r>
            <a:r>
              <a:rPr lang="zh-CN" altLang="en-US" sz="2000">
                <a:latin typeface="微软雅黑" charset="-122"/>
                <a:ea typeface="微软雅黑" charset="-122"/>
                <a:cs typeface="微软雅黑" charset="-122"/>
              </a:rPr>
              <a:t>测量方式等</a:t>
            </a:r>
            <a:r>
              <a:rPr lang="en-US" altLang="zh-CN" sz="2000">
                <a:latin typeface="微软雅黑" charset="-122"/>
                <a:ea typeface="微软雅黑" charset="-122"/>
                <a:cs typeface="微软雅黑" charset="-122"/>
              </a:rPr>
              <a:t>，</a:t>
            </a:r>
            <a:r>
              <a:rPr lang="zh-CN" altLang="en-US" sz="2000">
                <a:latin typeface="微软雅黑" charset="-122"/>
                <a:ea typeface="微软雅黑" charset="-122"/>
                <a:cs typeface="微软雅黑" charset="-122"/>
              </a:rPr>
              <a:t>同时还要注意时间尺度问题；同时实验也需要</a:t>
            </a:r>
            <a:r>
              <a:rPr lang="zh-CN" altLang="en-US" sz="2000">
                <a:latin typeface="微软雅黑" charset="-122"/>
                <a:ea typeface="微软雅黑" charset="-122"/>
                <a:cs typeface="微软雅黑" charset="-122"/>
              </a:rPr>
              <a:t>进一步完善</a:t>
            </a:r>
            <a:endParaRPr lang="zh-CN" altLang="en-US" sz="20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6" name="矩形: 圆角 16"/>
          <p:cNvSpPr>
            <a:spLocks noGrp="1"/>
          </p:cNvSpPr>
          <p:nvPr/>
        </p:nvSpPr>
        <p:spPr>
          <a:xfrm>
            <a:off x="1066800" y="1875790"/>
            <a:ext cx="10287000" cy="3948430"/>
          </a:xfrm>
          <a:prstGeom prst="roundRect">
            <a:avLst>
              <a:gd name="adj" fmla="val 2882"/>
            </a:avLst>
          </a:prstGeom>
          <a:solidFill>
            <a:srgbClr val="FFFFFF"/>
          </a:solidFill>
          <a:ln>
            <a:noFill/>
          </a:ln>
          <a:effectLst>
            <a:outerShdw blurRad="571500" algn="bl" rotWithShape="0">
              <a:srgbClr val="0070C0">
                <a:alpha val="20000"/>
              </a:srgbClr>
            </a:outerShdw>
          </a:effectLst>
        </p:spPr>
      </p:sp>
      <p:sp>
        <p:nvSpPr>
          <p:cNvPr id="7" name="圆角矩形 26"/>
          <p:cNvSpPr>
            <a:spLocks noGrp="1"/>
          </p:cNvSpPr>
          <p:nvPr/>
        </p:nvSpPr>
        <p:spPr>
          <a:xfrm>
            <a:off x="1122680" y="5967730"/>
            <a:ext cx="10179050" cy="6019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rgbClr val="D9D9D9"/>
            </a:solidFill>
          </a:ln>
        </p:spPr>
      </p:sp>
      <p:sp>
        <p:nvSpPr>
          <p:cNvPr id="8" name="矩形 93"/>
          <p:cNvSpPr>
            <a:spLocks noGrp="1"/>
          </p:cNvSpPr>
          <p:nvPr/>
        </p:nvSpPr>
        <p:spPr>
          <a:xfrm>
            <a:off x="1066800" y="5928360"/>
            <a:ext cx="355600" cy="28829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rgbClr val="1D4999"/>
          </a:solidFill>
          <a:ln>
            <a:noFill/>
          </a:ln>
        </p:spPr>
      </p:sp>
      <p:sp>
        <p:nvSpPr>
          <p:cNvPr id="9" name="矩形 93-2"/>
          <p:cNvSpPr>
            <a:spLocks noGrp="1"/>
          </p:cNvSpPr>
          <p:nvPr/>
        </p:nvSpPr>
        <p:spPr>
          <a:xfrm rot="10800000">
            <a:off x="10998200" y="6342380"/>
            <a:ext cx="355600" cy="28829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rgbClr val="1D4999"/>
          </a:solidFill>
          <a:ln>
            <a:noFill/>
          </a:ln>
        </p:spPr>
      </p:sp>
      <p:sp>
        <p:nvSpPr>
          <p:cNvPr id="10" name="灯片编号占位符 5"/>
          <p:cNvSpPr>
            <a:spLocks noGrp="1"/>
          </p:cNvSpPr>
          <p:nvPr/>
        </p:nvSpPr>
        <p:spPr>
          <a:xfrm>
            <a:off x="11506200" y="643001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1200" i="0">
                <a:solidFill>
                  <a:srgbClr val="555555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5</a:t>
            </a:r>
            <a:endParaRPr sz="1200"/>
          </a:p>
        </p:txBody>
      </p:sp>
      <p:sp>
        <p:nvSpPr>
          <p:cNvPr id="11" name="矩形 19"/>
          <p:cNvSpPr>
            <a:spLocks noGrp="1"/>
          </p:cNvSpPr>
          <p:nvPr/>
        </p:nvSpPr>
        <p:spPr>
          <a:xfrm>
            <a:off x="0" y="91440"/>
            <a:ext cx="2393315" cy="584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sz="3200" b="1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 </a:t>
            </a:r>
            <a:r>
              <a:rPr lang="zh-CN" altLang="en-US" sz="3200" b="1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仍有的</a:t>
            </a:r>
            <a:r>
              <a:rPr lang="zh-CN" altLang="en-US" sz="3200" b="1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不足</a:t>
            </a:r>
            <a:endParaRPr lang="zh-CN" altLang="en-US" sz="3200" b="1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2" name="Rectangle 7"/>
          <p:cNvSpPr>
            <a:spLocks noGrp="1"/>
          </p:cNvSpPr>
          <p:nvPr/>
        </p:nvSpPr>
        <p:spPr>
          <a:xfrm>
            <a:off x="9972040" y="467360"/>
            <a:ext cx="180340" cy="6350"/>
          </a:xfrm>
          <a:prstGeom prst="rect">
            <a:avLst/>
          </a:prstGeom>
          <a:solidFill>
            <a:srgbClr val="005A9F"/>
          </a:solidFill>
          <a:ln>
            <a:noFill/>
          </a:ln>
        </p:spPr>
      </p:sp>
      <p:sp>
        <p:nvSpPr>
          <p:cNvPr id="13" name="Freeform 8"/>
          <p:cNvSpPr>
            <a:spLocks noGrp="1"/>
          </p:cNvSpPr>
          <p:nvPr/>
        </p:nvSpPr>
        <p:spPr>
          <a:xfrm>
            <a:off x="9862820" y="238760"/>
            <a:ext cx="400050" cy="256540"/>
          </a:xfrm>
          <a:custGeom>
            <a:avLst/>
            <a:gdLst/>
            <a:ahLst/>
            <a:cxnLst/>
            <a:rect l="l" t="t" r="r" b="b"/>
            <a:pathLst>
              <a:path w="259" h="165">
                <a:moveTo>
                  <a:pt x="129" y="4"/>
                </a:moveTo>
                <a:cubicBezTo>
                  <a:pt x="198" y="4"/>
                  <a:pt x="255" y="39"/>
                  <a:pt x="255" y="83"/>
                </a:cubicBezTo>
                <a:cubicBezTo>
                  <a:pt x="255" y="126"/>
                  <a:pt x="198" y="161"/>
                  <a:pt x="129" y="161"/>
                </a:cubicBezTo>
                <a:cubicBezTo>
                  <a:pt x="61" y="161"/>
                  <a:pt x="4" y="126"/>
                  <a:pt x="4" y="83"/>
                </a:cubicBezTo>
                <a:cubicBezTo>
                  <a:pt x="4" y="39"/>
                  <a:pt x="61" y="4"/>
                  <a:pt x="129" y="4"/>
                </a:cubicBezTo>
                <a:close/>
                <a:moveTo>
                  <a:pt x="129" y="0"/>
                </a:moveTo>
                <a:cubicBezTo>
                  <a:pt x="201" y="0"/>
                  <a:pt x="259" y="37"/>
                  <a:pt x="259" y="83"/>
                </a:cubicBezTo>
                <a:cubicBezTo>
                  <a:pt x="259" y="128"/>
                  <a:pt x="201" y="165"/>
                  <a:pt x="129" y="165"/>
                </a:cubicBezTo>
                <a:cubicBezTo>
                  <a:pt x="58" y="165"/>
                  <a:pt x="0" y="128"/>
                  <a:pt x="0" y="83"/>
                </a:cubicBezTo>
                <a:cubicBezTo>
                  <a:pt x="0" y="37"/>
                  <a:pt x="58" y="0"/>
                  <a:pt x="129" y="0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4" name="Freeform 9"/>
          <p:cNvSpPr>
            <a:spLocks noGrp="1"/>
          </p:cNvSpPr>
          <p:nvPr/>
        </p:nvSpPr>
        <p:spPr>
          <a:xfrm>
            <a:off x="9899650" y="238760"/>
            <a:ext cx="326390" cy="256540"/>
          </a:xfrm>
          <a:custGeom>
            <a:avLst/>
            <a:gdLst/>
            <a:ahLst/>
            <a:cxnLst/>
            <a:rect l="l" t="t" r="r" b="b"/>
            <a:pathLst>
              <a:path w="211" h="165">
                <a:moveTo>
                  <a:pt x="105" y="4"/>
                </a:moveTo>
                <a:cubicBezTo>
                  <a:pt x="161" y="4"/>
                  <a:pt x="207" y="39"/>
                  <a:pt x="207" y="83"/>
                </a:cubicBezTo>
                <a:cubicBezTo>
                  <a:pt x="207" y="126"/>
                  <a:pt x="161" y="161"/>
                  <a:pt x="105" y="161"/>
                </a:cubicBezTo>
                <a:cubicBezTo>
                  <a:pt x="50" y="161"/>
                  <a:pt x="4" y="126"/>
                  <a:pt x="4" y="83"/>
                </a:cubicBezTo>
                <a:cubicBezTo>
                  <a:pt x="4" y="39"/>
                  <a:pt x="50" y="4"/>
                  <a:pt x="105" y="4"/>
                </a:cubicBezTo>
                <a:close/>
                <a:moveTo>
                  <a:pt x="105" y="0"/>
                </a:moveTo>
                <a:cubicBezTo>
                  <a:pt x="163" y="0"/>
                  <a:pt x="211" y="37"/>
                  <a:pt x="211" y="83"/>
                </a:cubicBezTo>
                <a:cubicBezTo>
                  <a:pt x="211" y="128"/>
                  <a:pt x="163" y="165"/>
                  <a:pt x="105" y="165"/>
                </a:cubicBezTo>
                <a:cubicBezTo>
                  <a:pt x="48" y="165"/>
                  <a:pt x="0" y="128"/>
                  <a:pt x="0" y="83"/>
                </a:cubicBezTo>
                <a:cubicBezTo>
                  <a:pt x="0" y="37"/>
                  <a:pt x="48" y="0"/>
                  <a:pt x="105" y="0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5" name="Freeform 10"/>
          <p:cNvSpPr>
            <a:spLocks noGrp="1"/>
          </p:cNvSpPr>
          <p:nvPr/>
        </p:nvSpPr>
        <p:spPr>
          <a:xfrm>
            <a:off x="9777730" y="157480"/>
            <a:ext cx="568960" cy="412750"/>
          </a:xfrm>
          <a:custGeom>
            <a:avLst/>
            <a:gdLst/>
            <a:ahLst/>
            <a:cxnLst/>
            <a:rect l="l" t="t" r="r" b="b"/>
            <a:pathLst>
              <a:path w="368" h="265">
                <a:moveTo>
                  <a:pt x="184" y="0"/>
                </a:moveTo>
                <a:cubicBezTo>
                  <a:pt x="286" y="0"/>
                  <a:pt x="368" y="60"/>
                  <a:pt x="368" y="133"/>
                </a:cubicBezTo>
                <a:cubicBezTo>
                  <a:pt x="368" y="206"/>
                  <a:pt x="286" y="265"/>
                  <a:pt x="184" y="265"/>
                </a:cubicBezTo>
                <a:cubicBezTo>
                  <a:pt x="83" y="265"/>
                  <a:pt x="0" y="206"/>
                  <a:pt x="0" y="133"/>
                </a:cubicBezTo>
                <a:cubicBezTo>
                  <a:pt x="0" y="60"/>
                  <a:pt x="83" y="0"/>
                  <a:pt x="184" y="0"/>
                </a:cubicBezTo>
                <a:close/>
                <a:moveTo>
                  <a:pt x="184" y="7"/>
                </a:moveTo>
                <a:cubicBezTo>
                  <a:pt x="280" y="7"/>
                  <a:pt x="359" y="64"/>
                  <a:pt x="359" y="133"/>
                </a:cubicBezTo>
                <a:cubicBezTo>
                  <a:pt x="359" y="202"/>
                  <a:pt x="280" y="258"/>
                  <a:pt x="184" y="258"/>
                </a:cubicBezTo>
                <a:cubicBezTo>
                  <a:pt x="88" y="258"/>
                  <a:pt x="9" y="202"/>
                  <a:pt x="9" y="133"/>
                </a:cubicBezTo>
                <a:cubicBezTo>
                  <a:pt x="9" y="64"/>
                  <a:pt x="88" y="7"/>
                  <a:pt x="184" y="7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6" name="Freeform 11"/>
          <p:cNvSpPr>
            <a:spLocks noGrp="1"/>
          </p:cNvSpPr>
          <p:nvPr/>
        </p:nvSpPr>
        <p:spPr>
          <a:xfrm>
            <a:off x="10007600" y="447040"/>
            <a:ext cx="107950" cy="17780"/>
          </a:xfrm>
          <a:custGeom>
            <a:avLst/>
            <a:gdLst/>
            <a:ahLst/>
            <a:cxnLst/>
            <a:rect l="l" t="t" r="r" b="b"/>
            <a:pathLst>
              <a:path w="70" h="11">
                <a:moveTo>
                  <a:pt x="0" y="0"/>
                </a:moveTo>
                <a:lnTo>
                  <a:pt x="1" y="0"/>
                </a:lnTo>
                <a:lnTo>
                  <a:pt x="2" y="6"/>
                </a:lnTo>
                <a:cubicBezTo>
                  <a:pt x="3" y="6"/>
                  <a:pt x="3" y="7"/>
                  <a:pt x="3" y="7"/>
                </a:cubicBezTo>
                <a:cubicBezTo>
                  <a:pt x="3" y="7"/>
                  <a:pt x="3" y="8"/>
                  <a:pt x="3" y="8"/>
                </a:cubicBezTo>
                <a:cubicBezTo>
                  <a:pt x="3" y="8"/>
                  <a:pt x="3" y="7"/>
                  <a:pt x="3" y="6"/>
                </a:cubicBezTo>
                <a:cubicBezTo>
                  <a:pt x="3" y="6"/>
                  <a:pt x="3" y="6"/>
                  <a:pt x="3" y="6"/>
                </a:cubicBezTo>
                <a:lnTo>
                  <a:pt x="4" y="0"/>
                </a:lnTo>
                <a:lnTo>
                  <a:pt x="5" y="0"/>
                </a:lnTo>
                <a:lnTo>
                  <a:pt x="7" y="6"/>
                </a:lnTo>
                <a:cubicBezTo>
                  <a:pt x="7" y="6"/>
                  <a:pt x="7" y="7"/>
                  <a:pt x="7" y="7"/>
                </a:cubicBezTo>
                <a:cubicBezTo>
                  <a:pt x="7" y="7"/>
                  <a:pt x="7" y="8"/>
                  <a:pt x="7" y="8"/>
                </a:cubicBezTo>
                <a:cubicBezTo>
                  <a:pt x="7" y="8"/>
                  <a:pt x="7" y="7"/>
                  <a:pt x="7" y="7"/>
                </a:cubicBezTo>
                <a:cubicBezTo>
                  <a:pt x="7" y="7"/>
                  <a:pt x="7" y="6"/>
                  <a:pt x="7" y="6"/>
                </a:cubicBezTo>
                <a:lnTo>
                  <a:pt x="8" y="0"/>
                </a:lnTo>
                <a:lnTo>
                  <a:pt x="10" y="0"/>
                </a:lnTo>
                <a:lnTo>
                  <a:pt x="7" y="10"/>
                </a:lnTo>
                <a:lnTo>
                  <a:pt x="6" y="10"/>
                </a:lnTo>
                <a:lnTo>
                  <a:pt x="5" y="5"/>
                </a:lnTo>
                <a:cubicBezTo>
                  <a:pt x="5" y="4"/>
                  <a:pt x="5" y="4"/>
                  <a:pt x="5" y="4"/>
                </a:cubicBezTo>
                <a:cubicBezTo>
                  <a:pt x="5" y="3"/>
                  <a:pt x="5" y="3"/>
                  <a:pt x="5" y="2"/>
                </a:cubicBezTo>
                <a:cubicBezTo>
                  <a:pt x="5" y="3"/>
                  <a:pt x="5" y="3"/>
                  <a:pt x="5" y="4"/>
                </a:cubicBezTo>
                <a:cubicBezTo>
                  <a:pt x="5" y="4"/>
                  <a:pt x="5" y="4"/>
                  <a:pt x="4" y="5"/>
                </a:cubicBezTo>
                <a:lnTo>
                  <a:pt x="3" y="10"/>
                </a:lnTo>
                <a:lnTo>
                  <a:pt x="2" y="10"/>
                </a:lnTo>
                <a:lnTo>
                  <a:pt x="0" y="0"/>
                </a:lnTo>
                <a:close/>
              </a:path>
              <a:path w="70" h="11">
                <a:moveTo>
                  <a:pt x="10" y="0"/>
                </a:moveTo>
                <a:lnTo>
                  <a:pt x="12" y="0"/>
                </a:lnTo>
                <a:lnTo>
                  <a:pt x="12" y="7"/>
                </a:lnTo>
                <a:cubicBezTo>
                  <a:pt x="12" y="8"/>
                  <a:pt x="12" y="8"/>
                  <a:pt x="12" y="9"/>
                </a:cubicBezTo>
                <a:cubicBezTo>
                  <a:pt x="12" y="9"/>
                  <a:pt x="13" y="9"/>
                  <a:pt x="13" y="9"/>
                </a:cubicBezTo>
                <a:cubicBezTo>
                  <a:pt x="14" y="9"/>
                  <a:pt x="14" y="9"/>
                  <a:pt x="15" y="9"/>
                </a:cubicBezTo>
                <a:cubicBezTo>
                  <a:pt x="15" y="8"/>
                  <a:pt x="15" y="8"/>
                  <a:pt x="15" y="7"/>
                </a:cubicBezTo>
                <a:lnTo>
                  <a:pt x="15" y="0"/>
                </a:lnTo>
                <a:lnTo>
                  <a:pt x="16" y="0"/>
                </a:lnTo>
                <a:lnTo>
                  <a:pt x="16" y="7"/>
                </a:lnTo>
                <a:cubicBezTo>
                  <a:pt x="16" y="8"/>
                  <a:pt x="16" y="9"/>
                  <a:pt x="15" y="10"/>
                </a:cubicBezTo>
                <a:cubicBezTo>
                  <a:pt x="15" y="10"/>
                  <a:pt x="14" y="11"/>
                  <a:pt x="13" y="11"/>
                </a:cubicBezTo>
                <a:cubicBezTo>
                  <a:pt x="12" y="11"/>
                  <a:pt x="12" y="10"/>
                  <a:pt x="11" y="10"/>
                </a:cubicBezTo>
                <a:cubicBezTo>
                  <a:pt x="11" y="9"/>
                  <a:pt x="10" y="8"/>
                  <a:pt x="10" y="7"/>
                </a:cubicBezTo>
                <a:lnTo>
                  <a:pt x="10" y="0"/>
                </a:lnTo>
                <a:close/>
              </a:path>
              <a:path w="70" h="11">
                <a:moveTo>
                  <a:pt x="18" y="0"/>
                </a:moveTo>
                <a:lnTo>
                  <a:pt x="19" y="0"/>
                </a:lnTo>
                <a:lnTo>
                  <a:pt x="19" y="4"/>
                </a:lnTo>
                <a:lnTo>
                  <a:pt x="22" y="4"/>
                </a:lnTo>
                <a:lnTo>
                  <a:pt x="22" y="0"/>
                </a:lnTo>
                <a:lnTo>
                  <a:pt x="23" y="0"/>
                </a:lnTo>
                <a:lnTo>
                  <a:pt x="23" y="10"/>
                </a:lnTo>
                <a:lnTo>
                  <a:pt x="22" y="10"/>
                </a:lnTo>
                <a:lnTo>
                  <a:pt x="22" y="6"/>
                </a:lnTo>
                <a:lnTo>
                  <a:pt x="19" y="6"/>
                </a:lnTo>
                <a:lnTo>
                  <a:pt x="19" y="10"/>
                </a:lnTo>
                <a:lnTo>
                  <a:pt x="18" y="10"/>
                </a:lnTo>
                <a:lnTo>
                  <a:pt x="18" y="0"/>
                </a:lnTo>
                <a:close/>
              </a:path>
              <a:path w="70" h="11">
                <a:moveTo>
                  <a:pt x="26" y="0"/>
                </a:moveTo>
                <a:lnTo>
                  <a:pt x="28" y="0"/>
                </a:lnTo>
                <a:lnTo>
                  <a:pt x="30" y="10"/>
                </a:lnTo>
                <a:lnTo>
                  <a:pt x="29" y="10"/>
                </a:lnTo>
                <a:lnTo>
                  <a:pt x="29" y="8"/>
                </a:lnTo>
                <a:lnTo>
                  <a:pt x="26" y="8"/>
                </a:lnTo>
                <a:lnTo>
                  <a:pt x="25" y="10"/>
                </a:lnTo>
                <a:lnTo>
                  <a:pt x="24" y="10"/>
                </a:lnTo>
                <a:lnTo>
                  <a:pt x="26" y="0"/>
                </a:lnTo>
                <a:close/>
                <a:moveTo>
                  <a:pt x="27" y="1"/>
                </a:moveTo>
                <a:lnTo>
                  <a:pt x="26" y="6"/>
                </a:lnTo>
                <a:lnTo>
                  <a:pt x="28" y="6"/>
                </a:lnTo>
                <a:lnTo>
                  <a:pt x="27" y="1"/>
                </a:lnTo>
                <a:close/>
              </a:path>
              <a:path w="70" h="11">
                <a:moveTo>
                  <a:pt x="31" y="0"/>
                </a:moveTo>
                <a:lnTo>
                  <a:pt x="32" y="0"/>
                </a:lnTo>
                <a:lnTo>
                  <a:pt x="35" y="6"/>
                </a:lnTo>
                <a:cubicBezTo>
                  <a:pt x="35" y="6"/>
                  <a:pt x="35" y="7"/>
                  <a:pt x="35" y="7"/>
                </a:cubicBezTo>
                <a:cubicBezTo>
                  <a:pt x="36" y="7"/>
                  <a:pt x="36" y="8"/>
                  <a:pt x="36" y="8"/>
                </a:cubicBezTo>
                <a:cubicBezTo>
                  <a:pt x="36" y="8"/>
                  <a:pt x="36" y="7"/>
                  <a:pt x="36" y="7"/>
                </a:cubicBezTo>
                <a:cubicBezTo>
                  <a:pt x="36" y="7"/>
                  <a:pt x="36" y="6"/>
                  <a:pt x="36" y="6"/>
                </a:cubicBezTo>
                <a:lnTo>
                  <a:pt x="36" y="0"/>
                </a:lnTo>
                <a:lnTo>
                  <a:pt x="37" y="0"/>
                </a:lnTo>
                <a:lnTo>
                  <a:pt x="37" y="10"/>
                </a:lnTo>
                <a:lnTo>
                  <a:pt x="36" y="10"/>
                </a:lnTo>
                <a:lnTo>
                  <a:pt x="33" y="4"/>
                </a:lnTo>
                <a:cubicBezTo>
                  <a:pt x="33" y="4"/>
                  <a:pt x="33" y="4"/>
                  <a:pt x="33" y="3"/>
                </a:cubicBezTo>
                <a:cubicBezTo>
                  <a:pt x="32" y="3"/>
                  <a:pt x="32" y="2"/>
                  <a:pt x="32" y="2"/>
                </a:cubicBezTo>
                <a:cubicBezTo>
                  <a:pt x="32" y="2"/>
                  <a:pt x="32" y="2"/>
                  <a:pt x="32" y="3"/>
                </a:cubicBezTo>
                <a:cubicBezTo>
                  <a:pt x="32" y="3"/>
                  <a:pt x="32" y="4"/>
                  <a:pt x="32" y="4"/>
                </a:cubicBezTo>
                <a:lnTo>
                  <a:pt x="32" y="10"/>
                </a:lnTo>
                <a:lnTo>
                  <a:pt x="31" y="10"/>
                </a:lnTo>
                <a:lnTo>
                  <a:pt x="31" y="0"/>
                </a:lnTo>
                <a:close/>
              </a:path>
              <a:path w="70" h="11">
                <a:moveTo>
                  <a:pt x="46" y="3"/>
                </a:moveTo>
                <a:lnTo>
                  <a:pt x="45" y="3"/>
                </a:lnTo>
                <a:cubicBezTo>
                  <a:pt x="45" y="3"/>
                  <a:pt x="45" y="2"/>
                  <a:pt x="44" y="2"/>
                </a:cubicBezTo>
                <a:cubicBezTo>
                  <a:pt x="44" y="1"/>
                  <a:pt x="44" y="1"/>
                  <a:pt x="43" y="1"/>
                </a:cubicBezTo>
                <a:cubicBezTo>
                  <a:pt x="43" y="1"/>
                  <a:pt x="42" y="2"/>
                  <a:pt x="42" y="2"/>
                </a:cubicBezTo>
                <a:cubicBezTo>
                  <a:pt x="42" y="3"/>
                  <a:pt x="42" y="4"/>
                  <a:pt x="42" y="5"/>
                </a:cubicBezTo>
                <a:cubicBezTo>
                  <a:pt x="42" y="7"/>
                  <a:pt x="42" y="8"/>
                  <a:pt x="42" y="8"/>
                </a:cubicBezTo>
                <a:cubicBezTo>
                  <a:pt x="42" y="9"/>
                  <a:pt x="43" y="9"/>
                  <a:pt x="43" y="9"/>
                </a:cubicBezTo>
                <a:cubicBezTo>
                  <a:pt x="44" y="9"/>
                  <a:pt x="44" y="9"/>
                  <a:pt x="45" y="9"/>
                </a:cubicBezTo>
                <a:cubicBezTo>
                  <a:pt x="45" y="8"/>
                  <a:pt x="45" y="8"/>
                  <a:pt x="45" y="7"/>
                </a:cubicBezTo>
                <a:lnTo>
                  <a:pt x="46" y="8"/>
                </a:lnTo>
                <a:cubicBezTo>
                  <a:pt x="46" y="9"/>
                  <a:pt x="46" y="9"/>
                  <a:pt x="45" y="10"/>
                </a:cubicBezTo>
                <a:cubicBezTo>
                  <a:pt x="45" y="10"/>
                  <a:pt x="44" y="11"/>
                  <a:pt x="43" y="11"/>
                </a:cubicBezTo>
                <a:cubicBezTo>
                  <a:pt x="42" y="11"/>
                  <a:pt x="42" y="10"/>
                  <a:pt x="41" y="9"/>
                </a:cubicBezTo>
                <a:cubicBezTo>
                  <a:pt x="41" y="8"/>
                  <a:pt x="40" y="7"/>
                  <a:pt x="40" y="5"/>
                </a:cubicBezTo>
                <a:cubicBezTo>
                  <a:pt x="40" y="4"/>
                  <a:pt x="41" y="2"/>
                  <a:pt x="41" y="1"/>
                </a:cubicBezTo>
                <a:cubicBezTo>
                  <a:pt x="42" y="0"/>
                  <a:pt x="43" y="0"/>
                  <a:pt x="43" y="0"/>
                </a:cubicBezTo>
                <a:cubicBezTo>
                  <a:pt x="44" y="0"/>
                  <a:pt x="45" y="0"/>
                  <a:pt x="45" y="1"/>
                </a:cubicBezTo>
                <a:cubicBezTo>
                  <a:pt x="46" y="1"/>
                  <a:pt x="46" y="2"/>
                  <a:pt x="46" y="3"/>
                </a:cubicBezTo>
                <a:close/>
              </a:path>
              <a:path w="70" h="11">
                <a:moveTo>
                  <a:pt x="47" y="0"/>
                </a:moveTo>
                <a:lnTo>
                  <a:pt x="48" y="0"/>
                </a:lnTo>
                <a:lnTo>
                  <a:pt x="48" y="4"/>
                </a:lnTo>
                <a:lnTo>
                  <a:pt x="52" y="4"/>
                </a:lnTo>
                <a:lnTo>
                  <a:pt x="52" y="0"/>
                </a:lnTo>
                <a:lnTo>
                  <a:pt x="53" y="0"/>
                </a:lnTo>
                <a:lnTo>
                  <a:pt x="53" y="10"/>
                </a:lnTo>
                <a:lnTo>
                  <a:pt x="52" y="10"/>
                </a:lnTo>
                <a:lnTo>
                  <a:pt x="52" y="6"/>
                </a:lnTo>
                <a:lnTo>
                  <a:pt x="48" y="6"/>
                </a:lnTo>
                <a:lnTo>
                  <a:pt x="48" y="10"/>
                </a:lnTo>
                <a:lnTo>
                  <a:pt x="47" y="10"/>
                </a:lnTo>
                <a:lnTo>
                  <a:pt x="47" y="0"/>
                </a:lnTo>
                <a:close/>
              </a:path>
              <a:path w="70" h="11">
                <a:moveTo>
                  <a:pt x="55" y="0"/>
                </a:moveTo>
                <a:lnTo>
                  <a:pt x="56" y="0"/>
                </a:lnTo>
                <a:lnTo>
                  <a:pt x="56" y="10"/>
                </a:lnTo>
                <a:lnTo>
                  <a:pt x="55" y="10"/>
                </a:lnTo>
                <a:lnTo>
                  <a:pt x="55" y="0"/>
                </a:lnTo>
                <a:close/>
              </a:path>
              <a:path w="70" h="11">
                <a:moveTo>
                  <a:pt x="57" y="0"/>
                </a:moveTo>
                <a:lnTo>
                  <a:pt x="59" y="0"/>
                </a:lnTo>
                <a:lnTo>
                  <a:pt x="61" y="6"/>
                </a:lnTo>
                <a:cubicBezTo>
                  <a:pt x="61" y="6"/>
                  <a:pt x="61" y="7"/>
                  <a:pt x="62" y="7"/>
                </a:cubicBezTo>
                <a:cubicBezTo>
                  <a:pt x="62" y="7"/>
                  <a:pt x="62" y="8"/>
                  <a:pt x="62" y="8"/>
                </a:cubicBezTo>
                <a:cubicBezTo>
                  <a:pt x="62" y="8"/>
                  <a:pt x="62" y="7"/>
                  <a:pt x="62" y="7"/>
                </a:cubicBezTo>
                <a:cubicBezTo>
                  <a:pt x="62" y="7"/>
                  <a:pt x="62" y="6"/>
                  <a:pt x="62" y="6"/>
                </a:cubicBezTo>
                <a:lnTo>
                  <a:pt x="62" y="0"/>
                </a:lnTo>
                <a:lnTo>
                  <a:pt x="63" y="0"/>
                </a:lnTo>
                <a:lnTo>
                  <a:pt x="63" y="10"/>
                </a:lnTo>
                <a:lnTo>
                  <a:pt x="62" y="10"/>
                </a:lnTo>
                <a:lnTo>
                  <a:pt x="59" y="4"/>
                </a:lnTo>
                <a:cubicBezTo>
                  <a:pt x="59" y="4"/>
                  <a:pt x="59" y="4"/>
                  <a:pt x="59" y="3"/>
                </a:cubicBezTo>
                <a:cubicBezTo>
                  <a:pt x="59" y="3"/>
                  <a:pt x="59" y="2"/>
                  <a:pt x="58" y="2"/>
                </a:cubicBezTo>
                <a:cubicBezTo>
                  <a:pt x="58" y="2"/>
                  <a:pt x="58" y="2"/>
                  <a:pt x="58" y="3"/>
                </a:cubicBezTo>
                <a:cubicBezTo>
                  <a:pt x="58" y="3"/>
                  <a:pt x="58" y="4"/>
                  <a:pt x="58" y="4"/>
                </a:cubicBezTo>
                <a:lnTo>
                  <a:pt x="58" y="10"/>
                </a:lnTo>
                <a:lnTo>
                  <a:pt x="57" y="10"/>
                </a:lnTo>
                <a:lnTo>
                  <a:pt x="57" y="0"/>
                </a:lnTo>
                <a:close/>
              </a:path>
              <a:path w="70" h="11">
                <a:moveTo>
                  <a:pt x="66" y="0"/>
                </a:moveTo>
                <a:lnTo>
                  <a:pt x="68" y="0"/>
                </a:lnTo>
                <a:lnTo>
                  <a:pt x="70" y="10"/>
                </a:lnTo>
                <a:lnTo>
                  <a:pt x="69" y="10"/>
                </a:lnTo>
                <a:lnTo>
                  <a:pt x="68" y="8"/>
                </a:lnTo>
                <a:lnTo>
                  <a:pt x="66" y="8"/>
                </a:lnTo>
                <a:lnTo>
                  <a:pt x="65" y="10"/>
                </a:lnTo>
                <a:lnTo>
                  <a:pt x="64" y="10"/>
                </a:lnTo>
                <a:lnTo>
                  <a:pt x="66" y="0"/>
                </a:lnTo>
                <a:close/>
                <a:moveTo>
                  <a:pt x="67" y="1"/>
                </a:moveTo>
                <a:lnTo>
                  <a:pt x="66" y="6"/>
                </a:lnTo>
                <a:lnTo>
                  <a:pt x="68" y="6"/>
                </a:lnTo>
                <a:lnTo>
                  <a:pt x="67" y="1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7" name="Freeform 12"/>
          <p:cNvSpPr>
            <a:spLocks noGrp="1"/>
          </p:cNvSpPr>
          <p:nvPr/>
        </p:nvSpPr>
        <p:spPr>
          <a:xfrm>
            <a:off x="9914890" y="411480"/>
            <a:ext cx="297180" cy="30480"/>
          </a:xfrm>
          <a:custGeom>
            <a:avLst/>
            <a:gdLst/>
            <a:ahLst/>
            <a:cxnLst/>
            <a:rect l="l" t="t" r="r" b="b"/>
            <a:pathLst>
              <a:path w="192" h="20">
                <a:moveTo>
                  <a:pt x="0" y="0"/>
                </a:moveTo>
                <a:lnTo>
                  <a:pt x="192" y="0"/>
                </a:lnTo>
                <a:cubicBezTo>
                  <a:pt x="189" y="7"/>
                  <a:pt x="184" y="13"/>
                  <a:pt x="177" y="20"/>
                </a:cubicBezTo>
                <a:lnTo>
                  <a:pt x="14" y="19"/>
                </a:lnTo>
                <a:cubicBezTo>
                  <a:pt x="7" y="15"/>
                  <a:pt x="3" y="8"/>
                  <a:pt x="0" y="0"/>
                </a:cubicBezTo>
                <a:close/>
                <a:moveTo>
                  <a:pt x="39" y="4"/>
                </a:moveTo>
                <a:cubicBezTo>
                  <a:pt x="39" y="4"/>
                  <a:pt x="39" y="5"/>
                  <a:pt x="38" y="5"/>
                </a:cubicBezTo>
                <a:cubicBezTo>
                  <a:pt x="38" y="5"/>
                  <a:pt x="38" y="5"/>
                  <a:pt x="38" y="6"/>
                </a:cubicBezTo>
                <a:cubicBezTo>
                  <a:pt x="38" y="7"/>
                  <a:pt x="38" y="7"/>
                  <a:pt x="38" y="8"/>
                </a:cubicBezTo>
                <a:cubicBezTo>
                  <a:pt x="38" y="8"/>
                  <a:pt x="38" y="9"/>
                  <a:pt x="38" y="9"/>
                </a:cubicBezTo>
                <a:cubicBezTo>
                  <a:pt x="38" y="10"/>
                  <a:pt x="38" y="11"/>
                  <a:pt x="38" y="12"/>
                </a:cubicBezTo>
                <a:lnTo>
                  <a:pt x="38" y="14"/>
                </a:lnTo>
                <a:cubicBezTo>
                  <a:pt x="38" y="15"/>
                  <a:pt x="38" y="16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7" y="17"/>
                </a:cubicBezTo>
                <a:cubicBezTo>
                  <a:pt x="37" y="17"/>
                  <a:pt x="36" y="17"/>
                  <a:pt x="36" y="17"/>
                </a:cubicBezTo>
                <a:cubicBezTo>
                  <a:pt x="35" y="16"/>
                  <a:pt x="35" y="16"/>
                  <a:pt x="35" y="16"/>
                </a:cubicBezTo>
                <a:cubicBezTo>
                  <a:pt x="34" y="16"/>
                  <a:pt x="34" y="16"/>
                  <a:pt x="34" y="16"/>
                </a:cubicBezTo>
                <a:cubicBezTo>
                  <a:pt x="34" y="16"/>
                  <a:pt x="34" y="15"/>
                  <a:pt x="34" y="15"/>
                </a:cubicBezTo>
                <a:cubicBezTo>
                  <a:pt x="34" y="15"/>
                  <a:pt x="34" y="15"/>
                  <a:pt x="34" y="15"/>
                </a:cubicBezTo>
                <a:cubicBezTo>
                  <a:pt x="35" y="15"/>
                  <a:pt x="35" y="15"/>
                  <a:pt x="36" y="15"/>
                </a:cubicBezTo>
                <a:cubicBezTo>
                  <a:pt x="36" y="15"/>
                  <a:pt x="36" y="15"/>
                  <a:pt x="36" y="15"/>
                </a:cubicBezTo>
                <a:cubicBezTo>
                  <a:pt x="37" y="15"/>
                  <a:pt x="37" y="15"/>
                  <a:pt x="37" y="15"/>
                </a:cubicBezTo>
                <a:cubicBezTo>
                  <a:pt x="37" y="15"/>
                  <a:pt x="37" y="15"/>
                  <a:pt x="37" y="14"/>
                </a:cubicBezTo>
                <a:cubicBezTo>
                  <a:pt x="37" y="14"/>
                  <a:pt x="37" y="13"/>
                  <a:pt x="37" y="12"/>
                </a:cubicBezTo>
                <a:cubicBezTo>
                  <a:pt x="36" y="11"/>
                  <a:pt x="36" y="10"/>
                  <a:pt x="36" y="8"/>
                </a:cubicBezTo>
                <a:lnTo>
                  <a:pt x="36" y="6"/>
                </a:lnTo>
                <a:cubicBezTo>
                  <a:pt x="36" y="5"/>
                  <a:pt x="36" y="5"/>
                  <a:pt x="36" y="5"/>
                </a:cubicBezTo>
                <a:cubicBezTo>
                  <a:pt x="35" y="5"/>
                  <a:pt x="35" y="5"/>
                  <a:pt x="35" y="5"/>
                </a:cubicBezTo>
                <a:cubicBezTo>
                  <a:pt x="34" y="5"/>
                  <a:pt x="34" y="5"/>
                  <a:pt x="34" y="6"/>
                </a:cubicBezTo>
                <a:cubicBezTo>
                  <a:pt x="34" y="6"/>
                  <a:pt x="34" y="6"/>
                  <a:pt x="34" y="6"/>
                </a:cubicBezTo>
                <a:cubicBezTo>
                  <a:pt x="34" y="7"/>
                  <a:pt x="34" y="7"/>
                  <a:pt x="34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6" y="7"/>
                  <a:pt x="36" y="7"/>
                  <a:pt x="36" y="7"/>
                </a:cubicBezTo>
                <a:cubicBezTo>
                  <a:pt x="36" y="7"/>
                  <a:pt x="36" y="7"/>
                  <a:pt x="35" y="7"/>
                </a:cubicBezTo>
                <a:cubicBezTo>
                  <a:pt x="35" y="7"/>
                  <a:pt x="35" y="8"/>
                  <a:pt x="35" y="8"/>
                </a:cubicBezTo>
                <a:cubicBezTo>
                  <a:pt x="34" y="8"/>
                  <a:pt x="34" y="8"/>
                  <a:pt x="34" y="8"/>
                </a:cubicBezTo>
                <a:cubicBezTo>
                  <a:pt x="34" y="8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5" y="9"/>
                  <a:pt x="35" y="9"/>
                </a:cubicBezTo>
                <a:cubicBezTo>
                  <a:pt x="35" y="9"/>
                  <a:pt x="35" y="9"/>
                  <a:pt x="35" y="9"/>
                </a:cubicBezTo>
                <a:cubicBezTo>
                  <a:pt x="36" y="9"/>
                  <a:pt x="36" y="9"/>
                  <a:pt x="36" y="9"/>
                </a:cubicBezTo>
                <a:cubicBezTo>
                  <a:pt x="36" y="9"/>
                  <a:pt x="36" y="10"/>
                  <a:pt x="36" y="10"/>
                </a:cubicBezTo>
                <a:cubicBezTo>
                  <a:pt x="36" y="10"/>
                  <a:pt x="36" y="10"/>
                  <a:pt x="36" y="10"/>
                </a:cubicBezTo>
                <a:cubicBezTo>
                  <a:pt x="36" y="10"/>
                  <a:pt x="35" y="10"/>
                  <a:pt x="35" y="11"/>
                </a:cubicBezTo>
                <a:cubicBezTo>
                  <a:pt x="35" y="11"/>
                  <a:pt x="35" y="11"/>
                  <a:pt x="34" y="11"/>
                </a:cubicBezTo>
                <a:cubicBezTo>
                  <a:pt x="34" y="11"/>
                  <a:pt x="33" y="12"/>
                  <a:pt x="33" y="12"/>
                </a:cubicBezTo>
                <a:cubicBezTo>
                  <a:pt x="33" y="12"/>
                  <a:pt x="33" y="12"/>
                  <a:pt x="33" y="12"/>
                </a:cubicBezTo>
                <a:cubicBezTo>
                  <a:pt x="32" y="13"/>
                  <a:pt x="32" y="14"/>
                  <a:pt x="32" y="14"/>
                </a:cubicBezTo>
                <a:cubicBezTo>
                  <a:pt x="32" y="14"/>
                  <a:pt x="32" y="15"/>
                  <a:pt x="32" y="15"/>
                </a:cubicBezTo>
                <a:cubicBezTo>
                  <a:pt x="32" y="15"/>
                  <a:pt x="32" y="15"/>
                  <a:pt x="32" y="15"/>
                </a:cubicBezTo>
                <a:cubicBezTo>
                  <a:pt x="32" y="15"/>
                  <a:pt x="32" y="16"/>
                  <a:pt x="31" y="16"/>
                </a:cubicBezTo>
                <a:cubicBezTo>
                  <a:pt x="31" y="16"/>
                  <a:pt x="31" y="16"/>
                  <a:pt x="30" y="16"/>
                </a:cubicBezTo>
                <a:cubicBezTo>
                  <a:pt x="30" y="16"/>
                  <a:pt x="30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30" y="15"/>
                  <a:pt x="30" y="15"/>
                  <a:pt x="31" y="15"/>
                </a:cubicBezTo>
                <a:cubicBezTo>
                  <a:pt x="31" y="15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0" y="14"/>
                  <a:pt x="29" y="13"/>
                  <a:pt x="29" y="13"/>
                </a:cubicBezTo>
                <a:cubicBezTo>
                  <a:pt x="28" y="13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9" y="13"/>
                  <a:pt x="29" y="13"/>
                  <a:pt x="30" y="13"/>
                </a:cubicBezTo>
                <a:cubicBezTo>
                  <a:pt x="30" y="13"/>
                  <a:pt x="30" y="13"/>
                  <a:pt x="30" y="12"/>
                </a:cubicBezTo>
                <a:lnTo>
                  <a:pt x="30" y="11"/>
                </a:lnTo>
                <a:cubicBezTo>
                  <a:pt x="30" y="11"/>
                  <a:pt x="30" y="11"/>
                  <a:pt x="30" y="11"/>
                </a:cubicBezTo>
                <a:cubicBezTo>
                  <a:pt x="30" y="11"/>
                  <a:pt x="30" y="11"/>
                  <a:pt x="29" y="11"/>
                </a:cubicBezTo>
                <a:cubicBezTo>
                  <a:pt x="29" y="11"/>
                  <a:pt x="29" y="12"/>
                  <a:pt x="28" y="12"/>
                </a:cubicBezTo>
                <a:cubicBezTo>
                  <a:pt x="28" y="12"/>
                  <a:pt x="28" y="13"/>
                  <a:pt x="27" y="13"/>
                </a:cubicBezTo>
                <a:cubicBezTo>
                  <a:pt x="27" y="14"/>
                  <a:pt x="26" y="14"/>
                  <a:pt x="26" y="14"/>
                </a:cubicBezTo>
                <a:cubicBezTo>
                  <a:pt x="26" y="14"/>
                  <a:pt x="26" y="14"/>
                  <a:pt x="26" y="14"/>
                </a:cubicBezTo>
                <a:cubicBezTo>
                  <a:pt x="26" y="14"/>
                  <a:pt x="25" y="14"/>
                  <a:pt x="25" y="14"/>
                </a:cubicBezTo>
                <a:cubicBezTo>
                  <a:pt x="25" y="14"/>
                  <a:pt x="25" y="13"/>
                  <a:pt x="25" y="13"/>
                </a:cubicBezTo>
                <a:cubicBezTo>
                  <a:pt x="25" y="13"/>
                  <a:pt x="25" y="13"/>
                  <a:pt x="25" y="13"/>
                </a:cubicBezTo>
                <a:cubicBezTo>
                  <a:pt x="25" y="13"/>
                  <a:pt x="26" y="13"/>
                  <a:pt x="26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12"/>
                  <a:pt x="27" y="12"/>
                  <a:pt x="27" y="11"/>
                </a:cubicBezTo>
                <a:cubicBezTo>
                  <a:pt x="26" y="10"/>
                  <a:pt x="26" y="9"/>
                  <a:pt x="26" y="9"/>
                </a:cubicBezTo>
                <a:lnTo>
                  <a:pt x="26" y="7"/>
                </a:lnTo>
                <a:lnTo>
                  <a:pt x="26" y="6"/>
                </a:lnTo>
                <a:cubicBezTo>
                  <a:pt x="26" y="6"/>
                  <a:pt x="27" y="6"/>
                  <a:pt x="27" y="6"/>
                </a:cubicBezTo>
                <a:cubicBezTo>
                  <a:pt x="27" y="6"/>
                  <a:pt x="27" y="5"/>
                  <a:pt x="28" y="5"/>
                </a:cubicBezTo>
                <a:cubicBezTo>
                  <a:pt x="28" y="5"/>
                  <a:pt x="28" y="5"/>
                  <a:pt x="29" y="5"/>
                </a:cubicBezTo>
                <a:cubicBezTo>
                  <a:pt x="30" y="5"/>
                  <a:pt x="30" y="5"/>
                  <a:pt x="30" y="5"/>
                </a:cubicBezTo>
                <a:cubicBezTo>
                  <a:pt x="31" y="5"/>
                  <a:pt x="31" y="5"/>
                  <a:pt x="31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6"/>
                  <a:pt x="32" y="6"/>
                  <a:pt x="31" y="6"/>
                </a:cubicBezTo>
                <a:cubicBezTo>
                  <a:pt x="31" y="6"/>
                  <a:pt x="31" y="7"/>
                  <a:pt x="31" y="7"/>
                </a:cubicBezTo>
                <a:cubicBezTo>
                  <a:pt x="31" y="7"/>
                  <a:pt x="31" y="8"/>
                  <a:pt x="31" y="8"/>
                </a:cubicBezTo>
                <a:cubicBezTo>
                  <a:pt x="31" y="8"/>
                  <a:pt x="31" y="9"/>
                  <a:pt x="31" y="10"/>
                </a:cubicBezTo>
                <a:cubicBezTo>
                  <a:pt x="31" y="11"/>
                  <a:pt x="31" y="11"/>
                  <a:pt x="31" y="11"/>
                </a:cubicBezTo>
                <a:cubicBezTo>
                  <a:pt x="31" y="12"/>
                  <a:pt x="31" y="12"/>
                  <a:pt x="31" y="12"/>
                </a:cubicBezTo>
                <a:cubicBezTo>
                  <a:pt x="31" y="13"/>
                  <a:pt x="31" y="13"/>
                  <a:pt x="31" y="13"/>
                </a:cubicBezTo>
                <a:cubicBezTo>
                  <a:pt x="31" y="13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2" y="13"/>
                  <a:pt x="32" y="12"/>
                </a:cubicBezTo>
                <a:cubicBezTo>
                  <a:pt x="32" y="12"/>
                  <a:pt x="32" y="11"/>
                  <a:pt x="33" y="10"/>
                </a:cubicBezTo>
                <a:cubicBezTo>
                  <a:pt x="33" y="8"/>
                  <a:pt x="33" y="6"/>
                  <a:pt x="33" y="6"/>
                </a:cubicBezTo>
                <a:cubicBezTo>
                  <a:pt x="33" y="5"/>
                  <a:pt x="33" y="5"/>
                  <a:pt x="33" y="5"/>
                </a:cubicBezTo>
                <a:cubicBezTo>
                  <a:pt x="33" y="5"/>
                  <a:pt x="33" y="4"/>
                  <a:pt x="34" y="4"/>
                </a:cubicBezTo>
                <a:cubicBezTo>
                  <a:pt x="34" y="4"/>
                  <a:pt x="34" y="4"/>
                  <a:pt x="34" y="4"/>
                </a:cubicBezTo>
                <a:cubicBezTo>
                  <a:pt x="35" y="4"/>
                  <a:pt x="35" y="4"/>
                  <a:pt x="35" y="4"/>
                </a:cubicBezTo>
                <a:cubicBezTo>
                  <a:pt x="35" y="4"/>
                  <a:pt x="36" y="4"/>
                  <a:pt x="36" y="4"/>
                </a:cubicBezTo>
                <a:cubicBezTo>
                  <a:pt x="36" y="4"/>
                  <a:pt x="37" y="4"/>
                  <a:pt x="37" y="4"/>
                </a:cubicBezTo>
                <a:cubicBezTo>
                  <a:pt x="37" y="4"/>
                  <a:pt x="37" y="4"/>
                  <a:pt x="3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39" y="4"/>
                  <a:pt x="39" y="4"/>
                  <a:pt x="39" y="4"/>
                </a:cubicBezTo>
                <a:close/>
                <a:moveTo>
                  <a:pt x="52" y="6"/>
                </a:moveTo>
                <a:cubicBezTo>
                  <a:pt x="52" y="6"/>
                  <a:pt x="53" y="6"/>
                  <a:pt x="53" y="6"/>
                </a:cubicBezTo>
                <a:cubicBezTo>
                  <a:pt x="53" y="6"/>
                  <a:pt x="54" y="6"/>
                  <a:pt x="54" y="6"/>
                </a:cubicBezTo>
                <a:cubicBezTo>
                  <a:pt x="54" y="7"/>
                  <a:pt x="55" y="7"/>
                  <a:pt x="55" y="7"/>
                </a:cubicBezTo>
                <a:cubicBezTo>
                  <a:pt x="55" y="7"/>
                  <a:pt x="55" y="7"/>
                  <a:pt x="55" y="7"/>
                </a:cubicBezTo>
                <a:cubicBezTo>
                  <a:pt x="55" y="7"/>
                  <a:pt x="55" y="7"/>
                  <a:pt x="54" y="7"/>
                </a:cubicBezTo>
                <a:cubicBezTo>
                  <a:pt x="54" y="8"/>
                  <a:pt x="54" y="8"/>
                  <a:pt x="54" y="8"/>
                </a:cubicBezTo>
                <a:cubicBezTo>
                  <a:pt x="54" y="9"/>
                  <a:pt x="54" y="9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2" y="10"/>
                  <a:pt x="52" y="10"/>
                  <a:pt x="52" y="10"/>
                </a:cubicBezTo>
                <a:cubicBezTo>
                  <a:pt x="52" y="10"/>
                  <a:pt x="51" y="10"/>
                  <a:pt x="51" y="10"/>
                </a:cubicBezTo>
                <a:cubicBezTo>
                  <a:pt x="51" y="10"/>
                  <a:pt x="51" y="10"/>
                  <a:pt x="50" y="10"/>
                </a:cubicBezTo>
                <a:cubicBezTo>
                  <a:pt x="50" y="10"/>
                  <a:pt x="49" y="10"/>
                  <a:pt x="49" y="10"/>
                </a:cubicBezTo>
                <a:cubicBezTo>
                  <a:pt x="49" y="11"/>
                  <a:pt x="48" y="11"/>
                  <a:pt x="48" y="11"/>
                </a:cubicBezTo>
                <a:cubicBezTo>
                  <a:pt x="48" y="11"/>
                  <a:pt x="48" y="10"/>
                  <a:pt x="48" y="10"/>
                </a:cubicBezTo>
                <a:cubicBezTo>
                  <a:pt x="47" y="10"/>
                  <a:pt x="47" y="9"/>
                  <a:pt x="47" y="9"/>
                </a:cubicBezTo>
                <a:cubicBezTo>
                  <a:pt x="46" y="8"/>
                  <a:pt x="46" y="8"/>
                  <a:pt x="46" y="8"/>
                </a:cubicBezTo>
                <a:cubicBezTo>
                  <a:pt x="46" y="8"/>
                  <a:pt x="46" y="7"/>
                  <a:pt x="47" y="7"/>
                </a:cubicBezTo>
                <a:cubicBezTo>
                  <a:pt x="47" y="7"/>
                  <a:pt x="47" y="7"/>
                  <a:pt x="48" y="7"/>
                </a:cubicBezTo>
                <a:cubicBezTo>
                  <a:pt x="49" y="7"/>
                  <a:pt x="49" y="7"/>
                  <a:pt x="49" y="6"/>
                </a:cubicBezTo>
                <a:cubicBezTo>
                  <a:pt x="49" y="6"/>
                  <a:pt x="49" y="6"/>
                  <a:pt x="49" y="6"/>
                </a:cubicBezTo>
                <a:cubicBezTo>
                  <a:pt x="48" y="6"/>
                  <a:pt x="48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6" y="6"/>
                  <a:pt x="46" y="5"/>
                  <a:pt x="46" y="5"/>
                </a:cubicBezTo>
                <a:cubicBezTo>
                  <a:pt x="46" y="5"/>
                  <a:pt x="46" y="5"/>
                  <a:pt x="47" y="5"/>
                </a:cubicBezTo>
                <a:cubicBezTo>
                  <a:pt x="47" y="5"/>
                  <a:pt x="47" y="5"/>
                  <a:pt x="47" y="5"/>
                </a:cubicBezTo>
                <a:cubicBezTo>
                  <a:pt x="48" y="5"/>
                  <a:pt x="49" y="5"/>
                  <a:pt x="49" y="4"/>
                </a:cubicBezTo>
                <a:cubicBezTo>
                  <a:pt x="49" y="4"/>
                  <a:pt x="49" y="4"/>
                  <a:pt x="49" y="3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1" y="2"/>
                  <a:pt x="51" y="2"/>
                  <a:pt x="51" y="2"/>
                </a:cubicBezTo>
                <a:cubicBezTo>
                  <a:pt x="51" y="2"/>
                  <a:pt x="51" y="2"/>
                  <a:pt x="51" y="3"/>
                </a:cubicBezTo>
                <a:cubicBezTo>
                  <a:pt x="50" y="3"/>
                  <a:pt x="50" y="3"/>
                  <a:pt x="50" y="4"/>
                </a:cubicBezTo>
                <a:cubicBezTo>
                  <a:pt x="50" y="4"/>
                  <a:pt x="51" y="4"/>
                  <a:pt x="51" y="4"/>
                </a:cubicBezTo>
                <a:cubicBezTo>
                  <a:pt x="51" y="4"/>
                  <a:pt x="51" y="4"/>
                  <a:pt x="52" y="4"/>
                </a:cubicBezTo>
                <a:cubicBezTo>
                  <a:pt x="52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4" y="4"/>
                  <a:pt x="54" y="5"/>
                  <a:pt x="54" y="5"/>
                </a:cubicBezTo>
                <a:cubicBezTo>
                  <a:pt x="54" y="5"/>
                  <a:pt x="54" y="5"/>
                  <a:pt x="54" y="5"/>
                </a:cubicBezTo>
                <a:cubicBezTo>
                  <a:pt x="53" y="5"/>
                  <a:pt x="53" y="5"/>
                  <a:pt x="53" y="5"/>
                </a:cubicBezTo>
                <a:cubicBezTo>
                  <a:pt x="53" y="5"/>
                  <a:pt x="53" y="5"/>
                  <a:pt x="52" y="5"/>
                </a:cubicBezTo>
                <a:cubicBezTo>
                  <a:pt x="52" y="5"/>
                  <a:pt x="51" y="5"/>
                  <a:pt x="51" y="5"/>
                </a:cubicBezTo>
                <a:lnTo>
                  <a:pt x="50" y="6"/>
                </a:lnTo>
                <a:cubicBezTo>
                  <a:pt x="50" y="6"/>
                  <a:pt x="50" y="6"/>
                  <a:pt x="50" y="6"/>
                </a:cubicBezTo>
                <a:cubicBezTo>
                  <a:pt x="50" y="6"/>
                  <a:pt x="50" y="6"/>
                  <a:pt x="51" y="6"/>
                </a:cubicBezTo>
                <a:cubicBezTo>
                  <a:pt x="51" y="6"/>
                  <a:pt x="51" y="6"/>
                  <a:pt x="52" y="6"/>
                </a:cubicBezTo>
                <a:close/>
                <a:moveTo>
                  <a:pt x="45" y="3"/>
                </a:moveTo>
                <a:cubicBezTo>
                  <a:pt x="45" y="3"/>
                  <a:pt x="45" y="3"/>
                  <a:pt x="46" y="4"/>
                </a:cubicBezTo>
                <a:cubicBezTo>
                  <a:pt x="46" y="4"/>
                  <a:pt x="46" y="4"/>
                  <a:pt x="46" y="4"/>
                </a:cubicBezTo>
                <a:cubicBezTo>
                  <a:pt x="46" y="4"/>
                  <a:pt x="46" y="5"/>
                  <a:pt x="45" y="5"/>
                </a:cubicBezTo>
                <a:cubicBezTo>
                  <a:pt x="45" y="6"/>
                  <a:pt x="44" y="6"/>
                  <a:pt x="44" y="6"/>
                </a:cubicBezTo>
                <a:cubicBezTo>
                  <a:pt x="44" y="7"/>
                  <a:pt x="44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6"/>
                  <a:pt x="43" y="6"/>
                </a:cubicBezTo>
                <a:cubicBezTo>
                  <a:pt x="43" y="6"/>
                  <a:pt x="44" y="5"/>
                  <a:pt x="44" y="4"/>
                </a:cubicBezTo>
                <a:cubicBezTo>
                  <a:pt x="44" y="4"/>
                  <a:pt x="45" y="3"/>
                  <a:pt x="45" y="3"/>
                </a:cubicBezTo>
                <a:cubicBezTo>
                  <a:pt x="45" y="3"/>
                  <a:pt x="45" y="3"/>
                  <a:pt x="45" y="3"/>
                </a:cubicBezTo>
                <a:close/>
                <a:moveTo>
                  <a:pt x="45" y="6"/>
                </a:moveTo>
                <a:cubicBezTo>
                  <a:pt x="45" y="6"/>
                  <a:pt x="45" y="6"/>
                  <a:pt x="46" y="7"/>
                </a:cubicBezTo>
                <a:cubicBezTo>
                  <a:pt x="46" y="7"/>
                  <a:pt x="46" y="7"/>
                  <a:pt x="46" y="7"/>
                </a:cubicBezTo>
                <a:cubicBezTo>
                  <a:pt x="46" y="7"/>
                  <a:pt x="46" y="8"/>
                  <a:pt x="45" y="8"/>
                </a:cubicBezTo>
                <a:cubicBezTo>
                  <a:pt x="45" y="9"/>
                  <a:pt x="44" y="9"/>
                  <a:pt x="44" y="9"/>
                </a:cubicBezTo>
                <a:cubicBezTo>
                  <a:pt x="44" y="9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5" y="10"/>
                  <a:pt x="45" y="11"/>
                  <a:pt x="45" y="11"/>
                </a:cubicBezTo>
                <a:cubicBezTo>
                  <a:pt x="45" y="11"/>
                  <a:pt x="45" y="11"/>
                  <a:pt x="45" y="11"/>
                </a:cubicBezTo>
                <a:cubicBezTo>
                  <a:pt x="45" y="11"/>
                  <a:pt x="45" y="11"/>
                  <a:pt x="45" y="12"/>
                </a:cubicBezTo>
                <a:cubicBezTo>
                  <a:pt x="45" y="12"/>
                  <a:pt x="45" y="12"/>
                  <a:pt x="45" y="13"/>
                </a:cubicBezTo>
                <a:cubicBezTo>
                  <a:pt x="45" y="14"/>
                  <a:pt x="45" y="14"/>
                  <a:pt x="45" y="14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6"/>
                  <a:pt x="45" y="16"/>
                </a:cubicBezTo>
                <a:cubicBezTo>
                  <a:pt x="45" y="16"/>
                  <a:pt x="45" y="16"/>
                  <a:pt x="44" y="16"/>
                </a:cubicBezTo>
                <a:cubicBezTo>
                  <a:pt x="44" y="16"/>
                  <a:pt x="44" y="16"/>
                  <a:pt x="44" y="16"/>
                </a:cubicBezTo>
                <a:cubicBezTo>
                  <a:pt x="44" y="16"/>
                  <a:pt x="44" y="15"/>
                  <a:pt x="44" y="14"/>
                </a:cubicBezTo>
                <a:cubicBezTo>
                  <a:pt x="44" y="14"/>
                  <a:pt x="44" y="13"/>
                  <a:pt x="44" y="13"/>
                </a:cubicBezTo>
                <a:cubicBezTo>
                  <a:pt x="44" y="13"/>
                  <a:pt x="44" y="13"/>
                  <a:pt x="44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12"/>
                  <a:pt x="44" y="12"/>
                  <a:pt x="43" y="12"/>
                </a:cubicBezTo>
                <a:cubicBezTo>
                  <a:pt x="43" y="12"/>
                  <a:pt x="43" y="12"/>
                  <a:pt x="43" y="12"/>
                </a:cubicBezTo>
                <a:cubicBezTo>
                  <a:pt x="43" y="12"/>
                  <a:pt x="42" y="12"/>
                  <a:pt x="42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2"/>
                  <a:pt x="41" y="12"/>
                </a:cubicBezTo>
                <a:cubicBezTo>
                  <a:pt x="41" y="12"/>
                  <a:pt x="41" y="11"/>
                  <a:pt x="42" y="11"/>
                </a:cubicBezTo>
                <a:cubicBezTo>
                  <a:pt x="43" y="10"/>
                  <a:pt x="43" y="10"/>
                  <a:pt x="43" y="9"/>
                </a:cubicBezTo>
                <a:cubicBezTo>
                  <a:pt x="43" y="9"/>
                  <a:pt x="44" y="8"/>
                  <a:pt x="44" y="8"/>
                </a:cubicBezTo>
                <a:cubicBezTo>
                  <a:pt x="44" y="7"/>
                  <a:pt x="45" y="7"/>
                  <a:pt x="45" y="7"/>
                </a:cubicBezTo>
                <a:cubicBezTo>
                  <a:pt x="45" y="6"/>
                  <a:pt x="45" y="6"/>
                  <a:pt x="45" y="6"/>
                </a:cubicBezTo>
                <a:close/>
                <a:moveTo>
                  <a:pt x="52" y="12"/>
                </a:moveTo>
                <a:cubicBezTo>
                  <a:pt x="52" y="12"/>
                  <a:pt x="52" y="12"/>
                  <a:pt x="52" y="12"/>
                </a:cubicBezTo>
                <a:cubicBezTo>
                  <a:pt x="53" y="13"/>
                  <a:pt x="54" y="14"/>
                  <a:pt x="54" y="14"/>
                </a:cubicBezTo>
                <a:cubicBezTo>
                  <a:pt x="55" y="15"/>
                  <a:pt x="55" y="16"/>
                  <a:pt x="55" y="16"/>
                </a:cubicBezTo>
                <a:cubicBezTo>
                  <a:pt x="55" y="16"/>
                  <a:pt x="55" y="16"/>
                  <a:pt x="55" y="16"/>
                </a:cubicBezTo>
                <a:cubicBezTo>
                  <a:pt x="55" y="16"/>
                  <a:pt x="55" y="16"/>
                  <a:pt x="54" y="16"/>
                </a:cubicBezTo>
                <a:cubicBezTo>
                  <a:pt x="54" y="16"/>
                  <a:pt x="54" y="16"/>
                  <a:pt x="53" y="16"/>
                </a:cubicBezTo>
                <a:cubicBezTo>
                  <a:pt x="53" y="16"/>
                  <a:pt x="52" y="16"/>
                  <a:pt x="52" y="16"/>
                </a:cubicBezTo>
                <a:cubicBezTo>
                  <a:pt x="52" y="16"/>
                  <a:pt x="51" y="16"/>
                  <a:pt x="51" y="16"/>
                </a:cubicBezTo>
                <a:lnTo>
                  <a:pt x="50" y="16"/>
                </a:lnTo>
                <a:cubicBezTo>
                  <a:pt x="50" y="16"/>
                  <a:pt x="50" y="16"/>
                  <a:pt x="50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5"/>
                  <a:pt x="48" y="15"/>
                  <a:pt x="48" y="15"/>
                </a:cubicBezTo>
                <a:cubicBezTo>
                  <a:pt x="48" y="15"/>
                  <a:pt x="48" y="14"/>
                  <a:pt x="48" y="14"/>
                </a:cubicBezTo>
                <a:cubicBezTo>
                  <a:pt x="48" y="14"/>
                  <a:pt x="48" y="13"/>
                  <a:pt x="48" y="13"/>
                </a:cubicBezTo>
                <a:cubicBezTo>
                  <a:pt x="48" y="13"/>
                  <a:pt x="48" y="13"/>
                  <a:pt x="48" y="13"/>
                </a:cubicBezTo>
                <a:cubicBezTo>
                  <a:pt x="48" y="13"/>
                  <a:pt x="47" y="13"/>
                  <a:pt x="47" y="14"/>
                </a:cubicBezTo>
                <a:cubicBezTo>
                  <a:pt x="47" y="14"/>
                  <a:pt x="47" y="15"/>
                  <a:pt x="47" y="15"/>
                </a:cubicBezTo>
                <a:cubicBezTo>
                  <a:pt x="47" y="15"/>
                  <a:pt x="47" y="15"/>
                  <a:pt x="47" y="15"/>
                </a:cubicBezTo>
                <a:cubicBezTo>
                  <a:pt x="46" y="15"/>
                  <a:pt x="46" y="15"/>
                  <a:pt x="46" y="15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4"/>
                  <a:pt x="46" y="14"/>
                </a:cubicBezTo>
                <a:cubicBezTo>
                  <a:pt x="46" y="13"/>
                  <a:pt x="46" y="13"/>
                  <a:pt x="47" y="13"/>
                </a:cubicBezTo>
                <a:cubicBezTo>
                  <a:pt x="47" y="13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1"/>
                  <a:pt x="47" y="11"/>
                  <a:pt x="47" y="11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11"/>
                  <a:pt x="49" y="11"/>
                  <a:pt x="49" y="11"/>
                </a:cubicBezTo>
                <a:cubicBezTo>
                  <a:pt x="49" y="11"/>
                  <a:pt x="50" y="11"/>
                  <a:pt x="50" y="11"/>
                </a:cubicBezTo>
                <a:cubicBezTo>
                  <a:pt x="50" y="11"/>
                  <a:pt x="50" y="11"/>
                  <a:pt x="50" y="11"/>
                </a:cubicBezTo>
                <a:cubicBezTo>
                  <a:pt x="51" y="11"/>
                  <a:pt x="51" y="11"/>
                  <a:pt x="51" y="11"/>
                </a:cubicBezTo>
                <a:cubicBezTo>
                  <a:pt x="51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2"/>
                  <a:pt x="52" y="12"/>
                </a:cubicBezTo>
                <a:cubicBezTo>
                  <a:pt x="52" y="12"/>
                  <a:pt x="52" y="12"/>
                  <a:pt x="52" y="12"/>
                </a:cubicBezTo>
                <a:close/>
                <a:moveTo>
                  <a:pt x="57" y="13"/>
                </a:moveTo>
                <a:cubicBezTo>
                  <a:pt x="57" y="13"/>
                  <a:pt x="57" y="13"/>
                  <a:pt x="57" y="14"/>
                </a:cubicBezTo>
                <a:cubicBezTo>
                  <a:pt x="57" y="14"/>
                  <a:pt x="57" y="14"/>
                  <a:pt x="57" y="14"/>
                </a:cubicBezTo>
                <a:cubicBezTo>
                  <a:pt x="56" y="14"/>
                  <a:pt x="56" y="14"/>
                  <a:pt x="55" y="13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5" y="12"/>
                  <a:pt x="55" y="12"/>
                  <a:pt x="56" y="12"/>
                </a:cubicBezTo>
                <a:cubicBezTo>
                  <a:pt x="56" y="12"/>
                  <a:pt x="56" y="12"/>
                  <a:pt x="56" y="12"/>
                </a:cubicBezTo>
                <a:cubicBezTo>
                  <a:pt x="56" y="12"/>
                  <a:pt x="57" y="12"/>
                  <a:pt x="57" y="12"/>
                </a:cubicBezTo>
                <a:cubicBezTo>
                  <a:pt x="57" y="12"/>
                  <a:pt x="57" y="12"/>
                  <a:pt x="57" y="13"/>
                </a:cubicBezTo>
                <a:cubicBezTo>
                  <a:pt x="57" y="13"/>
                  <a:pt x="57" y="13"/>
                  <a:pt x="57" y="13"/>
                </a:cubicBezTo>
                <a:close/>
                <a:moveTo>
                  <a:pt x="71" y="5"/>
                </a:move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6"/>
                  <a:pt x="71" y="6"/>
                </a:cubicBezTo>
                <a:cubicBezTo>
                  <a:pt x="70" y="6"/>
                  <a:pt x="70" y="6"/>
                  <a:pt x="70" y="7"/>
                </a:cubicBezTo>
                <a:cubicBezTo>
                  <a:pt x="70" y="7"/>
                  <a:pt x="70" y="7"/>
                  <a:pt x="70" y="8"/>
                </a:cubicBezTo>
                <a:cubicBezTo>
                  <a:pt x="70" y="8"/>
                  <a:pt x="70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8"/>
                  <a:pt x="68" y="8"/>
                </a:cubicBezTo>
                <a:cubicBezTo>
                  <a:pt x="68" y="8"/>
                  <a:pt x="68" y="8"/>
                  <a:pt x="68" y="8"/>
                </a:cubicBezTo>
                <a:cubicBezTo>
                  <a:pt x="68" y="8"/>
                  <a:pt x="67" y="8"/>
                  <a:pt x="66" y="9"/>
                </a:cubicBezTo>
                <a:cubicBezTo>
                  <a:pt x="66" y="9"/>
                  <a:pt x="65" y="9"/>
                  <a:pt x="65" y="9"/>
                </a:cubicBezTo>
                <a:cubicBezTo>
                  <a:pt x="65" y="9"/>
                  <a:pt x="65" y="9"/>
                  <a:pt x="65" y="9"/>
                </a:cubicBezTo>
                <a:cubicBezTo>
                  <a:pt x="65" y="9"/>
                  <a:pt x="65" y="9"/>
                  <a:pt x="64" y="9"/>
                </a:cubicBezTo>
                <a:cubicBezTo>
                  <a:pt x="64" y="8"/>
                  <a:pt x="64" y="8"/>
                  <a:pt x="63" y="7"/>
                </a:cubicBezTo>
                <a:cubicBezTo>
                  <a:pt x="63" y="7"/>
                  <a:pt x="63" y="6"/>
                  <a:pt x="63" y="6"/>
                </a:cubicBezTo>
                <a:cubicBezTo>
                  <a:pt x="63" y="6"/>
                  <a:pt x="63" y="7"/>
                  <a:pt x="63" y="7"/>
                </a:cubicBezTo>
                <a:cubicBezTo>
                  <a:pt x="63" y="8"/>
                  <a:pt x="62" y="10"/>
                  <a:pt x="61" y="11"/>
                </a:cubicBezTo>
                <a:cubicBezTo>
                  <a:pt x="61" y="12"/>
                  <a:pt x="61" y="12"/>
                  <a:pt x="61" y="13"/>
                </a:cubicBezTo>
                <a:cubicBezTo>
                  <a:pt x="61" y="13"/>
                  <a:pt x="61" y="14"/>
                  <a:pt x="61" y="14"/>
                </a:cubicBezTo>
                <a:cubicBezTo>
                  <a:pt x="60" y="14"/>
                  <a:pt x="60" y="14"/>
                  <a:pt x="60" y="14"/>
                </a:cubicBezTo>
                <a:cubicBezTo>
                  <a:pt x="59" y="15"/>
                  <a:pt x="59" y="15"/>
                  <a:pt x="58" y="15"/>
                </a:cubicBezTo>
                <a:cubicBezTo>
                  <a:pt x="58" y="15"/>
                  <a:pt x="58" y="16"/>
                  <a:pt x="58" y="16"/>
                </a:cubicBezTo>
                <a:cubicBezTo>
                  <a:pt x="57" y="16"/>
                  <a:pt x="57" y="16"/>
                  <a:pt x="57" y="15"/>
                </a:cubicBezTo>
                <a:cubicBezTo>
                  <a:pt x="57" y="15"/>
                  <a:pt x="58" y="15"/>
                  <a:pt x="58" y="15"/>
                </a:cubicBezTo>
                <a:cubicBezTo>
                  <a:pt x="58" y="14"/>
                  <a:pt x="59" y="14"/>
                  <a:pt x="59" y="13"/>
                </a:cubicBezTo>
                <a:cubicBezTo>
                  <a:pt x="59" y="13"/>
                  <a:pt x="60" y="13"/>
                  <a:pt x="60" y="12"/>
                </a:cubicBezTo>
                <a:cubicBezTo>
                  <a:pt x="60" y="11"/>
                  <a:pt x="61" y="10"/>
                  <a:pt x="61" y="9"/>
                </a:cubicBezTo>
                <a:cubicBezTo>
                  <a:pt x="62" y="8"/>
                  <a:pt x="62" y="7"/>
                  <a:pt x="62" y="6"/>
                </a:cubicBezTo>
                <a:cubicBezTo>
                  <a:pt x="63" y="5"/>
                  <a:pt x="63" y="4"/>
                  <a:pt x="63" y="3"/>
                </a:cubicBezTo>
                <a:cubicBezTo>
                  <a:pt x="63" y="3"/>
                  <a:pt x="63" y="3"/>
                  <a:pt x="63" y="3"/>
                </a:cubicBezTo>
                <a:cubicBezTo>
                  <a:pt x="63" y="2"/>
                  <a:pt x="63" y="2"/>
                  <a:pt x="63" y="2"/>
                </a:cubicBezTo>
                <a:cubicBezTo>
                  <a:pt x="63" y="2"/>
                  <a:pt x="64" y="2"/>
                  <a:pt x="64" y="3"/>
                </a:cubicBezTo>
                <a:cubicBezTo>
                  <a:pt x="64" y="3"/>
                  <a:pt x="64" y="3"/>
                  <a:pt x="64" y="3"/>
                </a:cubicBezTo>
                <a:cubicBezTo>
                  <a:pt x="64" y="3"/>
                  <a:pt x="65" y="3"/>
                  <a:pt x="65" y="3"/>
                </a:cubicBezTo>
                <a:cubicBezTo>
                  <a:pt x="66" y="2"/>
                  <a:pt x="66" y="2"/>
                  <a:pt x="66" y="2"/>
                </a:cubicBezTo>
                <a:cubicBezTo>
                  <a:pt x="67" y="2"/>
                  <a:pt x="67" y="2"/>
                  <a:pt x="68" y="2"/>
                </a:cubicBezTo>
                <a:cubicBezTo>
                  <a:pt x="68" y="2"/>
                  <a:pt x="68" y="2"/>
                  <a:pt x="68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3"/>
                </a:cubicBezTo>
                <a:cubicBezTo>
                  <a:pt x="70" y="3"/>
                  <a:pt x="70" y="3"/>
                  <a:pt x="70" y="3"/>
                </a:cubicBezTo>
                <a:cubicBezTo>
                  <a:pt x="70" y="3"/>
                  <a:pt x="70" y="3"/>
                  <a:pt x="69" y="3"/>
                </a:cubicBezTo>
                <a:cubicBezTo>
                  <a:pt x="68" y="3"/>
                  <a:pt x="68" y="3"/>
                  <a:pt x="67" y="4"/>
                </a:cubicBezTo>
                <a:cubicBezTo>
                  <a:pt x="67" y="4"/>
                  <a:pt x="67" y="4"/>
                  <a:pt x="67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5" y="4"/>
                  <a:pt x="65" y="4"/>
                </a:cubicBezTo>
                <a:cubicBezTo>
                  <a:pt x="65" y="4"/>
                  <a:pt x="65" y="4"/>
                  <a:pt x="64" y="4"/>
                </a:cubicBezTo>
                <a:cubicBezTo>
                  <a:pt x="64" y="4"/>
                  <a:pt x="64" y="4"/>
                  <a:pt x="64" y="4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5" y="5"/>
                  <a:pt x="66" y="5"/>
                  <a:pt x="67" y="4"/>
                </a:cubicBezTo>
                <a:cubicBezTo>
                  <a:pt x="68" y="4"/>
                  <a:pt x="68" y="4"/>
                  <a:pt x="69" y="4"/>
                </a:cubicBezTo>
                <a:cubicBezTo>
                  <a:pt x="70" y="4"/>
                  <a:pt x="70" y="4"/>
                  <a:pt x="70" y="5"/>
                </a:cubicBez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5"/>
                  <a:pt x="71" y="5"/>
                </a:cubicBezTo>
                <a:close/>
                <a:moveTo>
                  <a:pt x="72" y="12"/>
                </a:moveTo>
                <a:cubicBezTo>
                  <a:pt x="72" y="12"/>
                  <a:pt x="72" y="12"/>
                  <a:pt x="72" y="12"/>
                </a:cubicBezTo>
                <a:cubicBezTo>
                  <a:pt x="72" y="12"/>
                  <a:pt x="73" y="12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2" y="13"/>
                  <a:pt x="72" y="13"/>
                </a:cubicBezTo>
                <a:cubicBezTo>
                  <a:pt x="72" y="13"/>
                  <a:pt x="71" y="13"/>
                  <a:pt x="70" y="13"/>
                </a:cubicBezTo>
                <a:cubicBezTo>
                  <a:pt x="69" y="13"/>
                  <a:pt x="69" y="13"/>
                  <a:pt x="69" y="13"/>
                </a:cubicBezTo>
                <a:cubicBezTo>
                  <a:pt x="68" y="13"/>
                  <a:pt x="68" y="13"/>
                  <a:pt x="68" y="13"/>
                </a:cubicBezTo>
                <a:lnTo>
                  <a:pt x="68" y="14"/>
                </a:lnTo>
                <a:cubicBezTo>
                  <a:pt x="68" y="15"/>
                  <a:pt x="68" y="16"/>
                  <a:pt x="68" y="16"/>
                </a:cubicBezTo>
                <a:cubicBezTo>
                  <a:pt x="68" y="17"/>
                  <a:pt x="68" y="17"/>
                  <a:pt x="68" y="17"/>
                </a:cubicBezTo>
                <a:cubicBezTo>
                  <a:pt x="68" y="18"/>
                  <a:pt x="68" y="18"/>
                  <a:pt x="68" y="18"/>
                </a:cubicBezTo>
                <a:cubicBezTo>
                  <a:pt x="67" y="18"/>
                  <a:pt x="67" y="18"/>
                  <a:pt x="66" y="17"/>
                </a:cubicBezTo>
                <a:cubicBezTo>
                  <a:pt x="65" y="17"/>
                  <a:pt x="65" y="17"/>
                  <a:pt x="64" y="17"/>
                </a:cubicBezTo>
                <a:cubicBezTo>
                  <a:pt x="64" y="16"/>
                  <a:pt x="63" y="16"/>
                  <a:pt x="63" y="16"/>
                </a:cubicBezTo>
                <a:cubicBezTo>
                  <a:pt x="63" y="16"/>
                  <a:pt x="63" y="16"/>
                  <a:pt x="64" y="16"/>
                </a:cubicBezTo>
                <a:cubicBezTo>
                  <a:pt x="64" y="16"/>
                  <a:pt x="64" y="16"/>
                  <a:pt x="64" y="16"/>
                </a:cubicBezTo>
                <a:cubicBezTo>
                  <a:pt x="64" y="16"/>
                  <a:pt x="65" y="16"/>
                  <a:pt x="65" y="16"/>
                </a:cubicBezTo>
                <a:cubicBezTo>
                  <a:pt x="66" y="16"/>
                  <a:pt x="66" y="16"/>
                  <a:pt x="66" y="16"/>
                </a:cubicBezTo>
                <a:cubicBezTo>
                  <a:pt x="66" y="16"/>
                  <a:pt x="67" y="16"/>
                  <a:pt x="67" y="16"/>
                </a:cubicBezTo>
                <a:cubicBezTo>
                  <a:pt x="67" y="16"/>
                  <a:pt x="67" y="16"/>
                  <a:pt x="67" y="16"/>
                </a:cubicBezTo>
                <a:cubicBezTo>
                  <a:pt x="67" y="16"/>
                  <a:pt x="67" y="15"/>
                  <a:pt x="67" y="15"/>
                </a:cubicBezTo>
                <a:cubicBezTo>
                  <a:pt x="67" y="15"/>
                  <a:pt x="67" y="14"/>
                  <a:pt x="67" y="14"/>
                </a:cubicBezTo>
                <a:cubicBezTo>
                  <a:pt x="67" y="14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6" y="13"/>
                  <a:pt x="65" y="13"/>
                  <a:pt x="64" y="13"/>
                </a:cubicBezTo>
                <a:cubicBezTo>
                  <a:pt x="64" y="14"/>
                  <a:pt x="64" y="14"/>
                  <a:pt x="63" y="14"/>
                </a:cubicBezTo>
                <a:cubicBezTo>
                  <a:pt x="63" y="14"/>
                  <a:pt x="63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3"/>
                  <a:pt x="62" y="13"/>
                </a:cubicBezTo>
                <a:cubicBezTo>
                  <a:pt x="62" y="13"/>
                  <a:pt x="62" y="13"/>
                  <a:pt x="62" y="13"/>
                </a:cubicBezTo>
                <a:cubicBezTo>
                  <a:pt x="62" y="13"/>
                  <a:pt x="62" y="13"/>
                  <a:pt x="63" y="13"/>
                </a:cubicBezTo>
                <a:cubicBezTo>
                  <a:pt x="63" y="13"/>
                  <a:pt x="63" y="13"/>
                  <a:pt x="63" y="13"/>
                </a:cubicBezTo>
                <a:cubicBezTo>
                  <a:pt x="64" y="13"/>
                  <a:pt x="65" y="12"/>
                  <a:pt x="66" y="12"/>
                </a:cubicBezTo>
                <a:cubicBezTo>
                  <a:pt x="67" y="12"/>
                  <a:pt x="67" y="12"/>
                  <a:pt x="67" y="12"/>
                </a:cubicBezTo>
                <a:cubicBezTo>
                  <a:pt x="67" y="12"/>
                  <a:pt x="67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7" y="11"/>
                  <a:pt x="67" y="11"/>
                  <a:pt x="67" y="11"/>
                </a:cubicBezTo>
                <a:cubicBezTo>
                  <a:pt x="67" y="11"/>
                  <a:pt x="68" y="11"/>
                  <a:pt x="68" y="10"/>
                </a:cubicBezTo>
                <a:cubicBezTo>
                  <a:pt x="68" y="10"/>
                  <a:pt x="68" y="10"/>
                  <a:pt x="68" y="10"/>
                </a:cubicBezTo>
                <a:cubicBezTo>
                  <a:pt x="68" y="10"/>
                  <a:pt x="68" y="9"/>
                  <a:pt x="68" y="9"/>
                </a:cubicBezTo>
                <a:cubicBezTo>
                  <a:pt x="68" y="9"/>
                  <a:pt x="67" y="10"/>
                  <a:pt x="66" y="10"/>
                </a:cubicBezTo>
                <a:cubicBezTo>
                  <a:pt x="65" y="11"/>
                  <a:pt x="65" y="11"/>
                  <a:pt x="64" y="11"/>
                </a:cubicBezTo>
                <a:cubicBezTo>
                  <a:pt x="64" y="11"/>
                  <a:pt x="64" y="11"/>
                  <a:pt x="64" y="11"/>
                </a:cubicBezTo>
                <a:cubicBezTo>
                  <a:pt x="64" y="11"/>
                  <a:pt x="63" y="11"/>
                  <a:pt x="63" y="11"/>
                </a:cubicBezTo>
                <a:cubicBezTo>
                  <a:pt x="63" y="11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4" y="10"/>
                  <a:pt x="64" y="10"/>
                </a:cubicBezTo>
                <a:cubicBezTo>
                  <a:pt x="64" y="10"/>
                  <a:pt x="65" y="10"/>
                  <a:pt x="66" y="9"/>
                </a:cubicBezTo>
                <a:cubicBezTo>
                  <a:pt x="67" y="9"/>
                  <a:pt x="67" y="9"/>
                  <a:pt x="68" y="9"/>
                </a:cubicBezTo>
                <a:cubicBezTo>
                  <a:pt x="68" y="9"/>
                  <a:pt x="68" y="9"/>
                  <a:pt x="68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70" y="9"/>
                  <a:pt x="70" y="10"/>
                  <a:pt x="70" y="10"/>
                </a:cubicBezTo>
                <a:cubicBezTo>
                  <a:pt x="70" y="10"/>
                  <a:pt x="70" y="10"/>
                  <a:pt x="69" y="10"/>
                </a:cubicBezTo>
                <a:cubicBezTo>
                  <a:pt x="69" y="11"/>
                  <a:pt x="69" y="11"/>
                  <a:pt x="68" y="11"/>
                </a:cubicBezTo>
                <a:cubicBezTo>
                  <a:pt x="68" y="11"/>
                  <a:pt x="68" y="11"/>
                  <a:pt x="68" y="11"/>
                </a:cubicBezTo>
                <a:cubicBezTo>
                  <a:pt x="68" y="11"/>
                  <a:pt x="68" y="12"/>
                  <a:pt x="68" y="12"/>
                </a:cubicBezTo>
                <a:cubicBezTo>
                  <a:pt x="68" y="12"/>
                  <a:pt x="68" y="12"/>
                  <a:pt x="69" y="12"/>
                </a:cubicBezTo>
                <a:lnTo>
                  <a:pt x="70" y="12"/>
                </a:lnTo>
                <a:cubicBezTo>
                  <a:pt x="70" y="12"/>
                  <a:pt x="71" y="12"/>
                  <a:pt x="71" y="12"/>
                </a:cubicBezTo>
                <a:cubicBezTo>
                  <a:pt x="71" y="12"/>
                  <a:pt x="71" y="12"/>
                  <a:pt x="72" y="12"/>
                </a:cubicBezTo>
                <a:close/>
                <a:moveTo>
                  <a:pt x="84" y="6"/>
                </a:moveTo>
                <a:cubicBezTo>
                  <a:pt x="84" y="6"/>
                  <a:pt x="84" y="6"/>
                  <a:pt x="85" y="6"/>
                </a:cubicBezTo>
                <a:cubicBezTo>
                  <a:pt x="85" y="6"/>
                  <a:pt x="85" y="6"/>
                  <a:pt x="86" y="6"/>
                </a:cubicBezTo>
                <a:cubicBezTo>
                  <a:pt x="86" y="6"/>
                  <a:pt x="86" y="6"/>
                  <a:pt x="87" y="6"/>
                </a:cubicBezTo>
                <a:cubicBezTo>
                  <a:pt x="87" y="6"/>
                  <a:pt x="87" y="6"/>
                  <a:pt x="88" y="7"/>
                </a:cubicBezTo>
                <a:cubicBezTo>
                  <a:pt x="88" y="7"/>
                  <a:pt x="89" y="8"/>
                  <a:pt x="89" y="8"/>
                </a:cubicBezTo>
                <a:cubicBezTo>
                  <a:pt x="89" y="8"/>
                  <a:pt x="89" y="8"/>
                  <a:pt x="89" y="8"/>
                </a:cubicBezTo>
                <a:cubicBezTo>
                  <a:pt x="89" y="8"/>
                  <a:pt x="89" y="9"/>
                  <a:pt x="89" y="9"/>
                </a:cubicBezTo>
                <a:cubicBezTo>
                  <a:pt x="89" y="9"/>
                  <a:pt x="89" y="9"/>
                  <a:pt x="89" y="9"/>
                </a:cubicBezTo>
                <a:cubicBezTo>
                  <a:pt x="89" y="9"/>
                  <a:pt x="89" y="9"/>
                  <a:pt x="88" y="9"/>
                </a:cubicBezTo>
                <a:cubicBezTo>
                  <a:pt x="88" y="9"/>
                  <a:pt x="88" y="9"/>
                  <a:pt x="87" y="9"/>
                </a:cubicBezTo>
                <a:lnTo>
                  <a:pt x="86" y="9"/>
                </a:lnTo>
                <a:cubicBezTo>
                  <a:pt x="86" y="9"/>
                  <a:pt x="86" y="9"/>
                  <a:pt x="86" y="9"/>
                </a:cubicBezTo>
                <a:cubicBezTo>
                  <a:pt x="85" y="9"/>
                  <a:pt x="85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5" y="11"/>
                  <a:pt x="86" y="11"/>
                  <a:pt x="87" y="11"/>
                </a:cubicBezTo>
                <a:cubicBezTo>
                  <a:pt x="87" y="11"/>
                  <a:pt x="88" y="11"/>
                  <a:pt x="88" y="11"/>
                </a:cubicBezTo>
                <a:cubicBezTo>
                  <a:pt x="88" y="11"/>
                  <a:pt x="88" y="11"/>
                  <a:pt x="88" y="11"/>
                </a:cubicBezTo>
                <a:cubicBezTo>
                  <a:pt x="88" y="12"/>
                  <a:pt x="88" y="12"/>
                  <a:pt x="88" y="12"/>
                </a:cubicBezTo>
                <a:cubicBezTo>
                  <a:pt x="88" y="12"/>
                  <a:pt x="88" y="12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7" y="13"/>
                  <a:pt x="87" y="12"/>
                  <a:pt x="86" y="12"/>
                </a:cubicBezTo>
                <a:cubicBezTo>
                  <a:pt x="85" y="12"/>
                  <a:pt x="84" y="12"/>
                  <a:pt x="84" y="13"/>
                </a:cubicBezTo>
                <a:cubicBezTo>
                  <a:pt x="84" y="13"/>
                  <a:pt x="84" y="13"/>
                  <a:pt x="84" y="13"/>
                </a:cubicBezTo>
                <a:cubicBezTo>
                  <a:pt x="84" y="13"/>
                  <a:pt x="84" y="14"/>
                  <a:pt x="84" y="15"/>
                </a:cubicBezTo>
                <a:cubicBezTo>
                  <a:pt x="84" y="15"/>
                  <a:pt x="84" y="16"/>
                  <a:pt x="84" y="16"/>
                </a:cubicBezTo>
                <a:cubicBezTo>
                  <a:pt x="83" y="17"/>
                  <a:pt x="83" y="17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2" y="18"/>
                  <a:pt x="82" y="18"/>
                  <a:pt x="82" y="18"/>
                </a:cubicBezTo>
                <a:cubicBezTo>
                  <a:pt x="81" y="17"/>
                  <a:pt x="80" y="17"/>
                  <a:pt x="80" y="17"/>
                </a:cubicBezTo>
                <a:cubicBezTo>
                  <a:pt x="80" y="17"/>
                  <a:pt x="79" y="16"/>
                  <a:pt x="79" y="16"/>
                </a:cubicBezTo>
                <a:cubicBezTo>
                  <a:pt x="79" y="16"/>
                  <a:pt x="79" y="16"/>
                  <a:pt x="80" y="16"/>
                </a:cubicBezTo>
                <a:cubicBezTo>
                  <a:pt x="80" y="16"/>
                  <a:pt x="80" y="16"/>
                  <a:pt x="81" y="16"/>
                </a:cubicBezTo>
                <a:cubicBezTo>
                  <a:pt x="81" y="16"/>
                  <a:pt x="81" y="16"/>
                  <a:pt x="81" y="16"/>
                </a:cubicBezTo>
                <a:cubicBezTo>
                  <a:pt x="82" y="16"/>
                  <a:pt x="82" y="16"/>
                  <a:pt x="82" y="16"/>
                </a:cubicBezTo>
                <a:cubicBezTo>
                  <a:pt x="82" y="16"/>
                  <a:pt x="82" y="15"/>
                  <a:pt x="82" y="15"/>
                </a:cubicBezTo>
                <a:cubicBezTo>
                  <a:pt x="82" y="15"/>
                  <a:pt x="82" y="14"/>
                  <a:pt x="82" y="14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1" y="13"/>
                </a:cubicBezTo>
                <a:cubicBezTo>
                  <a:pt x="80" y="13"/>
                  <a:pt x="79" y="13"/>
                  <a:pt x="78" y="13"/>
                </a:cubicBezTo>
                <a:cubicBezTo>
                  <a:pt x="78" y="14"/>
                  <a:pt x="78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8" y="13"/>
                  <a:pt x="78" y="13"/>
                  <a:pt x="79" y="12"/>
                </a:cubicBezTo>
                <a:cubicBezTo>
                  <a:pt x="80" y="12"/>
                  <a:pt x="81" y="12"/>
                  <a:pt x="82" y="12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0"/>
                  <a:pt x="82" y="10"/>
                </a:cubicBezTo>
                <a:cubicBezTo>
                  <a:pt x="82" y="10"/>
                  <a:pt x="82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4" y="10"/>
                  <a:pt x="84" y="9"/>
                  <a:pt x="84" y="9"/>
                </a:cubicBezTo>
                <a:cubicBezTo>
                  <a:pt x="84" y="9"/>
                  <a:pt x="84" y="9"/>
                  <a:pt x="84" y="9"/>
                </a:cubicBezTo>
                <a:cubicBezTo>
                  <a:pt x="84" y="9"/>
                  <a:pt x="84" y="9"/>
                  <a:pt x="83" y="9"/>
                </a:cubicBezTo>
                <a:cubicBezTo>
                  <a:pt x="83" y="9"/>
                  <a:pt x="83" y="9"/>
                  <a:pt x="82" y="9"/>
                </a:cubicBezTo>
                <a:cubicBezTo>
                  <a:pt x="82" y="9"/>
                  <a:pt x="82" y="9"/>
                  <a:pt x="82" y="9"/>
                </a:cubicBezTo>
                <a:cubicBezTo>
                  <a:pt x="82" y="9"/>
                  <a:pt x="82" y="10"/>
                  <a:pt x="81" y="10"/>
                </a:cubicBezTo>
                <a:cubicBezTo>
                  <a:pt x="81" y="10"/>
                  <a:pt x="81" y="10"/>
                  <a:pt x="81" y="10"/>
                </a:cubicBezTo>
                <a:cubicBezTo>
                  <a:pt x="80" y="10"/>
                  <a:pt x="80" y="10"/>
                  <a:pt x="80" y="10"/>
                </a:cubicBezTo>
                <a:cubicBezTo>
                  <a:pt x="80" y="10"/>
                  <a:pt x="80" y="11"/>
                  <a:pt x="80" y="11"/>
                </a:cubicBezTo>
                <a:cubicBezTo>
                  <a:pt x="80" y="11"/>
                  <a:pt x="79" y="10"/>
                  <a:pt x="79" y="10"/>
                </a:cubicBezTo>
                <a:cubicBezTo>
                  <a:pt x="79" y="10"/>
                  <a:pt x="79" y="10"/>
                  <a:pt x="79" y="9"/>
                </a:cubicBezTo>
                <a:cubicBezTo>
                  <a:pt x="79" y="9"/>
                  <a:pt x="79" y="9"/>
                  <a:pt x="79" y="9"/>
                </a:cubicBezTo>
                <a:cubicBezTo>
                  <a:pt x="80" y="9"/>
                  <a:pt x="81" y="9"/>
                  <a:pt x="81" y="9"/>
                </a:cubicBezTo>
                <a:cubicBezTo>
                  <a:pt x="82" y="8"/>
                  <a:pt x="83" y="8"/>
                  <a:pt x="84" y="8"/>
                </a:cubicBezTo>
                <a:cubicBezTo>
                  <a:pt x="84" y="8"/>
                  <a:pt x="84" y="8"/>
                  <a:pt x="85" y="8"/>
                </a:cubicBezTo>
                <a:cubicBezTo>
                  <a:pt x="85" y="8"/>
                  <a:pt x="85" y="8"/>
                  <a:pt x="85" y="9"/>
                </a:cubicBezTo>
                <a:cubicBezTo>
                  <a:pt x="86" y="9"/>
                  <a:pt x="86" y="9"/>
                  <a:pt x="86" y="9"/>
                </a:cubicBezTo>
                <a:cubicBezTo>
                  <a:pt x="86" y="9"/>
                  <a:pt x="86" y="9"/>
                  <a:pt x="87" y="8"/>
                </a:cubicBezTo>
                <a:cubicBezTo>
                  <a:pt x="87" y="8"/>
                  <a:pt x="87" y="8"/>
                  <a:pt x="87" y="7"/>
                </a:cubicBezTo>
                <a:cubicBezTo>
                  <a:pt x="87" y="7"/>
                  <a:pt x="87" y="7"/>
                  <a:pt x="87" y="7"/>
                </a:cubicBezTo>
                <a:cubicBezTo>
                  <a:pt x="86" y="6"/>
                  <a:pt x="86" y="6"/>
                  <a:pt x="86" y="6"/>
                </a:cubicBezTo>
                <a:cubicBezTo>
                  <a:pt x="86" y="6"/>
                  <a:pt x="85" y="6"/>
                  <a:pt x="84" y="7"/>
                </a:cubicBezTo>
                <a:cubicBezTo>
                  <a:pt x="84" y="7"/>
                  <a:pt x="83" y="7"/>
                  <a:pt x="83" y="7"/>
                </a:cubicBezTo>
                <a:cubicBezTo>
                  <a:pt x="83" y="7"/>
                  <a:pt x="82" y="7"/>
                  <a:pt x="82" y="7"/>
                </a:cubicBezTo>
                <a:cubicBezTo>
                  <a:pt x="81" y="7"/>
                  <a:pt x="81" y="7"/>
                  <a:pt x="80" y="8"/>
                </a:cubicBezTo>
                <a:cubicBezTo>
                  <a:pt x="80" y="8"/>
                  <a:pt x="80" y="8"/>
                  <a:pt x="79" y="8"/>
                </a:cubicBezTo>
                <a:cubicBezTo>
                  <a:pt x="79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9" y="7"/>
                </a:cubicBezTo>
                <a:cubicBezTo>
                  <a:pt x="80" y="7"/>
                  <a:pt x="81" y="6"/>
                  <a:pt x="82" y="6"/>
                </a:cubicBezTo>
                <a:cubicBezTo>
                  <a:pt x="82" y="6"/>
                  <a:pt x="83" y="6"/>
                  <a:pt x="83" y="5"/>
                </a:cubicBezTo>
                <a:cubicBezTo>
                  <a:pt x="84" y="4"/>
                  <a:pt x="84" y="3"/>
                  <a:pt x="85" y="2"/>
                </a:cubicBezTo>
                <a:cubicBezTo>
                  <a:pt x="85" y="2"/>
                  <a:pt x="85" y="2"/>
                  <a:pt x="85" y="2"/>
                </a:cubicBezTo>
                <a:cubicBezTo>
                  <a:pt x="86" y="2"/>
                  <a:pt x="86" y="2"/>
                  <a:pt x="86" y="2"/>
                </a:cubicBezTo>
                <a:cubicBezTo>
                  <a:pt x="86" y="3"/>
                  <a:pt x="87" y="3"/>
                  <a:pt x="87" y="3"/>
                </a:cubicBezTo>
                <a:cubicBezTo>
                  <a:pt x="87" y="3"/>
                  <a:pt x="87" y="3"/>
                  <a:pt x="86" y="3"/>
                </a:cubicBezTo>
                <a:cubicBezTo>
                  <a:pt x="86" y="3"/>
                  <a:pt x="86" y="4"/>
                  <a:pt x="86" y="4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4" y="5"/>
                  <a:pt x="84" y="5"/>
                </a:cubicBezTo>
                <a:cubicBezTo>
                  <a:pt x="84" y="5"/>
                  <a:pt x="84" y="5"/>
                  <a:pt x="84" y="6"/>
                </a:cubicBezTo>
                <a:close/>
                <a:moveTo>
                  <a:pt x="83" y="2"/>
                </a:moveTo>
                <a:cubicBezTo>
                  <a:pt x="83" y="2"/>
                  <a:pt x="83" y="2"/>
                  <a:pt x="83" y="3"/>
                </a:cubicBezTo>
                <a:cubicBezTo>
                  <a:pt x="83" y="3"/>
                  <a:pt x="83" y="3"/>
                  <a:pt x="83" y="3"/>
                </a:cubicBezTo>
                <a:cubicBezTo>
                  <a:pt x="82" y="3"/>
                  <a:pt x="82" y="4"/>
                  <a:pt x="82" y="4"/>
                </a:cubicBezTo>
                <a:cubicBezTo>
                  <a:pt x="82" y="4"/>
                  <a:pt x="82" y="4"/>
                  <a:pt x="82" y="4"/>
                </a:cubicBezTo>
                <a:cubicBezTo>
                  <a:pt x="82" y="4"/>
                  <a:pt x="81" y="4"/>
                  <a:pt x="81" y="4"/>
                </a:cubicBezTo>
                <a:cubicBezTo>
                  <a:pt x="81" y="4"/>
                  <a:pt x="81" y="3"/>
                  <a:pt x="81" y="3"/>
                </a:cubicBezTo>
                <a:cubicBezTo>
                  <a:pt x="81" y="3"/>
                  <a:pt x="81" y="3"/>
                  <a:pt x="81" y="3"/>
                </a:cubicBezTo>
                <a:cubicBezTo>
                  <a:pt x="81" y="3"/>
                  <a:pt x="81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3" y="3"/>
                </a:cubicBezTo>
                <a:cubicBezTo>
                  <a:pt x="83" y="2"/>
                  <a:pt x="83" y="2"/>
                  <a:pt x="83" y="2"/>
                </a:cubicBezTo>
                <a:close/>
                <a:moveTo>
                  <a:pt x="80" y="5"/>
                </a:moveTo>
                <a:cubicBezTo>
                  <a:pt x="80" y="6"/>
                  <a:pt x="80" y="6"/>
                  <a:pt x="80" y="6"/>
                </a:cubicBezTo>
                <a:cubicBezTo>
                  <a:pt x="80" y="6"/>
                  <a:pt x="80" y="6"/>
                  <a:pt x="80" y="6"/>
                </a:cubicBezTo>
                <a:cubicBezTo>
                  <a:pt x="79" y="6"/>
                  <a:pt x="79" y="6"/>
                  <a:pt x="79" y="6"/>
                </a:cubicBezTo>
                <a:cubicBezTo>
                  <a:pt x="79" y="6"/>
                  <a:pt x="78" y="6"/>
                  <a:pt x="78" y="6"/>
                </a:cubicBezTo>
                <a:cubicBezTo>
                  <a:pt x="78" y="6"/>
                  <a:pt x="78" y="5"/>
                  <a:pt x="78" y="5"/>
                </a:cubicBezTo>
                <a:cubicBezTo>
                  <a:pt x="78" y="5"/>
                  <a:pt x="78" y="5"/>
                  <a:pt x="78" y="4"/>
                </a:cubicBezTo>
                <a:cubicBezTo>
                  <a:pt x="78" y="4"/>
                  <a:pt x="78" y="4"/>
                  <a:pt x="78" y="4"/>
                </a:cubicBezTo>
                <a:cubicBezTo>
                  <a:pt x="78" y="4"/>
                  <a:pt x="78" y="4"/>
                  <a:pt x="79" y="4"/>
                </a:cubicBezTo>
                <a:cubicBezTo>
                  <a:pt x="79" y="4"/>
                  <a:pt x="79" y="4"/>
                  <a:pt x="79" y="4"/>
                </a:cubicBezTo>
                <a:cubicBezTo>
                  <a:pt x="79" y="4"/>
                  <a:pt x="79" y="4"/>
                  <a:pt x="80" y="4"/>
                </a:cubicBezTo>
                <a:cubicBezTo>
                  <a:pt x="80" y="5"/>
                  <a:pt x="80" y="5"/>
                  <a:pt x="80" y="5"/>
                </a:cubicBezTo>
                <a:close/>
                <a:moveTo>
                  <a:pt x="77" y="9"/>
                </a:move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1"/>
                  <a:pt x="77" y="11"/>
                </a:cubicBezTo>
                <a:cubicBezTo>
                  <a:pt x="76" y="11"/>
                  <a:pt x="76" y="10"/>
                  <a:pt x="76" y="10"/>
                </a:cubicBezTo>
                <a:cubicBezTo>
                  <a:pt x="75" y="10"/>
                  <a:pt x="75" y="10"/>
                  <a:pt x="75" y="10"/>
                </a:cubicBezTo>
                <a:cubicBezTo>
                  <a:pt x="75" y="10"/>
                  <a:pt x="75" y="9"/>
                  <a:pt x="75" y="9"/>
                </a:cubicBezTo>
                <a:cubicBezTo>
                  <a:pt x="75" y="9"/>
                  <a:pt x="76" y="9"/>
                  <a:pt x="76" y="9"/>
                </a:cubicBezTo>
                <a:cubicBezTo>
                  <a:pt x="76" y="8"/>
                  <a:pt x="77" y="8"/>
                  <a:pt x="77" y="8"/>
                </a:cubicBezTo>
                <a:cubicBezTo>
                  <a:pt x="77" y="8"/>
                  <a:pt x="77" y="8"/>
                  <a:pt x="77" y="8"/>
                </a:cubicBezTo>
                <a:cubicBezTo>
                  <a:pt x="77" y="9"/>
                  <a:pt x="77" y="9"/>
                  <a:pt x="77" y="9"/>
                </a:cubicBezTo>
                <a:cubicBezTo>
                  <a:pt x="77" y="9"/>
                  <a:pt x="77" y="9"/>
                  <a:pt x="77" y="9"/>
                </a:cubicBezTo>
                <a:close/>
                <a:moveTo>
                  <a:pt x="118" y="15"/>
                </a:moveTo>
                <a:cubicBezTo>
                  <a:pt x="118" y="15"/>
                  <a:pt x="118" y="15"/>
                  <a:pt x="117" y="15"/>
                </a:cubicBezTo>
                <a:cubicBezTo>
                  <a:pt x="117" y="15"/>
                  <a:pt x="117" y="15"/>
                  <a:pt x="116" y="15"/>
                </a:cubicBezTo>
                <a:cubicBezTo>
                  <a:pt x="115" y="15"/>
                  <a:pt x="114" y="15"/>
                  <a:pt x="114" y="15"/>
                </a:cubicBezTo>
                <a:cubicBezTo>
                  <a:pt x="113" y="15"/>
                  <a:pt x="113" y="15"/>
                  <a:pt x="113" y="14"/>
                </a:cubicBezTo>
                <a:cubicBezTo>
                  <a:pt x="113" y="14"/>
                  <a:pt x="113" y="14"/>
                  <a:pt x="113" y="14"/>
                </a:cubicBezTo>
                <a:cubicBezTo>
                  <a:pt x="113" y="13"/>
                  <a:pt x="112" y="13"/>
                  <a:pt x="112" y="13"/>
                </a:cubicBezTo>
                <a:cubicBezTo>
                  <a:pt x="111" y="12"/>
                  <a:pt x="111" y="12"/>
                  <a:pt x="110" y="12"/>
                </a:cubicBezTo>
                <a:cubicBezTo>
                  <a:pt x="110" y="12"/>
                  <a:pt x="110" y="11"/>
                  <a:pt x="110" y="11"/>
                </a:cubicBezTo>
                <a:cubicBezTo>
                  <a:pt x="110" y="11"/>
                  <a:pt x="110" y="12"/>
                  <a:pt x="110" y="12"/>
                </a:cubicBezTo>
                <a:cubicBezTo>
                  <a:pt x="110" y="12"/>
                  <a:pt x="110" y="12"/>
                  <a:pt x="110" y="13"/>
                </a:cubicBezTo>
                <a:cubicBezTo>
                  <a:pt x="110" y="14"/>
                  <a:pt x="110" y="14"/>
                  <a:pt x="110" y="15"/>
                </a:cubicBezTo>
                <a:cubicBezTo>
                  <a:pt x="110" y="16"/>
                  <a:pt x="110" y="16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09" y="17"/>
                  <a:pt x="109" y="17"/>
                  <a:pt x="109" y="17"/>
                </a:cubicBezTo>
                <a:cubicBezTo>
                  <a:pt x="109" y="17"/>
                  <a:pt x="108" y="17"/>
                  <a:pt x="108" y="17"/>
                </a:cubicBezTo>
                <a:cubicBezTo>
                  <a:pt x="107" y="16"/>
                  <a:pt x="107" y="16"/>
                  <a:pt x="106" y="16"/>
                </a:cubicBezTo>
                <a:cubicBezTo>
                  <a:pt x="106" y="15"/>
                  <a:pt x="105" y="15"/>
                  <a:pt x="105" y="15"/>
                </a:cubicBezTo>
                <a:cubicBezTo>
                  <a:pt x="105" y="15"/>
                  <a:pt x="105" y="15"/>
                  <a:pt x="105" y="15"/>
                </a:cubicBezTo>
                <a:cubicBezTo>
                  <a:pt x="105" y="15"/>
                  <a:pt x="105" y="15"/>
                  <a:pt x="106" y="15"/>
                </a:cubicBezTo>
                <a:cubicBezTo>
                  <a:pt x="106" y="15"/>
                  <a:pt x="107" y="15"/>
                  <a:pt x="107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4"/>
                  <a:pt x="108" y="14"/>
                  <a:pt x="108" y="13"/>
                </a:cubicBezTo>
                <a:cubicBezTo>
                  <a:pt x="108" y="12"/>
                  <a:pt x="108" y="12"/>
                  <a:pt x="108" y="11"/>
                </a:cubicBezTo>
                <a:cubicBezTo>
                  <a:pt x="108" y="10"/>
                  <a:pt x="108" y="9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7" y="8"/>
                  <a:pt x="106" y="8"/>
                </a:cubicBezTo>
                <a:cubicBezTo>
                  <a:pt x="106" y="8"/>
                  <a:pt x="105" y="8"/>
                  <a:pt x="105" y="8"/>
                </a:cubicBezTo>
                <a:cubicBezTo>
                  <a:pt x="105" y="8"/>
                  <a:pt x="105" y="8"/>
                  <a:pt x="105" y="8"/>
                </a:cubicBezTo>
                <a:cubicBezTo>
                  <a:pt x="104" y="8"/>
                  <a:pt x="104" y="8"/>
                  <a:pt x="104" y="8"/>
                </a:cubicBezTo>
                <a:cubicBezTo>
                  <a:pt x="104" y="8"/>
                  <a:pt x="104" y="8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5" y="6"/>
                  <a:pt x="105" y="6"/>
                </a:cubicBezTo>
                <a:cubicBezTo>
                  <a:pt x="106" y="6"/>
                  <a:pt x="107" y="6"/>
                  <a:pt x="107" y="6"/>
                </a:cubicBezTo>
                <a:cubicBezTo>
                  <a:pt x="107" y="6"/>
                  <a:pt x="108" y="6"/>
                  <a:pt x="108" y="6"/>
                </a:cubicBezTo>
                <a:cubicBezTo>
                  <a:pt x="108" y="6"/>
                  <a:pt x="108" y="6"/>
                  <a:pt x="108" y="6"/>
                </a:cubicBezTo>
                <a:lnTo>
                  <a:pt x="108" y="5"/>
                </a:lnTo>
                <a:cubicBezTo>
                  <a:pt x="108" y="4"/>
                  <a:pt x="108" y="4"/>
                  <a:pt x="108" y="3"/>
                </a:cubicBezTo>
                <a:cubicBezTo>
                  <a:pt x="108" y="3"/>
                  <a:pt x="108" y="3"/>
                  <a:pt x="109" y="2"/>
                </a:cubicBezTo>
                <a:cubicBezTo>
                  <a:pt x="109" y="2"/>
                  <a:pt x="109" y="1"/>
                  <a:pt x="109" y="1"/>
                </a:cubicBezTo>
                <a:cubicBezTo>
                  <a:pt x="109" y="1"/>
                  <a:pt x="109" y="1"/>
                  <a:pt x="109" y="1"/>
                </a:cubicBezTo>
                <a:cubicBezTo>
                  <a:pt x="109" y="1"/>
                  <a:pt x="109" y="1"/>
                  <a:pt x="110" y="1"/>
                </a:cubicBezTo>
                <a:cubicBezTo>
                  <a:pt x="110" y="1"/>
                  <a:pt x="110" y="1"/>
                  <a:pt x="110" y="1"/>
                </a:cubicBezTo>
                <a:cubicBezTo>
                  <a:pt x="110" y="2"/>
                  <a:pt x="110" y="2"/>
                  <a:pt x="110" y="2"/>
                </a:cubicBezTo>
                <a:cubicBezTo>
                  <a:pt x="110" y="2"/>
                  <a:pt x="110" y="3"/>
                  <a:pt x="110" y="3"/>
                </a:cubicBezTo>
                <a:lnTo>
                  <a:pt x="110" y="4"/>
                </a:lnTo>
                <a:lnTo>
                  <a:pt x="110" y="5"/>
                </a:lnTo>
                <a:cubicBezTo>
                  <a:pt x="110" y="5"/>
                  <a:pt x="110" y="5"/>
                  <a:pt x="110" y="5"/>
                </a:cubicBezTo>
                <a:cubicBezTo>
                  <a:pt x="110" y="5"/>
                  <a:pt x="110" y="5"/>
                  <a:pt x="110" y="5"/>
                </a:cubicBezTo>
                <a:cubicBezTo>
                  <a:pt x="111" y="5"/>
                  <a:pt x="111" y="5"/>
                  <a:pt x="111" y="5"/>
                </a:cubicBezTo>
                <a:cubicBezTo>
                  <a:pt x="111" y="5"/>
                  <a:pt x="112" y="5"/>
                  <a:pt x="112" y="5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7"/>
                  <a:pt x="112" y="7"/>
                  <a:pt x="112" y="7"/>
                </a:cubicBezTo>
                <a:cubicBezTo>
                  <a:pt x="112" y="7"/>
                  <a:pt x="111" y="7"/>
                  <a:pt x="111" y="7"/>
                </a:cubicBezTo>
                <a:cubicBezTo>
                  <a:pt x="111" y="7"/>
                  <a:pt x="110" y="7"/>
                  <a:pt x="110" y="7"/>
                </a:cubicBezTo>
                <a:cubicBezTo>
                  <a:pt x="110" y="7"/>
                  <a:pt x="110" y="7"/>
                  <a:pt x="110" y="7"/>
                </a:cubicBezTo>
                <a:cubicBezTo>
                  <a:pt x="109" y="7"/>
                  <a:pt x="109" y="8"/>
                  <a:pt x="109" y="8"/>
                </a:cubicBezTo>
                <a:cubicBezTo>
                  <a:pt x="109" y="8"/>
                  <a:pt x="109" y="8"/>
                  <a:pt x="109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1" y="9"/>
                  <a:pt x="111" y="9"/>
                </a:cubicBezTo>
                <a:cubicBezTo>
                  <a:pt x="112" y="8"/>
                  <a:pt x="112" y="8"/>
                  <a:pt x="113" y="7"/>
                </a:cubicBezTo>
                <a:cubicBezTo>
                  <a:pt x="113" y="7"/>
                  <a:pt x="113" y="7"/>
                  <a:pt x="113" y="7"/>
                </a:cubicBezTo>
                <a:cubicBezTo>
                  <a:pt x="113" y="7"/>
                  <a:pt x="113" y="7"/>
                  <a:pt x="114" y="8"/>
                </a:cubicBezTo>
                <a:cubicBezTo>
                  <a:pt x="114" y="8"/>
                  <a:pt x="114" y="8"/>
                  <a:pt x="114" y="8"/>
                </a:cubicBezTo>
                <a:cubicBezTo>
                  <a:pt x="114" y="8"/>
                  <a:pt x="114" y="8"/>
                  <a:pt x="113" y="8"/>
                </a:cubicBezTo>
                <a:cubicBezTo>
                  <a:pt x="113" y="8"/>
                  <a:pt x="113" y="9"/>
                  <a:pt x="113" y="9"/>
                </a:cubicBezTo>
                <a:cubicBezTo>
                  <a:pt x="112" y="9"/>
                  <a:pt x="112" y="9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1"/>
                  <a:pt x="111" y="11"/>
                  <a:pt x="112" y="11"/>
                </a:cubicBezTo>
                <a:cubicBezTo>
                  <a:pt x="112" y="12"/>
                  <a:pt x="113" y="12"/>
                  <a:pt x="113" y="12"/>
                </a:cubicBezTo>
                <a:cubicBezTo>
                  <a:pt x="114" y="13"/>
                  <a:pt x="114" y="13"/>
                  <a:pt x="115" y="13"/>
                </a:cubicBezTo>
                <a:cubicBezTo>
                  <a:pt x="117" y="14"/>
                  <a:pt x="118" y="14"/>
                  <a:pt x="118" y="15"/>
                </a:cubicBezTo>
                <a:close/>
                <a:moveTo>
                  <a:pt x="113" y="3"/>
                </a:moveTo>
                <a:cubicBezTo>
                  <a:pt x="113" y="3"/>
                  <a:pt x="113" y="3"/>
                  <a:pt x="113" y="3"/>
                </a:cubicBezTo>
                <a:cubicBezTo>
                  <a:pt x="113" y="3"/>
                  <a:pt x="113" y="3"/>
                  <a:pt x="114" y="3"/>
                </a:cubicBezTo>
                <a:cubicBezTo>
                  <a:pt x="114" y="4"/>
                  <a:pt x="114" y="4"/>
                  <a:pt x="114" y="4"/>
                </a:cubicBezTo>
                <a:cubicBezTo>
                  <a:pt x="115" y="4"/>
                  <a:pt x="115" y="5"/>
                  <a:pt x="115" y="5"/>
                </a:cubicBezTo>
                <a:cubicBezTo>
                  <a:pt x="115" y="5"/>
                  <a:pt x="115" y="5"/>
                  <a:pt x="114" y="5"/>
                </a:cubicBezTo>
                <a:cubicBezTo>
                  <a:pt x="114" y="5"/>
                  <a:pt x="114" y="5"/>
                  <a:pt x="113" y="5"/>
                </a:cubicBezTo>
                <a:cubicBezTo>
                  <a:pt x="113" y="5"/>
                  <a:pt x="113" y="5"/>
                  <a:pt x="113" y="5"/>
                </a:cubicBezTo>
                <a:cubicBezTo>
                  <a:pt x="112" y="5"/>
                  <a:pt x="112" y="5"/>
                  <a:pt x="112" y="4"/>
                </a:cubicBezTo>
                <a:cubicBezTo>
                  <a:pt x="112" y="4"/>
                  <a:pt x="112" y="4"/>
                  <a:pt x="112" y="4"/>
                </a:cubicBezTo>
                <a:cubicBezTo>
                  <a:pt x="112" y="4"/>
                  <a:pt x="112" y="3"/>
                  <a:pt x="112" y="3"/>
                </a:cubicBezTo>
                <a:cubicBezTo>
                  <a:pt x="112" y="3"/>
                  <a:pt x="113" y="3"/>
                  <a:pt x="113" y="3"/>
                </a:cubicBezTo>
                <a:close/>
                <a:moveTo>
                  <a:pt x="105" y="9"/>
                </a:move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6" y="9"/>
                </a:cubicBezTo>
                <a:cubicBezTo>
                  <a:pt x="106" y="10"/>
                  <a:pt x="107" y="10"/>
                  <a:pt x="107" y="10"/>
                </a:cubicBezTo>
                <a:cubicBezTo>
                  <a:pt x="107" y="11"/>
                  <a:pt x="106" y="11"/>
                  <a:pt x="106" y="11"/>
                </a:cubicBezTo>
                <a:cubicBezTo>
                  <a:pt x="105" y="11"/>
                  <a:pt x="105" y="11"/>
                  <a:pt x="105" y="11"/>
                </a:cubicBezTo>
                <a:cubicBezTo>
                  <a:pt x="105" y="11"/>
                  <a:pt x="104" y="11"/>
                  <a:pt x="104" y="10"/>
                </a:cubicBezTo>
                <a:cubicBezTo>
                  <a:pt x="104" y="10"/>
                  <a:pt x="104" y="10"/>
                  <a:pt x="104" y="10"/>
                </a:cubicBezTo>
                <a:cubicBezTo>
                  <a:pt x="104" y="9"/>
                  <a:pt x="104" y="9"/>
                  <a:pt x="104" y="9"/>
                </a:cubicBezTo>
                <a:cubicBezTo>
                  <a:pt x="104" y="9"/>
                  <a:pt x="105" y="9"/>
                  <a:pt x="105" y="9"/>
                </a:cubicBezTo>
                <a:close/>
                <a:moveTo>
                  <a:pt x="108" y="11"/>
                </a:moveTo>
                <a:cubicBezTo>
                  <a:pt x="108" y="11"/>
                  <a:pt x="107" y="11"/>
                  <a:pt x="107" y="11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6" y="12"/>
                  <a:pt x="106" y="12"/>
                  <a:pt x="106" y="13"/>
                </a:cubicBezTo>
                <a:cubicBezTo>
                  <a:pt x="106" y="13"/>
                  <a:pt x="105" y="14"/>
                  <a:pt x="104" y="14"/>
                </a:cubicBezTo>
                <a:cubicBezTo>
                  <a:pt x="104" y="14"/>
                  <a:pt x="104" y="14"/>
                  <a:pt x="104" y="15"/>
                </a:cubicBezTo>
                <a:cubicBezTo>
                  <a:pt x="104" y="15"/>
                  <a:pt x="104" y="15"/>
                  <a:pt x="104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2" y="14"/>
                  <a:pt x="102" y="14"/>
                  <a:pt x="102" y="14"/>
                </a:cubicBezTo>
                <a:cubicBezTo>
                  <a:pt x="102" y="14"/>
                  <a:pt x="102" y="14"/>
                  <a:pt x="103" y="14"/>
                </a:cubicBezTo>
                <a:cubicBezTo>
                  <a:pt x="103" y="13"/>
                  <a:pt x="104" y="13"/>
                  <a:pt x="104" y="13"/>
                </a:cubicBezTo>
                <a:cubicBezTo>
                  <a:pt x="105" y="12"/>
                  <a:pt x="106" y="11"/>
                  <a:pt x="107" y="11"/>
                </a:cubicBezTo>
                <a:cubicBezTo>
                  <a:pt x="107" y="11"/>
                  <a:pt x="107" y="11"/>
                  <a:pt x="107" y="11"/>
                </a:cubicBezTo>
                <a:cubicBezTo>
                  <a:pt x="107" y="11"/>
                  <a:pt x="108" y="11"/>
                  <a:pt x="108" y="11"/>
                </a:cubicBezTo>
                <a:close/>
                <a:moveTo>
                  <a:pt x="127" y="13"/>
                </a:moveTo>
                <a:cubicBezTo>
                  <a:pt x="127" y="13"/>
                  <a:pt x="127" y="13"/>
                  <a:pt x="127" y="14"/>
                </a:cubicBezTo>
                <a:cubicBezTo>
                  <a:pt x="127" y="14"/>
                  <a:pt x="127" y="14"/>
                  <a:pt x="128" y="14"/>
                </a:cubicBezTo>
                <a:cubicBezTo>
                  <a:pt x="128" y="14"/>
                  <a:pt x="129" y="15"/>
                  <a:pt x="129" y="15"/>
                </a:cubicBezTo>
                <a:cubicBezTo>
                  <a:pt x="130" y="15"/>
                  <a:pt x="130" y="15"/>
                  <a:pt x="131" y="15"/>
                </a:cubicBezTo>
                <a:cubicBezTo>
                  <a:pt x="131" y="16"/>
                  <a:pt x="132" y="16"/>
                  <a:pt x="134" y="16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4" y="18"/>
                  <a:pt x="134" y="18"/>
                  <a:pt x="133" y="18"/>
                </a:cubicBezTo>
                <a:cubicBezTo>
                  <a:pt x="133" y="18"/>
                  <a:pt x="132" y="18"/>
                  <a:pt x="131" y="18"/>
                </a:cubicBezTo>
                <a:cubicBezTo>
                  <a:pt x="131" y="18"/>
                  <a:pt x="130" y="17"/>
                  <a:pt x="130" y="17"/>
                </a:cubicBezTo>
                <a:cubicBezTo>
                  <a:pt x="130" y="17"/>
                  <a:pt x="129" y="17"/>
                  <a:pt x="129" y="17"/>
                </a:cubicBezTo>
                <a:cubicBezTo>
                  <a:pt x="129" y="17"/>
                  <a:pt x="129" y="17"/>
                  <a:pt x="129" y="17"/>
                </a:cubicBezTo>
                <a:cubicBezTo>
                  <a:pt x="129" y="16"/>
                  <a:pt x="129" y="16"/>
                  <a:pt x="129" y="16"/>
                </a:cubicBezTo>
                <a:cubicBezTo>
                  <a:pt x="128" y="15"/>
                  <a:pt x="128" y="15"/>
                  <a:pt x="127" y="15"/>
                </a:cubicBezTo>
                <a:cubicBezTo>
                  <a:pt x="126" y="15"/>
                  <a:pt x="126" y="14"/>
                  <a:pt x="126" y="14"/>
                </a:cubicBezTo>
                <a:cubicBezTo>
                  <a:pt x="125" y="14"/>
                  <a:pt x="125" y="14"/>
                  <a:pt x="124" y="14"/>
                </a:cubicBezTo>
                <a:cubicBezTo>
                  <a:pt x="124" y="13"/>
                  <a:pt x="123" y="13"/>
                  <a:pt x="123" y="13"/>
                </a:cubicBezTo>
                <a:cubicBezTo>
                  <a:pt x="123" y="13"/>
                  <a:pt x="123" y="13"/>
                  <a:pt x="123" y="14"/>
                </a:cubicBezTo>
                <a:cubicBezTo>
                  <a:pt x="123" y="14"/>
                  <a:pt x="122" y="14"/>
                  <a:pt x="122" y="14"/>
                </a:cubicBezTo>
                <a:cubicBezTo>
                  <a:pt x="122" y="14"/>
                  <a:pt x="122" y="15"/>
                  <a:pt x="122" y="15"/>
                </a:cubicBezTo>
                <a:cubicBezTo>
                  <a:pt x="122" y="15"/>
                  <a:pt x="122" y="15"/>
                  <a:pt x="122" y="15"/>
                </a:cubicBezTo>
                <a:cubicBezTo>
                  <a:pt x="121" y="15"/>
                  <a:pt x="121" y="15"/>
                  <a:pt x="120" y="15"/>
                </a:cubicBezTo>
                <a:cubicBezTo>
                  <a:pt x="120" y="16"/>
                  <a:pt x="119" y="16"/>
                  <a:pt x="119" y="16"/>
                </a:cubicBezTo>
                <a:cubicBezTo>
                  <a:pt x="119" y="16"/>
                  <a:pt x="119" y="16"/>
                  <a:pt x="118" y="16"/>
                </a:cubicBezTo>
                <a:cubicBezTo>
                  <a:pt x="118" y="15"/>
                  <a:pt x="118" y="15"/>
                  <a:pt x="118" y="15"/>
                </a:cubicBezTo>
                <a:cubicBezTo>
                  <a:pt x="118" y="15"/>
                  <a:pt x="119" y="15"/>
                  <a:pt x="119" y="15"/>
                </a:cubicBezTo>
                <a:cubicBezTo>
                  <a:pt x="120" y="15"/>
                  <a:pt x="120" y="15"/>
                  <a:pt x="121" y="14"/>
                </a:cubicBezTo>
                <a:cubicBezTo>
                  <a:pt x="121" y="14"/>
                  <a:pt x="122" y="13"/>
                  <a:pt x="122" y="12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0"/>
                  <a:pt x="123" y="10"/>
                  <a:pt x="123" y="10"/>
                </a:cubicBezTo>
                <a:cubicBezTo>
                  <a:pt x="122" y="10"/>
                  <a:pt x="122" y="11"/>
                  <a:pt x="122" y="11"/>
                </a:cubicBezTo>
                <a:cubicBezTo>
                  <a:pt x="122" y="11"/>
                  <a:pt x="121" y="11"/>
                  <a:pt x="121" y="11"/>
                </a:cubicBezTo>
                <a:cubicBezTo>
                  <a:pt x="120" y="11"/>
                  <a:pt x="120" y="11"/>
                  <a:pt x="120" y="11"/>
                </a:cubicBezTo>
                <a:cubicBezTo>
                  <a:pt x="120" y="11"/>
                  <a:pt x="119" y="11"/>
                  <a:pt x="119" y="11"/>
                </a:cubicBezTo>
                <a:cubicBezTo>
                  <a:pt x="119" y="11"/>
                  <a:pt x="119" y="11"/>
                  <a:pt x="119" y="11"/>
                </a:cubicBezTo>
                <a:cubicBezTo>
                  <a:pt x="119" y="11"/>
                  <a:pt x="119" y="11"/>
                  <a:pt x="119" y="10"/>
                </a:cubicBezTo>
                <a:cubicBezTo>
                  <a:pt x="119" y="10"/>
                  <a:pt x="119" y="10"/>
                  <a:pt x="119" y="10"/>
                </a:cubicBezTo>
                <a:cubicBezTo>
                  <a:pt x="120" y="10"/>
                  <a:pt x="121" y="10"/>
                  <a:pt x="123" y="9"/>
                </a:cubicBezTo>
                <a:cubicBezTo>
                  <a:pt x="124" y="9"/>
                  <a:pt x="126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6" y="7"/>
                  <a:pt x="126" y="7"/>
                  <a:pt x="126" y="7"/>
                </a:cubicBezTo>
                <a:cubicBezTo>
                  <a:pt x="126" y="7"/>
                  <a:pt x="126" y="7"/>
                  <a:pt x="125" y="7"/>
                </a:cubicBezTo>
                <a:cubicBezTo>
                  <a:pt x="125" y="8"/>
                  <a:pt x="125" y="8"/>
                  <a:pt x="125" y="8"/>
                </a:cubicBezTo>
                <a:cubicBezTo>
                  <a:pt x="125" y="8"/>
                  <a:pt x="124" y="8"/>
                  <a:pt x="124" y="8"/>
                </a:cubicBezTo>
                <a:cubicBezTo>
                  <a:pt x="124" y="8"/>
                  <a:pt x="124" y="8"/>
                  <a:pt x="123" y="7"/>
                </a:cubicBezTo>
                <a:cubicBezTo>
                  <a:pt x="123" y="7"/>
                  <a:pt x="123" y="7"/>
                  <a:pt x="123" y="6"/>
                </a:cubicBezTo>
                <a:cubicBezTo>
                  <a:pt x="123" y="5"/>
                  <a:pt x="123" y="4"/>
                  <a:pt x="123" y="3"/>
                </a:cubicBezTo>
                <a:cubicBezTo>
                  <a:pt x="123" y="3"/>
                  <a:pt x="123" y="2"/>
                  <a:pt x="124" y="2"/>
                </a:cubicBezTo>
                <a:cubicBezTo>
                  <a:pt x="124" y="2"/>
                  <a:pt x="124" y="2"/>
                  <a:pt x="125" y="2"/>
                </a:cubicBezTo>
                <a:cubicBezTo>
                  <a:pt x="126" y="2"/>
                  <a:pt x="127" y="2"/>
                  <a:pt x="128" y="2"/>
                </a:cubicBezTo>
                <a:cubicBezTo>
                  <a:pt x="128" y="2"/>
                  <a:pt x="129" y="2"/>
                  <a:pt x="129" y="2"/>
                </a:cubicBezTo>
                <a:cubicBezTo>
                  <a:pt x="129" y="2"/>
                  <a:pt x="130" y="2"/>
                  <a:pt x="130" y="2"/>
                </a:cubicBezTo>
                <a:cubicBezTo>
                  <a:pt x="130" y="2"/>
                  <a:pt x="130" y="2"/>
                  <a:pt x="129" y="3"/>
                </a:cubicBezTo>
                <a:cubicBezTo>
                  <a:pt x="129" y="3"/>
                  <a:pt x="129" y="3"/>
                  <a:pt x="129" y="3"/>
                </a:cubicBezTo>
                <a:cubicBezTo>
                  <a:pt x="129" y="4"/>
                  <a:pt x="129" y="4"/>
                  <a:pt x="129" y="4"/>
                </a:cubicBezTo>
                <a:lnTo>
                  <a:pt x="129" y="6"/>
                </a:lnTo>
                <a:cubicBezTo>
                  <a:pt x="129" y="7"/>
                  <a:pt x="129" y="7"/>
                  <a:pt x="129" y="7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30" y="8"/>
                  <a:pt x="130" y="8"/>
                </a:cubicBezTo>
                <a:cubicBezTo>
                  <a:pt x="130" y="8"/>
                  <a:pt x="130" y="8"/>
                  <a:pt x="131" y="8"/>
                </a:cubicBezTo>
                <a:cubicBezTo>
                  <a:pt x="131" y="8"/>
                  <a:pt x="131" y="8"/>
                  <a:pt x="131" y="8"/>
                </a:cubicBezTo>
                <a:cubicBezTo>
                  <a:pt x="131" y="8"/>
                  <a:pt x="131" y="8"/>
                  <a:pt x="131" y="9"/>
                </a:cubicBezTo>
                <a:cubicBezTo>
                  <a:pt x="131" y="9"/>
                  <a:pt x="131" y="9"/>
                  <a:pt x="131" y="9"/>
                </a:cubicBezTo>
                <a:cubicBezTo>
                  <a:pt x="131" y="9"/>
                  <a:pt x="131" y="10"/>
                  <a:pt x="131" y="10"/>
                </a:cubicBezTo>
                <a:cubicBezTo>
                  <a:pt x="130" y="10"/>
                  <a:pt x="130" y="10"/>
                  <a:pt x="129" y="10"/>
                </a:cubicBezTo>
                <a:cubicBezTo>
                  <a:pt x="128" y="10"/>
                  <a:pt x="128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1"/>
                  <a:pt x="127" y="11"/>
                </a:cubicBezTo>
                <a:cubicBezTo>
                  <a:pt x="127" y="11"/>
                  <a:pt x="127" y="11"/>
                  <a:pt x="128" y="11"/>
                </a:cubicBezTo>
                <a:cubicBezTo>
                  <a:pt x="128" y="11"/>
                  <a:pt x="128" y="11"/>
                  <a:pt x="128" y="11"/>
                </a:cubicBezTo>
                <a:cubicBezTo>
                  <a:pt x="128" y="10"/>
                  <a:pt x="129" y="10"/>
                  <a:pt x="129" y="10"/>
                </a:cubicBezTo>
                <a:cubicBezTo>
                  <a:pt x="129" y="10"/>
                  <a:pt x="129" y="11"/>
                  <a:pt x="129" y="11"/>
                </a:cubicBezTo>
                <a:cubicBezTo>
                  <a:pt x="129" y="11"/>
                  <a:pt x="129" y="11"/>
                  <a:pt x="129" y="11"/>
                </a:cubicBezTo>
                <a:cubicBezTo>
                  <a:pt x="129" y="11"/>
                  <a:pt x="129" y="12"/>
                  <a:pt x="129" y="12"/>
                </a:cubicBezTo>
                <a:cubicBezTo>
                  <a:pt x="129" y="12"/>
                  <a:pt x="129" y="12"/>
                  <a:pt x="128" y="12"/>
                </a:cubicBezTo>
                <a:cubicBezTo>
                  <a:pt x="128" y="12"/>
                  <a:pt x="128" y="12"/>
                  <a:pt x="127" y="12"/>
                </a:cubicBezTo>
                <a:cubicBezTo>
                  <a:pt x="127" y="12"/>
                  <a:pt x="127" y="12"/>
                  <a:pt x="127" y="12"/>
                </a:cubicBezTo>
                <a:cubicBezTo>
                  <a:pt x="127" y="12"/>
                  <a:pt x="127" y="13"/>
                  <a:pt x="127" y="13"/>
                </a:cubicBezTo>
                <a:cubicBezTo>
                  <a:pt x="127" y="13"/>
                  <a:pt x="127" y="13"/>
                  <a:pt x="127" y="13"/>
                </a:cubicBezTo>
                <a:close/>
                <a:moveTo>
                  <a:pt x="148" y="11"/>
                </a:moveTo>
                <a:cubicBezTo>
                  <a:pt x="148" y="12"/>
                  <a:pt x="148" y="13"/>
                  <a:pt x="148" y="14"/>
                </a:cubicBezTo>
                <a:cubicBezTo>
                  <a:pt x="148" y="15"/>
                  <a:pt x="148" y="15"/>
                  <a:pt x="148" y="16"/>
                </a:cubicBezTo>
                <a:cubicBezTo>
                  <a:pt x="148" y="16"/>
                  <a:pt x="148" y="16"/>
                  <a:pt x="148" y="17"/>
                </a:cubicBezTo>
                <a:cubicBezTo>
                  <a:pt x="148" y="17"/>
                  <a:pt x="148" y="17"/>
                  <a:pt x="148" y="17"/>
                </a:cubicBezTo>
                <a:cubicBezTo>
                  <a:pt x="148" y="18"/>
                  <a:pt x="148" y="18"/>
                  <a:pt x="148" y="18"/>
                </a:cubicBezTo>
                <a:cubicBezTo>
                  <a:pt x="148" y="18"/>
                  <a:pt x="147" y="18"/>
                  <a:pt x="146" y="17"/>
                </a:cubicBezTo>
                <a:cubicBezTo>
                  <a:pt x="145" y="17"/>
                  <a:pt x="144" y="16"/>
                  <a:pt x="144" y="16"/>
                </a:cubicBezTo>
                <a:cubicBezTo>
                  <a:pt x="143" y="16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4" y="16"/>
                  <a:pt x="145" y="16"/>
                  <a:pt x="146" y="16"/>
                </a:cubicBezTo>
                <a:cubicBezTo>
                  <a:pt x="146" y="16"/>
                  <a:pt x="147" y="16"/>
                  <a:pt x="147" y="16"/>
                </a:cubicBezTo>
                <a:cubicBezTo>
                  <a:pt x="147" y="16"/>
                  <a:pt x="147" y="15"/>
                  <a:pt x="147" y="15"/>
                </a:cubicBezTo>
                <a:cubicBezTo>
                  <a:pt x="147" y="14"/>
                  <a:pt x="147" y="14"/>
                  <a:pt x="147" y="12"/>
                </a:cubicBezTo>
                <a:cubicBezTo>
                  <a:pt x="147" y="11"/>
                  <a:pt x="146" y="9"/>
                  <a:pt x="146" y="8"/>
                </a:cubicBezTo>
                <a:lnTo>
                  <a:pt x="146" y="5"/>
                </a:lnTo>
                <a:lnTo>
                  <a:pt x="146" y="3"/>
                </a:lnTo>
                <a:cubicBezTo>
                  <a:pt x="146" y="3"/>
                  <a:pt x="147" y="3"/>
                  <a:pt x="147" y="3"/>
                </a:cubicBezTo>
                <a:cubicBezTo>
                  <a:pt x="147" y="3"/>
                  <a:pt x="147" y="3"/>
                  <a:pt x="148" y="3"/>
                </a:cubicBezTo>
                <a:cubicBezTo>
                  <a:pt x="148" y="3"/>
                  <a:pt x="148" y="3"/>
                  <a:pt x="148" y="3"/>
                </a:cubicBezTo>
                <a:cubicBezTo>
                  <a:pt x="148" y="4"/>
                  <a:pt x="148" y="4"/>
                  <a:pt x="148" y="4"/>
                </a:cubicBezTo>
                <a:cubicBezTo>
                  <a:pt x="148" y="4"/>
                  <a:pt x="148" y="5"/>
                  <a:pt x="148" y="6"/>
                </a:cubicBezTo>
                <a:cubicBezTo>
                  <a:pt x="148" y="6"/>
                  <a:pt x="148" y="6"/>
                  <a:pt x="148" y="7"/>
                </a:cubicBezTo>
                <a:cubicBezTo>
                  <a:pt x="148" y="9"/>
                  <a:pt x="148" y="9"/>
                  <a:pt x="148" y="10"/>
                </a:cubicBezTo>
                <a:lnTo>
                  <a:pt x="148" y="11"/>
                </a:lnTo>
                <a:close/>
                <a:moveTo>
                  <a:pt x="143" y="7"/>
                </a:moveTo>
                <a:cubicBezTo>
                  <a:pt x="143" y="7"/>
                  <a:pt x="143" y="7"/>
                  <a:pt x="142" y="7"/>
                </a:cubicBezTo>
                <a:cubicBezTo>
                  <a:pt x="142" y="7"/>
                  <a:pt x="142" y="7"/>
                  <a:pt x="141" y="7"/>
                </a:cubicBezTo>
                <a:cubicBezTo>
                  <a:pt x="141" y="7"/>
                  <a:pt x="141" y="7"/>
                  <a:pt x="141" y="7"/>
                </a:cubicBezTo>
                <a:cubicBezTo>
                  <a:pt x="141" y="7"/>
                  <a:pt x="141" y="7"/>
                  <a:pt x="140" y="7"/>
                </a:cubicBezTo>
                <a:cubicBezTo>
                  <a:pt x="140" y="7"/>
                  <a:pt x="140" y="6"/>
                  <a:pt x="140" y="6"/>
                </a:cubicBezTo>
                <a:cubicBezTo>
                  <a:pt x="140" y="6"/>
                  <a:pt x="140" y="7"/>
                  <a:pt x="140" y="7"/>
                </a:cubicBezTo>
                <a:cubicBezTo>
                  <a:pt x="139" y="7"/>
                  <a:pt x="139" y="7"/>
                  <a:pt x="139" y="7"/>
                </a:cubicBezTo>
                <a:cubicBezTo>
                  <a:pt x="138" y="8"/>
                  <a:pt x="138" y="8"/>
                  <a:pt x="138" y="9"/>
                </a:cubicBezTo>
                <a:cubicBezTo>
                  <a:pt x="138" y="9"/>
                  <a:pt x="137" y="9"/>
                  <a:pt x="137" y="10"/>
                </a:cubicBezTo>
                <a:cubicBezTo>
                  <a:pt x="137" y="10"/>
                  <a:pt x="138" y="10"/>
                  <a:pt x="138" y="10"/>
                </a:cubicBezTo>
                <a:cubicBezTo>
                  <a:pt x="138" y="10"/>
                  <a:pt x="138" y="10"/>
                  <a:pt x="138" y="10"/>
                </a:cubicBezTo>
                <a:cubicBezTo>
                  <a:pt x="139" y="9"/>
                  <a:pt x="140" y="9"/>
                  <a:pt x="141" y="9"/>
                </a:cubicBezTo>
                <a:cubicBezTo>
                  <a:pt x="141" y="9"/>
                  <a:pt x="141" y="9"/>
                  <a:pt x="141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10"/>
                  <a:pt x="142" y="10"/>
                  <a:pt x="142" y="10"/>
                </a:cubicBezTo>
                <a:cubicBezTo>
                  <a:pt x="142" y="11"/>
                  <a:pt x="141" y="11"/>
                  <a:pt x="141" y="12"/>
                </a:cubicBezTo>
                <a:cubicBezTo>
                  <a:pt x="141" y="12"/>
                  <a:pt x="141" y="13"/>
                  <a:pt x="141" y="13"/>
                </a:cubicBezTo>
                <a:cubicBezTo>
                  <a:pt x="141" y="13"/>
                  <a:pt x="140" y="13"/>
                  <a:pt x="140" y="13"/>
                </a:cubicBezTo>
                <a:cubicBezTo>
                  <a:pt x="140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4"/>
                </a:cubicBezTo>
                <a:cubicBezTo>
                  <a:pt x="138" y="14"/>
                  <a:pt x="138" y="14"/>
                  <a:pt x="138" y="15"/>
                </a:cubicBezTo>
                <a:cubicBezTo>
                  <a:pt x="138" y="15"/>
                  <a:pt x="138" y="15"/>
                  <a:pt x="139" y="15"/>
                </a:cubicBezTo>
                <a:cubicBezTo>
                  <a:pt x="139" y="15"/>
                  <a:pt x="139" y="15"/>
                  <a:pt x="139" y="15"/>
                </a:cubicBezTo>
                <a:cubicBezTo>
                  <a:pt x="139" y="15"/>
                  <a:pt x="140" y="15"/>
                  <a:pt x="140" y="15"/>
                </a:cubicBezTo>
                <a:cubicBezTo>
                  <a:pt x="140" y="15"/>
                  <a:pt x="140" y="15"/>
                  <a:pt x="141" y="15"/>
                </a:cubicBezTo>
                <a:cubicBezTo>
                  <a:pt x="141" y="15"/>
                  <a:pt x="141" y="14"/>
                  <a:pt x="141" y="14"/>
                </a:cubicBezTo>
                <a:cubicBezTo>
                  <a:pt x="141" y="14"/>
                  <a:pt x="141" y="13"/>
                  <a:pt x="141" y="13"/>
                </a:cubicBezTo>
                <a:cubicBezTo>
                  <a:pt x="141" y="13"/>
                  <a:pt x="141" y="14"/>
                  <a:pt x="142" y="14"/>
                </a:cubicBezTo>
                <a:cubicBezTo>
                  <a:pt x="142" y="15"/>
                  <a:pt x="142" y="15"/>
                  <a:pt x="142" y="16"/>
                </a:cubicBezTo>
                <a:cubicBezTo>
                  <a:pt x="142" y="16"/>
                  <a:pt x="142" y="16"/>
                  <a:pt x="141" y="16"/>
                </a:cubicBezTo>
                <a:cubicBezTo>
                  <a:pt x="141" y="16"/>
                  <a:pt x="141" y="16"/>
                  <a:pt x="141" y="16"/>
                </a:cubicBezTo>
                <a:cubicBezTo>
                  <a:pt x="140" y="16"/>
                  <a:pt x="140" y="16"/>
                  <a:pt x="139" y="16"/>
                </a:cubicBezTo>
                <a:cubicBezTo>
                  <a:pt x="139" y="16"/>
                  <a:pt x="138" y="16"/>
                  <a:pt x="138" y="16"/>
                </a:cubicBezTo>
                <a:cubicBezTo>
                  <a:pt x="138" y="16"/>
                  <a:pt x="137" y="15"/>
                  <a:pt x="137" y="14"/>
                </a:cubicBezTo>
                <a:cubicBezTo>
                  <a:pt x="137" y="14"/>
                  <a:pt x="138" y="13"/>
                  <a:pt x="138" y="13"/>
                </a:cubicBezTo>
                <a:cubicBezTo>
                  <a:pt x="138" y="12"/>
                  <a:pt x="138" y="12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9" y="11"/>
                  <a:pt x="139" y="11"/>
                </a:cubicBezTo>
                <a:cubicBezTo>
                  <a:pt x="139" y="11"/>
                  <a:pt x="139" y="11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40" y="12"/>
                  <a:pt x="140" y="12"/>
                  <a:pt x="140" y="11"/>
                </a:cubicBezTo>
                <a:cubicBezTo>
                  <a:pt x="140" y="11"/>
                  <a:pt x="140" y="11"/>
                  <a:pt x="140" y="10"/>
                </a:cubicBezTo>
                <a:cubicBezTo>
                  <a:pt x="140" y="10"/>
                  <a:pt x="140" y="10"/>
                  <a:pt x="140" y="10"/>
                </a:cubicBezTo>
                <a:cubicBezTo>
                  <a:pt x="139" y="10"/>
                  <a:pt x="139" y="10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8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6" y="12"/>
                </a:cubicBezTo>
                <a:cubicBezTo>
                  <a:pt x="135" y="12"/>
                  <a:pt x="135" y="12"/>
                  <a:pt x="135" y="12"/>
                </a:cubicBezTo>
                <a:cubicBezTo>
                  <a:pt x="134" y="12"/>
                  <a:pt x="134" y="12"/>
                  <a:pt x="134" y="12"/>
                </a:cubicBezTo>
                <a:cubicBezTo>
                  <a:pt x="134" y="12"/>
                  <a:pt x="133" y="12"/>
                  <a:pt x="133" y="12"/>
                </a:cubicBezTo>
                <a:cubicBezTo>
                  <a:pt x="133" y="12"/>
                  <a:pt x="134" y="12"/>
                  <a:pt x="134" y="12"/>
                </a:cubicBezTo>
                <a:cubicBezTo>
                  <a:pt x="134" y="11"/>
                  <a:pt x="135" y="11"/>
                  <a:pt x="135" y="10"/>
                </a:cubicBezTo>
                <a:cubicBezTo>
                  <a:pt x="136" y="10"/>
                  <a:pt x="136" y="9"/>
                  <a:pt x="137" y="8"/>
                </a:cubicBezTo>
                <a:cubicBezTo>
                  <a:pt x="137" y="8"/>
                  <a:pt x="138" y="7"/>
                  <a:pt x="138" y="7"/>
                </a:cubicBezTo>
                <a:cubicBezTo>
                  <a:pt x="138" y="7"/>
                  <a:pt x="138" y="6"/>
                  <a:pt x="139" y="6"/>
                </a:cubicBezTo>
                <a:cubicBezTo>
                  <a:pt x="139" y="5"/>
                  <a:pt x="140" y="4"/>
                  <a:pt x="140" y="4"/>
                </a:cubicBezTo>
                <a:cubicBezTo>
                  <a:pt x="140" y="4"/>
                  <a:pt x="140" y="4"/>
                  <a:pt x="140" y="4"/>
                </a:cubicBezTo>
                <a:cubicBezTo>
                  <a:pt x="140" y="4"/>
                  <a:pt x="141" y="3"/>
                  <a:pt x="141" y="3"/>
                </a:cubicBezTo>
                <a:cubicBezTo>
                  <a:pt x="141" y="3"/>
                  <a:pt x="141" y="4"/>
                  <a:pt x="141" y="4"/>
                </a:cubicBezTo>
                <a:cubicBezTo>
                  <a:pt x="141" y="4"/>
                  <a:pt x="141" y="4"/>
                  <a:pt x="141" y="4"/>
                </a:cubicBezTo>
                <a:cubicBezTo>
                  <a:pt x="141" y="5"/>
                  <a:pt x="141" y="5"/>
                  <a:pt x="141" y="5"/>
                </a:cubicBezTo>
                <a:cubicBezTo>
                  <a:pt x="141" y="5"/>
                  <a:pt x="141" y="5"/>
                  <a:pt x="141" y="6"/>
                </a:cubicBezTo>
                <a:cubicBezTo>
                  <a:pt x="141" y="6"/>
                  <a:pt x="141" y="6"/>
                  <a:pt x="141" y="6"/>
                </a:cubicBezTo>
                <a:cubicBezTo>
                  <a:pt x="141" y="6"/>
                  <a:pt x="141" y="6"/>
                  <a:pt x="142" y="6"/>
                </a:cubicBezTo>
                <a:cubicBezTo>
                  <a:pt x="142" y="6"/>
                  <a:pt x="143" y="6"/>
                  <a:pt x="143" y="7"/>
                </a:cubicBezTo>
                <a:close/>
                <a:moveTo>
                  <a:pt x="145" y="8"/>
                </a:move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9"/>
                  <a:pt x="145" y="9"/>
                </a:cubicBezTo>
                <a:cubicBezTo>
                  <a:pt x="145" y="9"/>
                  <a:pt x="145" y="10"/>
                  <a:pt x="145" y="10"/>
                </a:cubicBezTo>
                <a:cubicBezTo>
                  <a:pt x="145" y="11"/>
                  <a:pt x="145" y="11"/>
                  <a:pt x="144" y="11"/>
                </a:cubicBezTo>
                <a:cubicBezTo>
                  <a:pt x="144" y="11"/>
                  <a:pt x="144" y="11"/>
                  <a:pt x="144" y="11"/>
                </a:cubicBezTo>
                <a:cubicBezTo>
                  <a:pt x="144" y="11"/>
                  <a:pt x="143" y="11"/>
                  <a:pt x="143" y="10"/>
                </a:cubicBezTo>
                <a:cubicBezTo>
                  <a:pt x="143" y="9"/>
                  <a:pt x="143" y="9"/>
                  <a:pt x="143" y="9"/>
                </a:cubicBezTo>
                <a:lnTo>
                  <a:pt x="143" y="8"/>
                </a:lnTo>
                <a:cubicBezTo>
                  <a:pt x="143" y="8"/>
                  <a:pt x="143" y="8"/>
                  <a:pt x="144" y="8"/>
                </a:cubicBezTo>
                <a:cubicBezTo>
                  <a:pt x="144" y="8"/>
                  <a:pt x="144" y="8"/>
                  <a:pt x="144" y="8"/>
                </a:cubicBez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8"/>
                  <a:pt x="145" y="8"/>
                </a:cubicBezTo>
                <a:close/>
                <a:moveTo>
                  <a:pt x="157" y="2"/>
                </a:moveTo>
                <a:cubicBezTo>
                  <a:pt x="157" y="2"/>
                  <a:pt x="158" y="2"/>
                  <a:pt x="158" y="2"/>
                </a:cubicBezTo>
                <a:cubicBezTo>
                  <a:pt x="158" y="2"/>
                  <a:pt x="158" y="2"/>
                  <a:pt x="158" y="3"/>
                </a:cubicBezTo>
                <a:cubicBezTo>
                  <a:pt x="158" y="3"/>
                  <a:pt x="158" y="3"/>
                  <a:pt x="158" y="3"/>
                </a:cubicBezTo>
                <a:cubicBezTo>
                  <a:pt x="158" y="3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7" y="4"/>
                  <a:pt x="157" y="4"/>
                </a:cubicBezTo>
                <a:cubicBezTo>
                  <a:pt x="157" y="4"/>
                  <a:pt x="156" y="4"/>
                  <a:pt x="156" y="3"/>
                </a:cubicBezTo>
                <a:cubicBezTo>
                  <a:pt x="156" y="3"/>
                  <a:pt x="157" y="3"/>
                  <a:pt x="157" y="2"/>
                </a:cubicBezTo>
                <a:cubicBezTo>
                  <a:pt x="157" y="2"/>
                  <a:pt x="157" y="2"/>
                  <a:pt x="157" y="2"/>
                </a:cubicBezTo>
                <a:close/>
                <a:moveTo>
                  <a:pt x="159" y="5"/>
                </a:moveTo>
                <a:cubicBezTo>
                  <a:pt x="159" y="5"/>
                  <a:pt x="159" y="6"/>
                  <a:pt x="159" y="6"/>
                </a:cubicBezTo>
                <a:cubicBezTo>
                  <a:pt x="159" y="6"/>
                  <a:pt x="159" y="6"/>
                  <a:pt x="159" y="6"/>
                </a:cubicBezTo>
                <a:cubicBezTo>
                  <a:pt x="159" y="6"/>
                  <a:pt x="158" y="6"/>
                  <a:pt x="158" y="6"/>
                </a:cubicBezTo>
                <a:cubicBezTo>
                  <a:pt x="158" y="6"/>
                  <a:pt x="158" y="6"/>
                  <a:pt x="159" y="6"/>
                </a:cubicBezTo>
                <a:cubicBezTo>
                  <a:pt x="159" y="6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8"/>
                  <a:pt x="159" y="8"/>
                  <a:pt x="158" y="8"/>
                </a:cubicBezTo>
                <a:cubicBezTo>
                  <a:pt x="158" y="8"/>
                  <a:pt x="158" y="8"/>
                  <a:pt x="158" y="8"/>
                </a:cubicBezTo>
                <a:cubicBezTo>
                  <a:pt x="158" y="8"/>
                  <a:pt x="158" y="8"/>
                  <a:pt x="159" y="8"/>
                </a:cubicBezTo>
                <a:cubicBezTo>
                  <a:pt x="159" y="8"/>
                  <a:pt x="159" y="8"/>
                  <a:pt x="159" y="8"/>
                </a:cubicBezTo>
                <a:cubicBezTo>
                  <a:pt x="159" y="8"/>
                  <a:pt x="159" y="8"/>
                  <a:pt x="159" y="9"/>
                </a:cubicBezTo>
                <a:cubicBezTo>
                  <a:pt x="159" y="9"/>
                  <a:pt x="159" y="9"/>
                  <a:pt x="159" y="9"/>
                </a:cubicBezTo>
                <a:cubicBezTo>
                  <a:pt x="159" y="9"/>
                  <a:pt x="158" y="9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9" y="10"/>
                  <a:pt x="159" y="10"/>
                </a:cubicBezTo>
                <a:cubicBezTo>
                  <a:pt x="159" y="10"/>
                  <a:pt x="159" y="10"/>
                  <a:pt x="159" y="10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8" y="11"/>
                </a:cubicBezTo>
                <a:cubicBezTo>
                  <a:pt x="158" y="11"/>
                  <a:pt x="157" y="12"/>
                  <a:pt x="157" y="12"/>
                </a:cubicBezTo>
                <a:cubicBezTo>
                  <a:pt x="157" y="12"/>
                  <a:pt x="157" y="12"/>
                  <a:pt x="157" y="12"/>
                </a:cubicBezTo>
                <a:cubicBezTo>
                  <a:pt x="157" y="12"/>
                  <a:pt x="157" y="12"/>
                  <a:pt x="158" y="12"/>
                </a:cubicBezTo>
                <a:cubicBezTo>
                  <a:pt x="158" y="12"/>
                  <a:pt x="159" y="13"/>
                  <a:pt x="159" y="13"/>
                </a:cubicBezTo>
                <a:cubicBezTo>
                  <a:pt x="159" y="13"/>
                  <a:pt x="159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7" y="13"/>
                  <a:pt x="157" y="13"/>
                </a:cubicBezTo>
                <a:cubicBezTo>
                  <a:pt x="157" y="13"/>
                  <a:pt x="157" y="13"/>
                  <a:pt x="157" y="13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57" y="14"/>
                  <a:pt x="157" y="15"/>
                  <a:pt x="157" y="15"/>
                </a:cubicBezTo>
                <a:cubicBezTo>
                  <a:pt x="157" y="16"/>
                  <a:pt x="157" y="16"/>
                  <a:pt x="157" y="16"/>
                </a:cubicBezTo>
                <a:cubicBezTo>
                  <a:pt x="157" y="16"/>
                  <a:pt x="156" y="16"/>
                  <a:pt x="156" y="16"/>
                </a:cubicBezTo>
                <a:cubicBezTo>
                  <a:pt x="156" y="15"/>
                  <a:pt x="155" y="15"/>
                  <a:pt x="155" y="15"/>
                </a:cubicBezTo>
                <a:cubicBezTo>
                  <a:pt x="155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6"/>
                  <a:pt x="154" y="16"/>
                </a:cubicBezTo>
                <a:cubicBezTo>
                  <a:pt x="154" y="16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4"/>
                  <a:pt x="153" y="14"/>
                  <a:pt x="153" y="14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2"/>
                  <a:pt x="154" y="12"/>
                  <a:pt x="154" y="12"/>
                </a:cubicBezTo>
                <a:cubicBezTo>
                  <a:pt x="154" y="12"/>
                  <a:pt x="154" y="12"/>
                  <a:pt x="153" y="13"/>
                </a:cubicBezTo>
                <a:cubicBezTo>
                  <a:pt x="153" y="13"/>
                  <a:pt x="153" y="13"/>
                  <a:pt x="153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3" y="12"/>
                  <a:pt x="154" y="11"/>
                  <a:pt x="155" y="11"/>
                </a:cubicBezTo>
                <a:cubicBezTo>
                  <a:pt x="155" y="11"/>
                  <a:pt x="155" y="11"/>
                  <a:pt x="156" y="11"/>
                </a:cubicBezTo>
                <a:cubicBezTo>
                  <a:pt x="156" y="11"/>
                  <a:pt x="156" y="11"/>
                  <a:pt x="156" y="11"/>
                </a:cubicBezTo>
                <a:cubicBezTo>
                  <a:pt x="156" y="10"/>
                  <a:pt x="156" y="10"/>
                  <a:pt x="156" y="10"/>
                </a:cubicBezTo>
                <a:cubicBezTo>
                  <a:pt x="156" y="10"/>
                  <a:pt x="155" y="10"/>
                  <a:pt x="155" y="10"/>
                </a:cubicBezTo>
                <a:cubicBezTo>
                  <a:pt x="155" y="10"/>
                  <a:pt x="154" y="10"/>
                  <a:pt x="154" y="10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4" y="11"/>
                  <a:pt x="154" y="10"/>
                  <a:pt x="154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154" y="10"/>
                  <a:pt x="154" y="10"/>
                  <a:pt x="154" y="9"/>
                </a:cubicBezTo>
                <a:cubicBezTo>
                  <a:pt x="154" y="9"/>
                  <a:pt x="154" y="9"/>
                  <a:pt x="154" y="9"/>
                </a:cubicBezTo>
                <a:cubicBezTo>
                  <a:pt x="155" y="9"/>
                  <a:pt x="155" y="9"/>
                  <a:pt x="156" y="9"/>
                </a:cubicBezTo>
                <a:cubicBezTo>
                  <a:pt x="156" y="9"/>
                  <a:pt x="157" y="8"/>
                  <a:pt x="157" y="8"/>
                </a:cubicBezTo>
                <a:cubicBezTo>
                  <a:pt x="157" y="8"/>
                  <a:pt x="157" y="8"/>
                  <a:pt x="157" y="8"/>
                </a:cubicBezTo>
                <a:cubicBezTo>
                  <a:pt x="157" y="8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6" y="7"/>
                  <a:pt x="156" y="7"/>
                  <a:pt x="156" y="7"/>
                </a:cubicBezTo>
                <a:cubicBezTo>
                  <a:pt x="156" y="7"/>
                  <a:pt x="156" y="8"/>
                  <a:pt x="156" y="8"/>
                </a:cubicBezTo>
                <a:cubicBezTo>
                  <a:pt x="156" y="8"/>
                  <a:pt x="156" y="8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5" y="6"/>
                  <a:pt x="156" y="6"/>
                </a:cubicBezTo>
                <a:cubicBezTo>
                  <a:pt x="157" y="5"/>
                  <a:pt x="158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lose/>
                <a:moveTo>
                  <a:pt x="166" y="8"/>
                </a:moveTo>
                <a:cubicBezTo>
                  <a:pt x="166" y="8"/>
                  <a:pt x="166" y="8"/>
                  <a:pt x="166" y="8"/>
                </a:cubicBezTo>
                <a:cubicBezTo>
                  <a:pt x="166" y="8"/>
                  <a:pt x="166" y="8"/>
                  <a:pt x="166" y="9"/>
                </a:cubicBezTo>
                <a:cubicBezTo>
                  <a:pt x="167" y="9"/>
                  <a:pt x="167" y="9"/>
                  <a:pt x="167" y="9"/>
                </a:cubicBezTo>
                <a:cubicBezTo>
                  <a:pt x="167" y="9"/>
                  <a:pt x="167" y="9"/>
                  <a:pt x="167" y="10"/>
                </a:cubicBezTo>
                <a:cubicBezTo>
                  <a:pt x="167" y="10"/>
                  <a:pt x="167" y="10"/>
                  <a:pt x="167" y="10"/>
                </a:cubicBezTo>
                <a:cubicBezTo>
                  <a:pt x="167" y="10"/>
                  <a:pt x="166" y="10"/>
                  <a:pt x="166" y="10"/>
                </a:cubicBezTo>
                <a:cubicBezTo>
                  <a:pt x="166" y="10"/>
                  <a:pt x="166" y="10"/>
                  <a:pt x="165" y="10"/>
                </a:cubicBezTo>
                <a:cubicBezTo>
                  <a:pt x="165" y="10"/>
                  <a:pt x="164" y="10"/>
                  <a:pt x="164" y="10"/>
                </a:cubicBezTo>
                <a:cubicBezTo>
                  <a:pt x="164" y="10"/>
                  <a:pt x="164" y="10"/>
                  <a:pt x="164" y="11"/>
                </a:cubicBezTo>
                <a:cubicBezTo>
                  <a:pt x="164" y="12"/>
                  <a:pt x="164" y="12"/>
                  <a:pt x="164" y="13"/>
                </a:cubicBezTo>
                <a:cubicBezTo>
                  <a:pt x="164" y="13"/>
                  <a:pt x="164" y="13"/>
                  <a:pt x="164" y="14"/>
                </a:cubicBezTo>
                <a:cubicBezTo>
                  <a:pt x="164" y="14"/>
                  <a:pt x="164" y="14"/>
                  <a:pt x="164" y="15"/>
                </a:cubicBezTo>
                <a:cubicBezTo>
                  <a:pt x="164" y="15"/>
                  <a:pt x="164" y="15"/>
                  <a:pt x="164" y="16"/>
                </a:cubicBezTo>
                <a:cubicBezTo>
                  <a:pt x="164" y="16"/>
                  <a:pt x="164" y="16"/>
                  <a:pt x="164" y="16"/>
                </a:cubicBezTo>
                <a:cubicBezTo>
                  <a:pt x="164" y="17"/>
                  <a:pt x="164" y="17"/>
                  <a:pt x="164" y="17"/>
                </a:cubicBezTo>
                <a:cubicBezTo>
                  <a:pt x="164" y="17"/>
                  <a:pt x="164" y="18"/>
                  <a:pt x="164" y="18"/>
                </a:cubicBezTo>
                <a:cubicBezTo>
                  <a:pt x="164" y="18"/>
                  <a:pt x="164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lnTo>
                  <a:pt x="163" y="17"/>
                </a:lnTo>
                <a:cubicBezTo>
                  <a:pt x="163" y="17"/>
                  <a:pt x="163" y="15"/>
                  <a:pt x="163" y="14"/>
                </a:cubicBezTo>
                <a:cubicBezTo>
                  <a:pt x="163" y="12"/>
                  <a:pt x="163" y="11"/>
                  <a:pt x="163" y="11"/>
                </a:cubicBezTo>
                <a:cubicBezTo>
                  <a:pt x="163" y="11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1" y="10"/>
                  <a:pt x="161" y="10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0" y="12"/>
                  <a:pt x="160" y="12"/>
                  <a:pt x="160" y="12"/>
                </a:cubicBezTo>
                <a:lnTo>
                  <a:pt x="160" y="13"/>
                </a:lnTo>
                <a:cubicBezTo>
                  <a:pt x="160" y="13"/>
                  <a:pt x="160" y="13"/>
                  <a:pt x="160" y="14"/>
                </a:cubicBezTo>
                <a:cubicBezTo>
                  <a:pt x="160" y="14"/>
                  <a:pt x="159" y="14"/>
                  <a:pt x="159" y="15"/>
                </a:cubicBezTo>
                <a:cubicBezTo>
                  <a:pt x="159" y="15"/>
                  <a:pt x="158" y="15"/>
                  <a:pt x="158" y="15"/>
                </a:cubicBezTo>
                <a:cubicBezTo>
                  <a:pt x="158" y="15"/>
                  <a:pt x="158" y="15"/>
                  <a:pt x="158" y="15"/>
                </a:cubicBezTo>
                <a:cubicBezTo>
                  <a:pt x="158" y="15"/>
                  <a:pt x="158" y="14"/>
                  <a:pt x="159" y="14"/>
                </a:cubicBezTo>
                <a:cubicBezTo>
                  <a:pt x="159" y="13"/>
                  <a:pt x="159" y="12"/>
                  <a:pt x="160" y="12"/>
                </a:cubicBezTo>
                <a:cubicBezTo>
                  <a:pt x="160" y="11"/>
                  <a:pt x="160" y="11"/>
                  <a:pt x="160" y="10"/>
                </a:cubicBezTo>
                <a:cubicBezTo>
                  <a:pt x="160" y="9"/>
                  <a:pt x="160" y="8"/>
                  <a:pt x="160" y="8"/>
                </a:cubicBezTo>
                <a:lnTo>
                  <a:pt x="160" y="7"/>
                </a:lnTo>
                <a:cubicBezTo>
                  <a:pt x="160" y="7"/>
                  <a:pt x="160" y="6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6"/>
                  <a:pt x="162" y="6"/>
                  <a:pt x="162" y="6"/>
                </a:cubicBezTo>
                <a:cubicBezTo>
                  <a:pt x="163" y="5"/>
                  <a:pt x="164" y="5"/>
                  <a:pt x="164" y="5"/>
                </a:cubicBezTo>
                <a:cubicBezTo>
                  <a:pt x="164" y="5"/>
                  <a:pt x="165" y="5"/>
                  <a:pt x="165" y="5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7"/>
                  <a:pt x="164" y="7"/>
                  <a:pt x="164" y="7"/>
                </a:cubicBezTo>
                <a:cubicBezTo>
                  <a:pt x="164" y="7"/>
                  <a:pt x="164" y="7"/>
                  <a:pt x="164" y="7"/>
                </a:cubicBezTo>
                <a:cubicBezTo>
                  <a:pt x="163" y="7"/>
                  <a:pt x="163" y="7"/>
                  <a:pt x="163" y="7"/>
                </a:cubicBezTo>
                <a:cubicBezTo>
                  <a:pt x="162" y="7"/>
                  <a:pt x="162" y="7"/>
                  <a:pt x="161" y="8"/>
                </a:cubicBezTo>
                <a:cubicBezTo>
                  <a:pt x="161" y="8"/>
                  <a:pt x="161" y="9"/>
                  <a:pt x="161" y="9"/>
                </a:cubicBezTo>
                <a:cubicBezTo>
                  <a:pt x="161" y="9"/>
                  <a:pt x="161" y="9"/>
                  <a:pt x="161" y="9"/>
                </a:cubicBezTo>
                <a:cubicBezTo>
                  <a:pt x="161" y="9"/>
                  <a:pt x="162" y="9"/>
                  <a:pt x="163" y="9"/>
                </a:cubicBezTo>
                <a:cubicBezTo>
                  <a:pt x="163" y="8"/>
                  <a:pt x="164" y="8"/>
                  <a:pt x="165" y="8"/>
                </a:cubicBezTo>
                <a:cubicBezTo>
                  <a:pt x="165" y="8"/>
                  <a:pt x="165" y="8"/>
                  <a:pt x="166" y="8"/>
                </a:cubicBezTo>
                <a:close/>
              </a:path>
              <a:path w="192" h="20">
                <a:moveTo>
                  <a:pt x="28" y="11"/>
                </a:moveTo>
                <a:cubicBezTo>
                  <a:pt x="28" y="11"/>
                  <a:pt x="28" y="11"/>
                  <a:pt x="28" y="11"/>
                </a:cubicBezTo>
                <a:cubicBezTo>
                  <a:pt x="28" y="11"/>
                  <a:pt x="29" y="10"/>
                  <a:pt x="30" y="10"/>
                </a:cubicBezTo>
                <a:cubicBezTo>
                  <a:pt x="30" y="10"/>
                  <a:pt x="30" y="10"/>
                  <a:pt x="30" y="10"/>
                </a:cubicBezTo>
                <a:cubicBezTo>
                  <a:pt x="30" y="10"/>
                  <a:pt x="30" y="9"/>
                  <a:pt x="30" y="9"/>
                </a:cubicBezTo>
                <a:lnTo>
                  <a:pt x="30" y="7"/>
                </a:lnTo>
                <a:cubicBezTo>
                  <a:pt x="30" y="6"/>
                  <a:pt x="30" y="6"/>
                  <a:pt x="30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8" y="6"/>
                  <a:pt x="28" y="6"/>
                  <a:pt x="28" y="6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8"/>
                  <a:pt x="29" y="8"/>
                  <a:pt x="29" y="8"/>
                </a:cubicBezTo>
                <a:cubicBezTo>
                  <a:pt x="29" y="8"/>
                  <a:pt x="29" y="8"/>
                  <a:pt x="29" y="9"/>
                </a:cubicBez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28" y="9"/>
                  <a:pt x="28" y="9"/>
                </a:cubicBezTo>
                <a:cubicBezTo>
                  <a:pt x="28" y="9"/>
                  <a:pt x="28" y="9"/>
                  <a:pt x="28" y="10"/>
                </a:cubicBezTo>
                <a:cubicBezTo>
                  <a:pt x="28" y="10"/>
                  <a:pt x="28" y="10"/>
                  <a:pt x="28" y="10"/>
                </a:cubicBezTo>
                <a:cubicBezTo>
                  <a:pt x="28" y="10"/>
                  <a:pt x="28" y="11"/>
                  <a:pt x="28" y="11"/>
                </a:cubicBezTo>
                <a:cubicBezTo>
                  <a:pt x="28" y="11"/>
                  <a:pt x="28" y="11"/>
                  <a:pt x="28" y="11"/>
                </a:cubicBezTo>
                <a:close/>
              </a:path>
              <a:path w="192" h="20">
                <a:moveTo>
                  <a:pt x="53" y="8"/>
                </a:moveTo>
                <a:cubicBezTo>
                  <a:pt x="53" y="7"/>
                  <a:pt x="53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8"/>
                </a:cubicBezTo>
                <a:cubicBezTo>
                  <a:pt x="51" y="8"/>
                  <a:pt x="51" y="9"/>
                  <a:pt x="51" y="9"/>
                </a:cubicBezTo>
                <a:cubicBezTo>
                  <a:pt x="51" y="9"/>
                  <a:pt x="52" y="9"/>
                  <a:pt x="52" y="9"/>
                </a:cubicBezTo>
                <a:cubicBezTo>
                  <a:pt x="52" y="9"/>
                  <a:pt x="52" y="9"/>
                  <a:pt x="52" y="9"/>
                </a:cubicBezTo>
                <a:cubicBezTo>
                  <a:pt x="53" y="8"/>
                  <a:pt x="53" y="8"/>
                  <a:pt x="53" y="8"/>
                </a:cubicBezTo>
                <a:close/>
              </a:path>
              <a:path w="192" h="20">
                <a:moveTo>
                  <a:pt x="50" y="8"/>
                </a:moveTo>
                <a:cubicBezTo>
                  <a:pt x="50" y="8"/>
                  <a:pt x="50" y="8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8"/>
                  <a:pt x="50" y="8"/>
                </a:cubicBezTo>
                <a:cubicBezTo>
                  <a:pt x="50" y="8"/>
                  <a:pt x="50" y="8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8"/>
                  <a:pt x="50" y="8"/>
                  <a:pt x="50" y="8"/>
                </a:cubicBezTo>
                <a:close/>
              </a:path>
              <a:path w="192" h="20">
                <a:moveTo>
                  <a:pt x="49" y="9"/>
                </a:moveTo>
                <a:cubicBezTo>
                  <a:pt x="49" y="9"/>
                  <a:pt x="49" y="9"/>
                  <a:pt x="49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9"/>
                  <a:pt x="48" y="9"/>
                  <a:pt x="48" y="9"/>
                </a:cubicBezTo>
                <a:cubicBezTo>
                  <a:pt x="48" y="9"/>
                  <a:pt x="48" y="9"/>
                  <a:pt x="48" y="9"/>
                </a:cubicBezTo>
                <a:cubicBezTo>
                  <a:pt x="49" y="9"/>
                  <a:pt x="49" y="9"/>
                  <a:pt x="49" y="9"/>
                </a:cubicBezTo>
                <a:close/>
              </a:path>
              <a:path w="192" h="20">
                <a:moveTo>
                  <a:pt x="51" y="13"/>
                </a:moveTo>
                <a:cubicBezTo>
                  <a:pt x="51" y="13"/>
                  <a:pt x="51" y="13"/>
                  <a:pt x="51" y="13"/>
                </a:cubicBezTo>
                <a:cubicBezTo>
                  <a:pt x="51" y="13"/>
                  <a:pt x="52" y="13"/>
                  <a:pt x="52" y="13"/>
                </a:cubicBezTo>
                <a:cubicBezTo>
                  <a:pt x="52" y="13"/>
                  <a:pt x="52" y="12"/>
                  <a:pt x="52" y="12"/>
                </a:cubicBezTo>
                <a:cubicBezTo>
                  <a:pt x="52" y="12"/>
                  <a:pt x="52" y="12"/>
                  <a:pt x="51" y="12"/>
                </a:cubicBezTo>
                <a:cubicBezTo>
                  <a:pt x="51" y="12"/>
                  <a:pt x="51" y="12"/>
                  <a:pt x="51" y="12"/>
                </a:cubicBezTo>
                <a:cubicBezTo>
                  <a:pt x="51" y="12"/>
                  <a:pt x="51" y="12"/>
                  <a:pt x="50" y="12"/>
                </a:cubicBezTo>
                <a:cubicBezTo>
                  <a:pt x="50" y="12"/>
                  <a:pt x="50" y="12"/>
                  <a:pt x="50" y="12"/>
                </a:cubicBezTo>
                <a:cubicBezTo>
                  <a:pt x="50" y="12"/>
                  <a:pt x="50" y="12"/>
                  <a:pt x="50" y="13"/>
                </a:cubicBezTo>
                <a:cubicBezTo>
                  <a:pt x="50" y="13"/>
                  <a:pt x="50" y="13"/>
                  <a:pt x="51" y="13"/>
                </a:cubicBezTo>
                <a:close/>
              </a:path>
              <a:path w="192" h="20">
                <a:moveTo>
                  <a:pt x="51" y="15"/>
                </a:moveTo>
                <a:cubicBezTo>
                  <a:pt x="52" y="15"/>
                  <a:pt x="52" y="15"/>
                  <a:pt x="52" y="15"/>
                </a:cubicBezTo>
                <a:cubicBezTo>
                  <a:pt x="53" y="15"/>
                  <a:pt x="53" y="15"/>
                  <a:pt x="53" y="14"/>
                </a:cubicBezTo>
                <a:cubicBezTo>
                  <a:pt x="53" y="14"/>
                  <a:pt x="53" y="14"/>
                  <a:pt x="53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1" y="14"/>
                  <a:pt x="51" y="14"/>
                </a:cubicBezTo>
                <a:cubicBezTo>
                  <a:pt x="51" y="14"/>
                  <a:pt x="51" y="14"/>
                  <a:pt x="51" y="14"/>
                </a:cubicBezTo>
                <a:lnTo>
                  <a:pt x="50" y="14"/>
                </a:lnTo>
                <a:cubicBezTo>
                  <a:pt x="50" y="14"/>
                  <a:pt x="50" y="14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3"/>
                </a:cubicBezTo>
                <a:cubicBezTo>
                  <a:pt x="49" y="13"/>
                  <a:pt x="49" y="13"/>
                  <a:pt x="49" y="13"/>
                </a:cubicBezTo>
                <a:cubicBezTo>
                  <a:pt x="49" y="14"/>
                  <a:pt x="49" y="14"/>
                  <a:pt x="49" y="15"/>
                </a:cubicBezTo>
                <a:cubicBezTo>
                  <a:pt x="50" y="15"/>
                  <a:pt x="50" y="15"/>
                  <a:pt x="51" y="15"/>
                </a:cubicBezTo>
                <a:close/>
              </a:path>
              <a:path w="192" h="20">
                <a:moveTo>
                  <a:pt x="68" y="8"/>
                </a:moveTo>
                <a:cubicBezTo>
                  <a:pt x="68" y="8"/>
                  <a:pt x="69" y="8"/>
                  <a:pt x="69" y="8"/>
                </a:cubicBezTo>
                <a:cubicBezTo>
                  <a:pt x="69" y="8"/>
                  <a:pt x="69" y="7"/>
                  <a:pt x="69" y="7"/>
                </a:cubicBezTo>
                <a:cubicBezTo>
                  <a:pt x="69" y="7"/>
                  <a:pt x="69" y="6"/>
                  <a:pt x="69" y="6"/>
                </a:cubicBezTo>
                <a:cubicBezTo>
                  <a:pt x="69" y="6"/>
                  <a:pt x="69" y="5"/>
                  <a:pt x="69" y="5"/>
                </a:cubicBezTo>
                <a:cubicBezTo>
                  <a:pt x="68" y="5"/>
                  <a:pt x="68" y="5"/>
                  <a:pt x="68" y="5"/>
                </a:cubicBezTo>
                <a:cubicBezTo>
                  <a:pt x="68" y="5"/>
                  <a:pt x="67" y="5"/>
                  <a:pt x="67" y="5"/>
                </a:cubicBezTo>
                <a:cubicBezTo>
                  <a:pt x="67" y="5"/>
                  <a:pt x="67" y="5"/>
                  <a:pt x="66" y="5"/>
                </a:cubicBezTo>
                <a:cubicBezTo>
                  <a:pt x="66" y="6"/>
                  <a:pt x="66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7"/>
                  <a:pt x="65" y="7"/>
                  <a:pt x="65" y="8"/>
                </a:cubicBezTo>
                <a:cubicBezTo>
                  <a:pt x="65" y="8"/>
                  <a:pt x="65" y="8"/>
                  <a:pt x="65" y="8"/>
                </a:cubicBezTo>
                <a:cubicBezTo>
                  <a:pt x="66" y="8"/>
                  <a:pt x="66" y="8"/>
                  <a:pt x="66" y="8"/>
                </a:cubicBezTo>
                <a:cubicBezTo>
                  <a:pt x="67" y="7"/>
                  <a:pt x="68" y="7"/>
                  <a:pt x="68" y="7"/>
                </a:cubicBezTo>
                <a:cubicBezTo>
                  <a:pt x="68" y="7"/>
                  <a:pt x="68" y="7"/>
                  <a:pt x="68" y="8"/>
                </a:cubicBezTo>
                <a:cubicBezTo>
                  <a:pt x="68" y="8"/>
                  <a:pt x="68" y="8"/>
                  <a:pt x="68" y="8"/>
                </a:cubicBezTo>
                <a:close/>
                <a:moveTo>
                  <a:pt x="68" y="6"/>
                </a:moveTo>
                <a:cubicBezTo>
                  <a:pt x="68" y="6"/>
                  <a:pt x="68" y="6"/>
                  <a:pt x="68" y="6"/>
                </a:cubicBezTo>
                <a:cubicBezTo>
                  <a:pt x="68" y="7"/>
                  <a:pt x="68" y="7"/>
                  <a:pt x="67" y="7"/>
                </a:cubicBezTo>
                <a:cubicBezTo>
                  <a:pt x="67" y="7"/>
                  <a:pt x="66" y="7"/>
                  <a:pt x="66" y="7"/>
                </a:cubicBezTo>
                <a:cubicBezTo>
                  <a:pt x="66" y="7"/>
                  <a:pt x="66" y="7"/>
                  <a:pt x="66" y="7"/>
                </a:cubicBezTo>
                <a:cubicBezTo>
                  <a:pt x="65" y="7"/>
                  <a:pt x="65" y="7"/>
                  <a:pt x="65" y="6"/>
                </a:cubicBezTo>
                <a:cubicBezTo>
                  <a:pt x="65" y="6"/>
                  <a:pt x="66" y="6"/>
                  <a:pt x="66" y="6"/>
                </a:cubicBezTo>
                <a:cubicBezTo>
                  <a:pt x="66" y="6"/>
                  <a:pt x="67" y="6"/>
                  <a:pt x="67" y="6"/>
                </a:cubicBezTo>
                <a:cubicBezTo>
                  <a:pt x="67" y="6"/>
                  <a:pt x="67" y="6"/>
                  <a:pt x="68" y="6"/>
                </a:cubicBezTo>
                <a:close/>
              </a:path>
              <a:path w="192" h="20">
                <a:moveTo>
                  <a:pt x="127" y="7"/>
                </a:moveTo>
                <a:cubicBezTo>
                  <a:pt x="127" y="7"/>
                  <a:pt x="127" y="7"/>
                  <a:pt x="127" y="7"/>
                </a:cubicBezTo>
                <a:cubicBezTo>
                  <a:pt x="127" y="7"/>
                  <a:pt x="127" y="7"/>
                  <a:pt x="127" y="6"/>
                </a:cubicBezTo>
                <a:cubicBezTo>
                  <a:pt x="127" y="6"/>
                  <a:pt x="127" y="5"/>
                  <a:pt x="127" y="5"/>
                </a:cubicBezTo>
                <a:cubicBezTo>
                  <a:pt x="127" y="4"/>
                  <a:pt x="127" y="4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6" y="3"/>
                  <a:pt x="126" y="3"/>
                </a:cubicBezTo>
                <a:cubicBezTo>
                  <a:pt x="125" y="3"/>
                  <a:pt x="125" y="3"/>
                  <a:pt x="125" y="4"/>
                </a:cubicBezTo>
                <a:cubicBezTo>
                  <a:pt x="125" y="4"/>
                  <a:pt x="125" y="4"/>
                  <a:pt x="125" y="4"/>
                </a:cubicBezTo>
                <a:cubicBezTo>
                  <a:pt x="125" y="4"/>
                  <a:pt x="125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5"/>
                  <a:pt x="126" y="5"/>
                  <a:pt x="126" y="5"/>
                </a:cubicBezTo>
                <a:cubicBezTo>
                  <a:pt x="125" y="5"/>
                  <a:pt x="125" y="5"/>
                  <a:pt x="125" y="5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7" y="7"/>
                </a:cubicBezTo>
                <a:cubicBezTo>
                  <a:pt x="127" y="7"/>
                  <a:pt x="127" y="7"/>
                  <a:pt x="127" y="7"/>
                </a:cubicBezTo>
                <a:close/>
              </a:path>
              <a:path w="192" h="20">
                <a:moveTo>
                  <a:pt x="125" y="13"/>
                </a:moveTo>
                <a:cubicBezTo>
                  <a:pt x="125" y="13"/>
                  <a:pt x="125" y="13"/>
                  <a:pt x="125" y="13"/>
                </a:cubicBezTo>
                <a:cubicBezTo>
                  <a:pt x="125" y="13"/>
                  <a:pt x="125" y="12"/>
                  <a:pt x="125" y="12"/>
                </a:cubicBezTo>
                <a:cubicBezTo>
                  <a:pt x="126" y="12"/>
                  <a:pt x="126" y="11"/>
                  <a:pt x="126" y="11"/>
                </a:cubicBezTo>
                <a:cubicBezTo>
                  <a:pt x="126" y="11"/>
                  <a:pt x="125" y="11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4" y="10"/>
                  <a:pt x="124" y="10"/>
                  <a:pt x="124" y="11"/>
                </a:cubicBezTo>
                <a:cubicBezTo>
                  <a:pt x="124" y="11"/>
                  <a:pt x="124" y="11"/>
                  <a:pt x="124" y="11"/>
                </a:cubicBezTo>
                <a:cubicBezTo>
                  <a:pt x="124" y="12"/>
                  <a:pt x="124" y="12"/>
                  <a:pt x="124" y="12"/>
                </a:cubicBezTo>
                <a:cubicBezTo>
                  <a:pt x="125" y="12"/>
                  <a:pt x="125" y="12"/>
                  <a:pt x="125" y="12"/>
                </a:cubicBezTo>
                <a:cubicBezTo>
                  <a:pt x="125" y="13"/>
                  <a:pt x="125" y="13"/>
                  <a:pt x="125" y="13"/>
                </a:cubicBezTo>
                <a:close/>
              </a:path>
              <a:path w="192" h="20">
                <a:moveTo>
                  <a:pt x="156" y="13"/>
                </a:moveTo>
                <a:cubicBezTo>
                  <a:pt x="156" y="13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5" y="12"/>
                </a:cubicBezTo>
                <a:cubicBezTo>
                  <a:pt x="155" y="12"/>
                  <a:pt x="155" y="12"/>
                  <a:pt x="155" y="12"/>
                </a:cubicBezTo>
                <a:cubicBezTo>
                  <a:pt x="155" y="12"/>
                  <a:pt x="155" y="12"/>
                  <a:pt x="155" y="13"/>
                </a:cubicBezTo>
                <a:cubicBezTo>
                  <a:pt x="155" y="13"/>
                  <a:pt x="155" y="13"/>
                  <a:pt x="155" y="13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3"/>
                  <a:pt x="156" y="13"/>
                  <a:pt x="156" y="13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8" name="Rectangle 13"/>
          <p:cNvSpPr>
            <a:spLocks noGrp="1"/>
          </p:cNvSpPr>
          <p:nvPr/>
        </p:nvSpPr>
        <p:spPr>
          <a:xfrm>
            <a:off x="9972040" y="260350"/>
            <a:ext cx="182880" cy="6350"/>
          </a:xfrm>
          <a:prstGeom prst="rect">
            <a:avLst/>
          </a:prstGeom>
          <a:solidFill>
            <a:srgbClr val="005A9F"/>
          </a:solidFill>
          <a:ln>
            <a:noFill/>
          </a:ln>
        </p:spPr>
      </p:sp>
      <p:sp>
        <p:nvSpPr>
          <p:cNvPr id="19" name="Freeform 14"/>
          <p:cNvSpPr>
            <a:spLocks noGrp="1"/>
          </p:cNvSpPr>
          <p:nvPr/>
        </p:nvSpPr>
        <p:spPr>
          <a:xfrm>
            <a:off x="9881870" y="177800"/>
            <a:ext cx="358140" cy="91440"/>
          </a:xfrm>
          <a:custGeom>
            <a:avLst/>
            <a:gdLst/>
            <a:ahLst/>
            <a:cxnLst/>
            <a:rect l="l" t="t" r="r" b="b"/>
            <a:pathLst>
              <a:path w="232" h="59">
                <a:moveTo>
                  <a:pt x="7" y="34"/>
                </a:moveTo>
                <a:lnTo>
                  <a:pt x="2" y="31"/>
                </a:lnTo>
                <a:lnTo>
                  <a:pt x="1" y="31"/>
                </a:lnTo>
                <a:lnTo>
                  <a:pt x="1" y="30"/>
                </a:lnTo>
                <a:lnTo>
                  <a:pt x="2" y="30"/>
                </a:lnTo>
                <a:lnTo>
                  <a:pt x="3" y="30"/>
                </a:lnTo>
                <a:lnTo>
                  <a:pt x="3" y="29"/>
                </a:lnTo>
                <a:lnTo>
                  <a:pt x="4" y="29"/>
                </a:lnTo>
                <a:lnTo>
                  <a:pt x="5" y="30"/>
                </a:lnTo>
                <a:lnTo>
                  <a:pt x="6" y="30"/>
                </a:lnTo>
                <a:lnTo>
                  <a:pt x="7" y="31"/>
                </a:lnTo>
                <a:lnTo>
                  <a:pt x="7" y="32"/>
                </a:lnTo>
                <a:lnTo>
                  <a:pt x="8" y="34"/>
                </a:lnTo>
                <a:lnTo>
                  <a:pt x="9" y="33"/>
                </a:lnTo>
                <a:lnTo>
                  <a:pt x="9" y="28"/>
                </a:lnTo>
                <a:lnTo>
                  <a:pt x="9" y="27"/>
                </a:lnTo>
                <a:lnTo>
                  <a:pt x="9" y="26"/>
                </a:lnTo>
                <a:lnTo>
                  <a:pt x="10" y="26"/>
                </a:lnTo>
                <a:lnTo>
                  <a:pt x="11" y="26"/>
                </a:lnTo>
                <a:lnTo>
                  <a:pt x="12" y="26"/>
                </a:lnTo>
                <a:lnTo>
                  <a:pt x="13" y="26"/>
                </a:lnTo>
                <a:lnTo>
                  <a:pt x="14" y="27"/>
                </a:lnTo>
                <a:lnTo>
                  <a:pt x="14" y="28"/>
                </a:lnTo>
                <a:lnTo>
                  <a:pt x="15" y="28"/>
                </a:lnTo>
                <a:lnTo>
                  <a:pt x="15" y="29"/>
                </a:lnTo>
                <a:lnTo>
                  <a:pt x="14" y="29"/>
                </a:lnTo>
                <a:lnTo>
                  <a:pt x="12" y="32"/>
                </a:lnTo>
                <a:lnTo>
                  <a:pt x="12" y="33"/>
                </a:lnTo>
                <a:lnTo>
                  <a:pt x="11" y="33"/>
                </a:lnTo>
                <a:lnTo>
                  <a:pt x="11" y="34"/>
                </a:lnTo>
                <a:lnTo>
                  <a:pt x="11" y="35"/>
                </a:lnTo>
                <a:lnTo>
                  <a:pt x="11" y="37"/>
                </a:lnTo>
                <a:lnTo>
                  <a:pt x="13" y="37"/>
                </a:lnTo>
                <a:lnTo>
                  <a:pt x="14" y="36"/>
                </a:lnTo>
                <a:lnTo>
                  <a:pt x="14" y="35"/>
                </a:lnTo>
                <a:lnTo>
                  <a:pt x="14" y="34"/>
                </a:lnTo>
                <a:lnTo>
                  <a:pt x="14" y="33"/>
                </a:lnTo>
                <a:lnTo>
                  <a:pt x="13" y="33"/>
                </a:lnTo>
                <a:lnTo>
                  <a:pt x="13" y="32"/>
                </a:lnTo>
                <a:lnTo>
                  <a:pt x="14" y="32"/>
                </a:lnTo>
                <a:lnTo>
                  <a:pt x="16" y="32"/>
                </a:lnTo>
                <a:lnTo>
                  <a:pt x="17" y="32"/>
                </a:lnTo>
                <a:lnTo>
                  <a:pt x="18" y="32"/>
                </a:lnTo>
                <a:lnTo>
                  <a:pt x="18" y="33"/>
                </a:lnTo>
                <a:lnTo>
                  <a:pt x="18" y="34"/>
                </a:lnTo>
                <a:lnTo>
                  <a:pt x="17" y="34"/>
                </a:lnTo>
                <a:lnTo>
                  <a:pt x="17" y="35"/>
                </a:lnTo>
                <a:lnTo>
                  <a:pt x="17" y="36"/>
                </a:lnTo>
                <a:lnTo>
                  <a:pt x="16" y="36"/>
                </a:lnTo>
                <a:lnTo>
                  <a:pt x="16" y="38"/>
                </a:lnTo>
                <a:lnTo>
                  <a:pt x="17" y="38"/>
                </a:lnTo>
                <a:lnTo>
                  <a:pt x="19" y="35"/>
                </a:lnTo>
                <a:lnTo>
                  <a:pt x="19" y="34"/>
                </a:lnTo>
                <a:lnTo>
                  <a:pt x="20" y="34"/>
                </a:lnTo>
                <a:lnTo>
                  <a:pt x="21" y="34"/>
                </a:lnTo>
                <a:lnTo>
                  <a:pt x="22" y="34"/>
                </a:lnTo>
                <a:lnTo>
                  <a:pt x="22" y="35"/>
                </a:lnTo>
                <a:lnTo>
                  <a:pt x="23" y="35"/>
                </a:lnTo>
                <a:lnTo>
                  <a:pt x="23" y="36"/>
                </a:lnTo>
                <a:lnTo>
                  <a:pt x="22" y="36"/>
                </a:lnTo>
                <a:lnTo>
                  <a:pt x="19" y="42"/>
                </a:lnTo>
                <a:lnTo>
                  <a:pt x="18" y="42"/>
                </a:lnTo>
                <a:lnTo>
                  <a:pt x="18" y="43"/>
                </a:lnTo>
                <a:lnTo>
                  <a:pt x="19" y="43"/>
                </a:lnTo>
                <a:lnTo>
                  <a:pt x="20" y="43"/>
                </a:lnTo>
                <a:lnTo>
                  <a:pt x="22" y="43"/>
                </a:lnTo>
                <a:lnTo>
                  <a:pt x="23" y="43"/>
                </a:lnTo>
                <a:lnTo>
                  <a:pt x="23" y="44"/>
                </a:lnTo>
                <a:lnTo>
                  <a:pt x="20" y="48"/>
                </a:lnTo>
                <a:lnTo>
                  <a:pt x="24" y="54"/>
                </a:lnTo>
                <a:lnTo>
                  <a:pt x="24" y="56"/>
                </a:lnTo>
                <a:lnTo>
                  <a:pt x="25" y="57"/>
                </a:lnTo>
                <a:lnTo>
                  <a:pt x="25" y="58"/>
                </a:lnTo>
                <a:lnTo>
                  <a:pt x="25" y="59"/>
                </a:lnTo>
                <a:lnTo>
                  <a:pt x="24" y="59"/>
                </a:lnTo>
                <a:lnTo>
                  <a:pt x="23" y="59"/>
                </a:lnTo>
                <a:lnTo>
                  <a:pt x="22" y="59"/>
                </a:lnTo>
                <a:lnTo>
                  <a:pt x="22" y="58"/>
                </a:lnTo>
                <a:lnTo>
                  <a:pt x="17" y="51"/>
                </a:lnTo>
                <a:lnTo>
                  <a:pt x="13" y="57"/>
                </a:lnTo>
                <a:lnTo>
                  <a:pt x="12" y="58"/>
                </a:lnTo>
                <a:lnTo>
                  <a:pt x="11" y="58"/>
                </a:lnTo>
                <a:lnTo>
                  <a:pt x="10" y="58"/>
                </a:lnTo>
                <a:lnTo>
                  <a:pt x="10" y="57"/>
                </a:lnTo>
                <a:lnTo>
                  <a:pt x="12" y="52"/>
                </a:lnTo>
                <a:lnTo>
                  <a:pt x="14" y="47"/>
                </a:lnTo>
                <a:lnTo>
                  <a:pt x="14" y="46"/>
                </a:lnTo>
                <a:lnTo>
                  <a:pt x="13" y="46"/>
                </a:lnTo>
                <a:lnTo>
                  <a:pt x="8" y="53"/>
                </a:lnTo>
                <a:lnTo>
                  <a:pt x="7" y="54"/>
                </a:lnTo>
                <a:lnTo>
                  <a:pt x="7" y="55"/>
                </a:lnTo>
                <a:lnTo>
                  <a:pt x="6" y="55"/>
                </a:lnTo>
                <a:lnTo>
                  <a:pt x="5" y="56"/>
                </a:lnTo>
                <a:lnTo>
                  <a:pt x="3" y="56"/>
                </a:lnTo>
                <a:lnTo>
                  <a:pt x="2" y="55"/>
                </a:lnTo>
                <a:lnTo>
                  <a:pt x="12" y="44"/>
                </a:lnTo>
                <a:lnTo>
                  <a:pt x="11" y="42"/>
                </a:lnTo>
                <a:lnTo>
                  <a:pt x="11" y="43"/>
                </a:lnTo>
                <a:lnTo>
                  <a:pt x="10" y="43"/>
                </a:lnTo>
                <a:lnTo>
                  <a:pt x="10" y="44"/>
                </a:lnTo>
                <a:lnTo>
                  <a:pt x="10" y="45"/>
                </a:lnTo>
                <a:lnTo>
                  <a:pt x="10" y="46"/>
                </a:lnTo>
                <a:lnTo>
                  <a:pt x="9" y="47"/>
                </a:lnTo>
                <a:lnTo>
                  <a:pt x="5" y="46"/>
                </a:lnTo>
                <a:lnTo>
                  <a:pt x="5" y="45"/>
                </a:lnTo>
                <a:lnTo>
                  <a:pt x="5" y="44"/>
                </a:lnTo>
                <a:lnTo>
                  <a:pt x="3" y="43"/>
                </a:lnTo>
                <a:lnTo>
                  <a:pt x="3" y="42"/>
                </a:lnTo>
                <a:lnTo>
                  <a:pt x="4" y="42"/>
                </a:lnTo>
                <a:lnTo>
                  <a:pt x="7" y="42"/>
                </a:lnTo>
                <a:lnTo>
                  <a:pt x="8" y="42"/>
                </a:lnTo>
                <a:lnTo>
                  <a:pt x="8" y="41"/>
                </a:lnTo>
                <a:lnTo>
                  <a:pt x="9" y="41"/>
                </a:lnTo>
                <a:lnTo>
                  <a:pt x="10" y="41"/>
                </a:lnTo>
                <a:lnTo>
                  <a:pt x="10" y="40"/>
                </a:lnTo>
                <a:lnTo>
                  <a:pt x="8" y="39"/>
                </a:lnTo>
                <a:lnTo>
                  <a:pt x="8" y="38"/>
                </a:lnTo>
                <a:lnTo>
                  <a:pt x="8" y="37"/>
                </a:lnTo>
                <a:lnTo>
                  <a:pt x="9" y="37"/>
                </a:lnTo>
                <a:lnTo>
                  <a:pt x="10" y="37"/>
                </a:lnTo>
                <a:lnTo>
                  <a:pt x="10" y="36"/>
                </a:lnTo>
                <a:lnTo>
                  <a:pt x="10" y="35"/>
                </a:lnTo>
                <a:lnTo>
                  <a:pt x="9" y="35"/>
                </a:lnTo>
                <a:lnTo>
                  <a:pt x="5" y="39"/>
                </a:lnTo>
                <a:lnTo>
                  <a:pt x="4" y="40"/>
                </a:lnTo>
                <a:lnTo>
                  <a:pt x="3" y="40"/>
                </a:lnTo>
                <a:lnTo>
                  <a:pt x="2" y="40"/>
                </a:lnTo>
                <a:lnTo>
                  <a:pt x="1" y="40"/>
                </a:lnTo>
                <a:lnTo>
                  <a:pt x="0" y="40"/>
                </a:lnTo>
                <a:lnTo>
                  <a:pt x="0" y="39"/>
                </a:lnTo>
                <a:lnTo>
                  <a:pt x="1" y="38"/>
                </a:lnTo>
                <a:lnTo>
                  <a:pt x="7" y="34"/>
                </a:lnTo>
                <a:close/>
                <a:moveTo>
                  <a:pt x="17" y="45"/>
                </a:moveTo>
                <a:lnTo>
                  <a:pt x="17" y="45"/>
                </a:lnTo>
                <a:lnTo>
                  <a:pt x="18" y="45"/>
                </a:lnTo>
                <a:lnTo>
                  <a:pt x="18" y="46"/>
                </a:lnTo>
                <a:lnTo>
                  <a:pt x="19" y="46"/>
                </a:lnTo>
                <a:lnTo>
                  <a:pt x="19" y="45"/>
                </a:lnTo>
                <a:lnTo>
                  <a:pt x="18" y="44"/>
                </a:lnTo>
                <a:lnTo>
                  <a:pt x="17" y="44"/>
                </a:lnTo>
                <a:lnTo>
                  <a:pt x="17" y="45"/>
                </a:lnTo>
                <a:close/>
                <a:moveTo>
                  <a:pt x="16" y="42"/>
                </a:moveTo>
                <a:lnTo>
                  <a:pt x="18" y="39"/>
                </a:lnTo>
                <a:lnTo>
                  <a:pt x="19" y="39"/>
                </a:lnTo>
                <a:lnTo>
                  <a:pt x="17" y="42"/>
                </a:lnTo>
                <a:lnTo>
                  <a:pt x="17" y="43"/>
                </a:lnTo>
                <a:lnTo>
                  <a:pt x="16" y="43"/>
                </a:lnTo>
                <a:lnTo>
                  <a:pt x="16" y="42"/>
                </a:lnTo>
                <a:close/>
                <a:moveTo>
                  <a:pt x="13" y="38"/>
                </a:moveTo>
                <a:lnTo>
                  <a:pt x="15" y="41"/>
                </a:lnTo>
                <a:lnTo>
                  <a:pt x="15" y="40"/>
                </a:lnTo>
                <a:lnTo>
                  <a:pt x="16" y="40"/>
                </a:lnTo>
                <a:lnTo>
                  <a:pt x="16" y="39"/>
                </a:lnTo>
                <a:lnTo>
                  <a:pt x="15" y="39"/>
                </a:lnTo>
                <a:lnTo>
                  <a:pt x="15" y="38"/>
                </a:lnTo>
                <a:lnTo>
                  <a:pt x="15" y="37"/>
                </a:lnTo>
                <a:lnTo>
                  <a:pt x="14" y="37"/>
                </a:lnTo>
                <a:lnTo>
                  <a:pt x="13" y="38"/>
                </a:lnTo>
                <a:close/>
                <a:moveTo>
                  <a:pt x="11" y="29"/>
                </a:moveTo>
                <a:lnTo>
                  <a:pt x="11" y="29"/>
                </a:lnTo>
                <a:lnTo>
                  <a:pt x="11" y="28"/>
                </a:lnTo>
                <a:lnTo>
                  <a:pt x="12" y="28"/>
                </a:lnTo>
                <a:lnTo>
                  <a:pt x="12" y="29"/>
                </a:lnTo>
                <a:lnTo>
                  <a:pt x="12" y="30"/>
                </a:lnTo>
                <a:lnTo>
                  <a:pt x="12" y="31"/>
                </a:lnTo>
                <a:lnTo>
                  <a:pt x="11" y="31"/>
                </a:lnTo>
                <a:lnTo>
                  <a:pt x="11" y="30"/>
                </a:lnTo>
                <a:lnTo>
                  <a:pt x="11" y="29"/>
                </a:lnTo>
                <a:close/>
                <a:moveTo>
                  <a:pt x="15" y="48"/>
                </a:moveTo>
                <a:lnTo>
                  <a:pt x="16" y="49"/>
                </a:lnTo>
                <a:lnTo>
                  <a:pt x="13" y="53"/>
                </a:lnTo>
                <a:lnTo>
                  <a:pt x="12" y="53"/>
                </a:lnTo>
                <a:lnTo>
                  <a:pt x="15" y="48"/>
                </a:lnTo>
                <a:close/>
              </a:path>
              <a:path w="232" h="59">
                <a:moveTo>
                  <a:pt x="204" y="57"/>
                </a:moveTo>
                <a:cubicBezTo>
                  <a:pt x="202" y="54"/>
                  <a:pt x="202" y="53"/>
                  <a:pt x="201" y="52"/>
                </a:cubicBezTo>
                <a:cubicBezTo>
                  <a:pt x="201" y="52"/>
                  <a:pt x="201" y="52"/>
                  <a:pt x="201" y="52"/>
                </a:cubicBezTo>
                <a:cubicBezTo>
                  <a:pt x="203" y="53"/>
                  <a:pt x="204" y="54"/>
                  <a:pt x="206" y="52"/>
                </a:cubicBezTo>
                <a:cubicBezTo>
                  <a:pt x="208" y="50"/>
                  <a:pt x="209" y="48"/>
                  <a:pt x="210" y="46"/>
                </a:cubicBezTo>
                <a:cubicBezTo>
                  <a:pt x="210" y="45"/>
                  <a:pt x="210" y="45"/>
                  <a:pt x="210" y="45"/>
                </a:cubicBezTo>
                <a:cubicBezTo>
                  <a:pt x="207" y="45"/>
                  <a:pt x="204" y="46"/>
                  <a:pt x="200" y="46"/>
                </a:cubicBezTo>
                <a:cubicBezTo>
                  <a:pt x="199" y="45"/>
                  <a:pt x="198" y="43"/>
                  <a:pt x="198" y="42"/>
                </a:cubicBezTo>
                <a:cubicBezTo>
                  <a:pt x="198" y="42"/>
                  <a:pt x="198" y="42"/>
                  <a:pt x="198" y="42"/>
                </a:cubicBezTo>
                <a:cubicBezTo>
                  <a:pt x="203" y="42"/>
                  <a:pt x="208" y="44"/>
                  <a:pt x="213" y="43"/>
                </a:cubicBezTo>
                <a:cubicBezTo>
                  <a:pt x="214" y="43"/>
                  <a:pt x="217" y="41"/>
                  <a:pt x="216" y="41"/>
                </a:cubicBezTo>
                <a:cubicBezTo>
                  <a:pt x="215" y="39"/>
                  <a:pt x="210" y="41"/>
                  <a:pt x="209" y="38"/>
                </a:cubicBezTo>
                <a:cubicBezTo>
                  <a:pt x="209" y="38"/>
                  <a:pt x="209" y="38"/>
                  <a:pt x="209" y="38"/>
                </a:cubicBezTo>
                <a:cubicBezTo>
                  <a:pt x="213" y="38"/>
                  <a:pt x="216" y="39"/>
                  <a:pt x="219" y="39"/>
                </a:cubicBezTo>
                <a:cubicBezTo>
                  <a:pt x="221" y="38"/>
                  <a:pt x="223" y="37"/>
                  <a:pt x="224" y="37"/>
                </a:cubicBezTo>
                <a:cubicBezTo>
                  <a:pt x="225" y="36"/>
                  <a:pt x="225" y="36"/>
                  <a:pt x="226" y="35"/>
                </a:cubicBezTo>
                <a:cubicBezTo>
                  <a:pt x="225" y="34"/>
                  <a:pt x="222" y="33"/>
                  <a:pt x="222" y="34"/>
                </a:cubicBezTo>
                <a:cubicBezTo>
                  <a:pt x="221" y="36"/>
                  <a:pt x="221" y="38"/>
                  <a:pt x="218" y="38"/>
                </a:cubicBezTo>
                <a:cubicBezTo>
                  <a:pt x="216" y="38"/>
                  <a:pt x="216" y="37"/>
                  <a:pt x="215" y="36"/>
                </a:cubicBezTo>
                <a:cubicBezTo>
                  <a:pt x="215" y="33"/>
                  <a:pt x="217" y="33"/>
                  <a:pt x="218" y="32"/>
                </a:cubicBezTo>
                <a:cubicBezTo>
                  <a:pt x="217" y="31"/>
                  <a:pt x="216" y="32"/>
                  <a:pt x="215" y="32"/>
                </a:cubicBezTo>
                <a:cubicBezTo>
                  <a:pt x="215" y="33"/>
                  <a:pt x="215" y="33"/>
                  <a:pt x="214" y="34"/>
                </a:cubicBezTo>
                <a:cubicBezTo>
                  <a:pt x="214" y="35"/>
                  <a:pt x="214" y="36"/>
                  <a:pt x="213" y="36"/>
                </a:cubicBezTo>
                <a:cubicBezTo>
                  <a:pt x="212" y="36"/>
                  <a:pt x="212" y="34"/>
                  <a:pt x="212" y="34"/>
                </a:cubicBezTo>
                <a:cubicBezTo>
                  <a:pt x="211" y="34"/>
                  <a:pt x="211" y="35"/>
                  <a:pt x="210" y="36"/>
                </a:cubicBezTo>
                <a:cubicBezTo>
                  <a:pt x="209" y="36"/>
                  <a:pt x="209" y="36"/>
                  <a:pt x="209" y="35"/>
                </a:cubicBezTo>
                <a:cubicBezTo>
                  <a:pt x="210" y="33"/>
                  <a:pt x="210" y="29"/>
                  <a:pt x="211" y="27"/>
                </a:cubicBezTo>
                <a:cubicBezTo>
                  <a:pt x="212" y="27"/>
                  <a:pt x="211" y="29"/>
                  <a:pt x="212" y="30"/>
                </a:cubicBezTo>
                <a:cubicBezTo>
                  <a:pt x="212" y="30"/>
                  <a:pt x="213" y="30"/>
                  <a:pt x="213" y="30"/>
                </a:cubicBezTo>
                <a:cubicBezTo>
                  <a:pt x="213" y="28"/>
                  <a:pt x="213" y="26"/>
                  <a:pt x="213" y="24"/>
                </a:cubicBezTo>
                <a:cubicBezTo>
                  <a:pt x="213" y="24"/>
                  <a:pt x="213" y="24"/>
                  <a:pt x="213" y="24"/>
                </a:cubicBezTo>
                <a:cubicBezTo>
                  <a:pt x="214" y="23"/>
                  <a:pt x="215" y="26"/>
                  <a:pt x="215" y="27"/>
                </a:cubicBezTo>
                <a:cubicBezTo>
                  <a:pt x="215" y="28"/>
                  <a:pt x="215" y="29"/>
                  <a:pt x="215" y="30"/>
                </a:cubicBezTo>
                <a:cubicBezTo>
                  <a:pt x="216" y="31"/>
                  <a:pt x="217" y="31"/>
                  <a:pt x="218" y="30"/>
                </a:cubicBezTo>
                <a:cubicBezTo>
                  <a:pt x="218" y="29"/>
                  <a:pt x="217" y="28"/>
                  <a:pt x="218" y="27"/>
                </a:cubicBezTo>
                <a:cubicBezTo>
                  <a:pt x="219" y="27"/>
                  <a:pt x="219" y="29"/>
                  <a:pt x="221" y="29"/>
                </a:cubicBezTo>
                <a:cubicBezTo>
                  <a:pt x="221" y="28"/>
                  <a:pt x="222" y="28"/>
                  <a:pt x="223" y="27"/>
                </a:cubicBezTo>
                <a:cubicBezTo>
                  <a:pt x="224" y="28"/>
                  <a:pt x="225" y="30"/>
                  <a:pt x="224" y="31"/>
                </a:cubicBezTo>
                <a:cubicBezTo>
                  <a:pt x="224" y="31"/>
                  <a:pt x="223" y="31"/>
                  <a:pt x="223" y="32"/>
                </a:cubicBezTo>
                <a:cubicBezTo>
                  <a:pt x="224" y="32"/>
                  <a:pt x="228" y="33"/>
                  <a:pt x="229" y="33"/>
                </a:cubicBezTo>
                <a:cubicBezTo>
                  <a:pt x="230" y="33"/>
                  <a:pt x="232" y="37"/>
                  <a:pt x="230" y="39"/>
                </a:cubicBezTo>
                <a:cubicBezTo>
                  <a:pt x="229" y="39"/>
                  <a:pt x="226" y="39"/>
                  <a:pt x="225" y="39"/>
                </a:cubicBezTo>
                <a:cubicBezTo>
                  <a:pt x="223" y="39"/>
                  <a:pt x="223" y="39"/>
                  <a:pt x="222" y="39"/>
                </a:cubicBezTo>
                <a:cubicBezTo>
                  <a:pt x="221" y="40"/>
                  <a:pt x="221" y="40"/>
                  <a:pt x="222" y="42"/>
                </a:cubicBezTo>
                <a:cubicBezTo>
                  <a:pt x="221" y="44"/>
                  <a:pt x="218" y="42"/>
                  <a:pt x="217" y="44"/>
                </a:cubicBezTo>
                <a:cubicBezTo>
                  <a:pt x="218" y="45"/>
                  <a:pt x="220" y="46"/>
                  <a:pt x="219" y="48"/>
                </a:cubicBezTo>
                <a:cubicBezTo>
                  <a:pt x="218" y="49"/>
                  <a:pt x="215" y="49"/>
                  <a:pt x="214" y="48"/>
                </a:cubicBezTo>
                <a:cubicBezTo>
                  <a:pt x="215" y="46"/>
                  <a:pt x="215" y="46"/>
                  <a:pt x="215" y="46"/>
                </a:cubicBezTo>
                <a:cubicBezTo>
                  <a:pt x="215" y="46"/>
                  <a:pt x="215" y="46"/>
                  <a:pt x="214" y="46"/>
                </a:cubicBezTo>
                <a:cubicBezTo>
                  <a:pt x="212" y="46"/>
                  <a:pt x="210" y="51"/>
                  <a:pt x="209" y="53"/>
                </a:cubicBezTo>
                <a:cubicBezTo>
                  <a:pt x="208" y="54"/>
                  <a:pt x="207" y="58"/>
                  <a:pt x="204" y="57"/>
                </a:cubicBezTo>
                <a:close/>
                <a:moveTo>
                  <a:pt x="218" y="36"/>
                </a:moveTo>
                <a:cubicBezTo>
                  <a:pt x="218" y="35"/>
                  <a:pt x="218" y="35"/>
                  <a:pt x="218" y="35"/>
                </a:cubicBezTo>
                <a:cubicBezTo>
                  <a:pt x="218" y="35"/>
                  <a:pt x="219" y="34"/>
                  <a:pt x="219" y="34"/>
                </a:cubicBezTo>
                <a:cubicBezTo>
                  <a:pt x="219" y="35"/>
                  <a:pt x="219" y="35"/>
                  <a:pt x="218" y="36"/>
                </a:cubicBezTo>
                <a:cubicBezTo>
                  <a:pt x="218" y="36"/>
                  <a:pt x="218" y="36"/>
                  <a:pt x="218" y="36"/>
                </a:cubicBezTo>
                <a:close/>
              </a:path>
              <a:path w="232" h="59">
                <a:moveTo>
                  <a:pt x="177" y="37"/>
                </a:moveTo>
                <a:cubicBezTo>
                  <a:pt x="176" y="36"/>
                  <a:pt x="176" y="36"/>
                  <a:pt x="176" y="35"/>
                </a:cubicBezTo>
                <a:cubicBezTo>
                  <a:pt x="177" y="33"/>
                  <a:pt x="177" y="28"/>
                  <a:pt x="178" y="27"/>
                </a:cubicBezTo>
                <a:cubicBezTo>
                  <a:pt x="179" y="27"/>
                  <a:pt x="179" y="27"/>
                  <a:pt x="179" y="27"/>
                </a:cubicBezTo>
                <a:cubicBezTo>
                  <a:pt x="179" y="27"/>
                  <a:pt x="179" y="27"/>
                  <a:pt x="179" y="28"/>
                </a:cubicBezTo>
                <a:cubicBezTo>
                  <a:pt x="179" y="32"/>
                  <a:pt x="180" y="35"/>
                  <a:pt x="183" y="38"/>
                </a:cubicBezTo>
                <a:cubicBezTo>
                  <a:pt x="183" y="38"/>
                  <a:pt x="183" y="38"/>
                  <a:pt x="183" y="38"/>
                </a:cubicBezTo>
                <a:cubicBezTo>
                  <a:pt x="183" y="39"/>
                  <a:pt x="178" y="37"/>
                  <a:pt x="177" y="37"/>
                </a:cubicBezTo>
                <a:close/>
              </a:path>
              <a:path w="232" h="59">
                <a:moveTo>
                  <a:pt x="163" y="29"/>
                </a:moveTo>
                <a:cubicBezTo>
                  <a:pt x="163" y="28"/>
                  <a:pt x="163" y="28"/>
                  <a:pt x="162" y="28"/>
                </a:cubicBezTo>
                <a:cubicBezTo>
                  <a:pt x="162" y="27"/>
                  <a:pt x="162" y="27"/>
                  <a:pt x="162" y="27"/>
                </a:cubicBezTo>
                <a:cubicBezTo>
                  <a:pt x="164" y="28"/>
                  <a:pt x="165" y="28"/>
                  <a:pt x="166" y="28"/>
                </a:cubicBezTo>
                <a:cubicBezTo>
                  <a:pt x="169" y="28"/>
                  <a:pt x="171" y="27"/>
                  <a:pt x="173" y="26"/>
                </a:cubicBezTo>
                <a:cubicBezTo>
                  <a:pt x="172" y="25"/>
                  <a:pt x="170" y="25"/>
                  <a:pt x="169" y="26"/>
                </a:cubicBezTo>
                <a:cubicBezTo>
                  <a:pt x="167" y="25"/>
                  <a:pt x="166" y="21"/>
                  <a:pt x="166" y="21"/>
                </a:cubicBezTo>
                <a:cubicBezTo>
                  <a:pt x="168" y="21"/>
                  <a:pt x="172" y="23"/>
                  <a:pt x="173" y="22"/>
                </a:cubicBezTo>
                <a:cubicBezTo>
                  <a:pt x="178" y="23"/>
                  <a:pt x="178" y="21"/>
                  <a:pt x="181" y="17"/>
                </a:cubicBezTo>
                <a:cubicBezTo>
                  <a:pt x="182" y="16"/>
                  <a:pt x="184" y="12"/>
                  <a:pt x="185" y="12"/>
                </a:cubicBezTo>
                <a:cubicBezTo>
                  <a:pt x="186" y="13"/>
                  <a:pt x="186" y="15"/>
                  <a:pt x="186" y="17"/>
                </a:cubicBezTo>
                <a:cubicBezTo>
                  <a:pt x="185" y="19"/>
                  <a:pt x="183" y="20"/>
                  <a:pt x="182" y="23"/>
                </a:cubicBezTo>
                <a:cubicBezTo>
                  <a:pt x="184" y="24"/>
                  <a:pt x="185" y="22"/>
                  <a:pt x="187" y="24"/>
                </a:cubicBezTo>
                <a:cubicBezTo>
                  <a:pt x="187" y="25"/>
                  <a:pt x="187" y="25"/>
                  <a:pt x="187" y="25"/>
                </a:cubicBezTo>
                <a:cubicBezTo>
                  <a:pt x="186" y="26"/>
                  <a:pt x="184" y="25"/>
                  <a:pt x="183" y="25"/>
                </a:cubicBezTo>
                <a:cubicBezTo>
                  <a:pt x="180" y="25"/>
                  <a:pt x="180" y="25"/>
                  <a:pt x="179" y="25"/>
                </a:cubicBezTo>
                <a:cubicBezTo>
                  <a:pt x="175" y="28"/>
                  <a:pt x="169" y="33"/>
                  <a:pt x="163" y="29"/>
                </a:cubicBezTo>
                <a:close/>
              </a:path>
              <a:path w="232" h="59">
                <a:moveTo>
                  <a:pt x="134" y="18"/>
                </a:moveTo>
                <a:cubicBezTo>
                  <a:pt x="133" y="16"/>
                  <a:pt x="134" y="15"/>
                  <a:pt x="134" y="14"/>
                </a:cubicBezTo>
                <a:cubicBezTo>
                  <a:pt x="134" y="14"/>
                  <a:pt x="134" y="14"/>
                  <a:pt x="134" y="14"/>
                </a:cubicBezTo>
                <a:cubicBezTo>
                  <a:pt x="133" y="15"/>
                  <a:pt x="132" y="15"/>
                  <a:pt x="132" y="15"/>
                </a:cubicBezTo>
                <a:cubicBezTo>
                  <a:pt x="131" y="16"/>
                  <a:pt x="130" y="17"/>
                  <a:pt x="129" y="19"/>
                </a:cubicBezTo>
                <a:cubicBezTo>
                  <a:pt x="129" y="20"/>
                  <a:pt x="129" y="30"/>
                  <a:pt x="126" y="30"/>
                </a:cubicBezTo>
                <a:cubicBezTo>
                  <a:pt x="124" y="28"/>
                  <a:pt x="125" y="27"/>
                  <a:pt x="125" y="25"/>
                </a:cubicBezTo>
                <a:cubicBezTo>
                  <a:pt x="125" y="24"/>
                  <a:pt x="125" y="24"/>
                  <a:pt x="126" y="23"/>
                </a:cubicBezTo>
                <a:cubicBezTo>
                  <a:pt x="125" y="23"/>
                  <a:pt x="123" y="25"/>
                  <a:pt x="123" y="25"/>
                </a:cubicBezTo>
                <a:cubicBezTo>
                  <a:pt x="121" y="26"/>
                  <a:pt x="120" y="25"/>
                  <a:pt x="120" y="23"/>
                </a:cubicBezTo>
                <a:cubicBezTo>
                  <a:pt x="122" y="23"/>
                  <a:pt x="124" y="21"/>
                  <a:pt x="126" y="19"/>
                </a:cubicBezTo>
                <a:cubicBezTo>
                  <a:pt x="126" y="17"/>
                  <a:pt x="126" y="17"/>
                  <a:pt x="126" y="14"/>
                </a:cubicBezTo>
                <a:cubicBezTo>
                  <a:pt x="126" y="14"/>
                  <a:pt x="126" y="14"/>
                  <a:pt x="126" y="14"/>
                </a:cubicBezTo>
                <a:cubicBezTo>
                  <a:pt x="125" y="15"/>
                  <a:pt x="125" y="15"/>
                  <a:pt x="124" y="16"/>
                </a:cubicBezTo>
                <a:cubicBezTo>
                  <a:pt x="122" y="18"/>
                  <a:pt x="119" y="16"/>
                  <a:pt x="120" y="14"/>
                </a:cubicBezTo>
                <a:cubicBezTo>
                  <a:pt x="122" y="14"/>
                  <a:pt x="124" y="12"/>
                  <a:pt x="126" y="11"/>
                </a:cubicBezTo>
                <a:cubicBezTo>
                  <a:pt x="127" y="9"/>
                  <a:pt x="127" y="6"/>
                  <a:pt x="127" y="4"/>
                </a:cubicBezTo>
                <a:cubicBezTo>
                  <a:pt x="126" y="3"/>
                  <a:pt x="128" y="2"/>
                  <a:pt x="129" y="1"/>
                </a:cubicBezTo>
                <a:cubicBezTo>
                  <a:pt x="132" y="2"/>
                  <a:pt x="130" y="5"/>
                  <a:pt x="130" y="7"/>
                </a:cubicBezTo>
                <a:cubicBezTo>
                  <a:pt x="130" y="8"/>
                  <a:pt x="130" y="8"/>
                  <a:pt x="130" y="9"/>
                </a:cubicBezTo>
                <a:cubicBezTo>
                  <a:pt x="130" y="9"/>
                  <a:pt x="131" y="8"/>
                  <a:pt x="132" y="8"/>
                </a:cubicBezTo>
                <a:cubicBezTo>
                  <a:pt x="132" y="8"/>
                  <a:pt x="132" y="8"/>
                  <a:pt x="132" y="9"/>
                </a:cubicBezTo>
                <a:cubicBezTo>
                  <a:pt x="129" y="12"/>
                  <a:pt x="129" y="11"/>
                  <a:pt x="129" y="15"/>
                </a:cubicBezTo>
                <a:cubicBezTo>
                  <a:pt x="130" y="15"/>
                  <a:pt x="131" y="14"/>
                  <a:pt x="131" y="13"/>
                </a:cubicBezTo>
                <a:cubicBezTo>
                  <a:pt x="130" y="12"/>
                  <a:pt x="130" y="12"/>
                  <a:pt x="130" y="12"/>
                </a:cubicBezTo>
                <a:cubicBezTo>
                  <a:pt x="132" y="12"/>
                  <a:pt x="134" y="11"/>
                  <a:pt x="136" y="10"/>
                </a:cubicBezTo>
                <a:cubicBezTo>
                  <a:pt x="136" y="8"/>
                  <a:pt x="137" y="7"/>
                  <a:pt x="138" y="4"/>
                </a:cubicBezTo>
                <a:cubicBezTo>
                  <a:pt x="140" y="2"/>
                  <a:pt x="143" y="5"/>
                  <a:pt x="142" y="8"/>
                </a:cubicBezTo>
                <a:cubicBezTo>
                  <a:pt x="142" y="9"/>
                  <a:pt x="138" y="11"/>
                  <a:pt x="137" y="12"/>
                </a:cubicBezTo>
                <a:cubicBezTo>
                  <a:pt x="137" y="12"/>
                  <a:pt x="136" y="15"/>
                  <a:pt x="136" y="15"/>
                </a:cubicBezTo>
                <a:cubicBezTo>
                  <a:pt x="138" y="16"/>
                  <a:pt x="139" y="11"/>
                  <a:pt x="142" y="13"/>
                </a:cubicBezTo>
                <a:cubicBezTo>
                  <a:pt x="143" y="14"/>
                  <a:pt x="143" y="14"/>
                  <a:pt x="143" y="15"/>
                </a:cubicBezTo>
                <a:cubicBezTo>
                  <a:pt x="142" y="17"/>
                  <a:pt x="140" y="20"/>
                  <a:pt x="139" y="23"/>
                </a:cubicBezTo>
                <a:cubicBezTo>
                  <a:pt x="141" y="25"/>
                  <a:pt x="143" y="26"/>
                  <a:pt x="146" y="27"/>
                </a:cubicBezTo>
                <a:cubicBezTo>
                  <a:pt x="146" y="27"/>
                  <a:pt x="142" y="29"/>
                  <a:pt x="141" y="29"/>
                </a:cubicBezTo>
                <a:cubicBezTo>
                  <a:pt x="138" y="30"/>
                  <a:pt x="138" y="27"/>
                  <a:pt x="137" y="25"/>
                </a:cubicBezTo>
                <a:cubicBezTo>
                  <a:pt x="135" y="27"/>
                  <a:pt x="132" y="28"/>
                  <a:pt x="129" y="27"/>
                </a:cubicBezTo>
                <a:cubicBezTo>
                  <a:pt x="129" y="27"/>
                  <a:pt x="129" y="27"/>
                  <a:pt x="129" y="27"/>
                </a:cubicBezTo>
                <a:cubicBezTo>
                  <a:pt x="131" y="26"/>
                  <a:pt x="133" y="26"/>
                  <a:pt x="134" y="24"/>
                </a:cubicBezTo>
                <a:cubicBezTo>
                  <a:pt x="137" y="22"/>
                  <a:pt x="132" y="20"/>
                  <a:pt x="133" y="18"/>
                </a:cubicBezTo>
                <a:cubicBezTo>
                  <a:pt x="133" y="18"/>
                  <a:pt x="133" y="18"/>
                  <a:pt x="134" y="18"/>
                </a:cubicBezTo>
                <a:cubicBezTo>
                  <a:pt x="134" y="19"/>
                  <a:pt x="136" y="20"/>
                  <a:pt x="137" y="20"/>
                </a:cubicBezTo>
                <a:cubicBezTo>
                  <a:pt x="137" y="19"/>
                  <a:pt x="138" y="18"/>
                  <a:pt x="139" y="17"/>
                </a:cubicBezTo>
                <a:cubicBezTo>
                  <a:pt x="138" y="17"/>
                  <a:pt x="137" y="18"/>
                  <a:pt x="136" y="19"/>
                </a:cubicBezTo>
                <a:cubicBezTo>
                  <a:pt x="136" y="18"/>
                  <a:pt x="135" y="18"/>
                  <a:pt x="134" y="18"/>
                </a:cubicBezTo>
                <a:close/>
              </a:path>
              <a:path w="232" h="59">
                <a:moveTo>
                  <a:pt x="84" y="9"/>
                </a:moveTo>
                <a:cubicBezTo>
                  <a:pt x="86" y="9"/>
                  <a:pt x="87" y="10"/>
                  <a:pt x="87" y="12"/>
                </a:cubicBezTo>
                <a:cubicBezTo>
                  <a:pt x="88" y="11"/>
                  <a:pt x="87" y="10"/>
                  <a:pt x="90" y="11"/>
                </a:cubicBezTo>
                <a:cubicBezTo>
                  <a:pt x="90" y="12"/>
                  <a:pt x="90" y="12"/>
                  <a:pt x="90" y="14"/>
                </a:cubicBezTo>
                <a:cubicBezTo>
                  <a:pt x="89" y="15"/>
                  <a:pt x="88" y="16"/>
                  <a:pt x="87" y="17"/>
                </a:cubicBezTo>
                <a:cubicBezTo>
                  <a:pt x="88" y="19"/>
                  <a:pt x="87" y="19"/>
                  <a:pt x="88" y="20"/>
                </a:cubicBezTo>
                <a:cubicBezTo>
                  <a:pt x="88" y="20"/>
                  <a:pt x="89" y="19"/>
                  <a:pt x="90" y="18"/>
                </a:cubicBezTo>
                <a:cubicBezTo>
                  <a:pt x="90" y="20"/>
                  <a:pt x="89" y="20"/>
                  <a:pt x="88" y="21"/>
                </a:cubicBezTo>
                <a:cubicBezTo>
                  <a:pt x="88" y="24"/>
                  <a:pt x="90" y="28"/>
                  <a:pt x="88" y="30"/>
                </a:cubicBezTo>
                <a:cubicBezTo>
                  <a:pt x="85" y="31"/>
                  <a:pt x="86" y="26"/>
                  <a:pt x="85" y="25"/>
                </a:cubicBezTo>
                <a:cubicBezTo>
                  <a:pt x="85" y="25"/>
                  <a:pt x="85" y="25"/>
                  <a:pt x="85" y="25"/>
                </a:cubicBezTo>
                <a:cubicBezTo>
                  <a:pt x="84" y="26"/>
                  <a:pt x="82" y="28"/>
                  <a:pt x="81" y="27"/>
                </a:cubicBezTo>
                <a:cubicBezTo>
                  <a:pt x="80" y="26"/>
                  <a:pt x="81" y="24"/>
                  <a:pt x="82" y="22"/>
                </a:cubicBezTo>
                <a:cubicBezTo>
                  <a:pt x="83" y="21"/>
                  <a:pt x="85" y="18"/>
                  <a:pt x="85" y="18"/>
                </a:cubicBezTo>
                <a:cubicBezTo>
                  <a:pt x="85" y="17"/>
                  <a:pt x="85" y="17"/>
                  <a:pt x="85" y="17"/>
                </a:cubicBezTo>
                <a:cubicBezTo>
                  <a:pt x="85" y="17"/>
                  <a:pt x="84" y="16"/>
                  <a:pt x="84" y="16"/>
                </a:cubicBezTo>
                <a:cubicBezTo>
                  <a:pt x="83" y="18"/>
                  <a:pt x="81" y="20"/>
                  <a:pt x="79" y="20"/>
                </a:cubicBezTo>
                <a:cubicBezTo>
                  <a:pt x="78" y="19"/>
                  <a:pt x="78" y="19"/>
                  <a:pt x="78" y="18"/>
                </a:cubicBezTo>
                <a:cubicBezTo>
                  <a:pt x="80" y="17"/>
                  <a:pt x="82" y="15"/>
                  <a:pt x="84" y="14"/>
                </a:cubicBezTo>
                <a:cubicBezTo>
                  <a:pt x="84" y="12"/>
                  <a:pt x="83" y="11"/>
                  <a:pt x="84" y="9"/>
                </a:cubicBezTo>
                <a:cubicBezTo>
                  <a:pt x="82" y="9"/>
                  <a:pt x="81" y="10"/>
                  <a:pt x="80" y="10"/>
                </a:cubicBezTo>
                <a:cubicBezTo>
                  <a:pt x="80" y="10"/>
                  <a:pt x="80" y="10"/>
                  <a:pt x="81" y="9"/>
                </a:cubicBezTo>
                <a:cubicBezTo>
                  <a:pt x="85" y="6"/>
                  <a:pt x="86" y="5"/>
                  <a:pt x="86" y="4"/>
                </a:cubicBezTo>
                <a:cubicBezTo>
                  <a:pt x="87" y="3"/>
                  <a:pt x="87" y="2"/>
                  <a:pt x="89" y="3"/>
                </a:cubicBezTo>
                <a:cubicBezTo>
                  <a:pt x="90" y="3"/>
                  <a:pt x="90" y="5"/>
                  <a:pt x="90" y="5"/>
                </a:cubicBezTo>
                <a:cubicBezTo>
                  <a:pt x="88" y="7"/>
                  <a:pt x="86" y="8"/>
                  <a:pt x="84" y="9"/>
                </a:cubicBezTo>
                <a:cubicBezTo>
                  <a:pt x="84" y="9"/>
                  <a:pt x="84" y="9"/>
                  <a:pt x="84" y="9"/>
                </a:cubicBezTo>
                <a:close/>
                <a:moveTo>
                  <a:pt x="84" y="23"/>
                </a:moveTo>
                <a:cubicBezTo>
                  <a:pt x="84" y="22"/>
                  <a:pt x="84" y="22"/>
                  <a:pt x="85" y="21"/>
                </a:cubicBezTo>
                <a:cubicBezTo>
                  <a:pt x="85" y="21"/>
                  <a:pt x="85" y="21"/>
                  <a:pt x="85" y="22"/>
                </a:cubicBezTo>
                <a:cubicBezTo>
                  <a:pt x="85" y="22"/>
                  <a:pt x="85" y="23"/>
                  <a:pt x="84" y="23"/>
                </a:cubicBezTo>
                <a:close/>
              </a:path>
              <a:path w="232" h="59">
                <a:moveTo>
                  <a:pt x="99" y="32"/>
                </a:moveTo>
                <a:cubicBezTo>
                  <a:pt x="99" y="32"/>
                  <a:pt x="98" y="32"/>
                  <a:pt x="98" y="31"/>
                </a:cubicBezTo>
                <a:cubicBezTo>
                  <a:pt x="98" y="28"/>
                  <a:pt x="97" y="25"/>
                  <a:pt x="97" y="22"/>
                </a:cubicBezTo>
                <a:cubicBezTo>
                  <a:pt x="96" y="22"/>
                  <a:pt x="95" y="23"/>
                  <a:pt x="94" y="24"/>
                </a:cubicBezTo>
                <a:cubicBezTo>
                  <a:pt x="93" y="24"/>
                  <a:pt x="92" y="24"/>
                  <a:pt x="92" y="23"/>
                </a:cubicBezTo>
                <a:cubicBezTo>
                  <a:pt x="92" y="23"/>
                  <a:pt x="92" y="22"/>
                  <a:pt x="92" y="22"/>
                </a:cubicBezTo>
                <a:cubicBezTo>
                  <a:pt x="92" y="20"/>
                  <a:pt x="93" y="16"/>
                  <a:pt x="91" y="16"/>
                </a:cubicBezTo>
                <a:cubicBezTo>
                  <a:pt x="90" y="15"/>
                  <a:pt x="90" y="15"/>
                  <a:pt x="90" y="14"/>
                </a:cubicBezTo>
                <a:cubicBezTo>
                  <a:pt x="92" y="14"/>
                  <a:pt x="91" y="11"/>
                  <a:pt x="91" y="10"/>
                </a:cubicBezTo>
                <a:cubicBezTo>
                  <a:pt x="89" y="9"/>
                  <a:pt x="87" y="8"/>
                  <a:pt x="89" y="7"/>
                </a:cubicBezTo>
                <a:cubicBezTo>
                  <a:pt x="91" y="7"/>
                  <a:pt x="93" y="7"/>
                  <a:pt x="94" y="9"/>
                </a:cubicBezTo>
                <a:cubicBezTo>
                  <a:pt x="94" y="10"/>
                  <a:pt x="92" y="12"/>
                  <a:pt x="92" y="13"/>
                </a:cubicBezTo>
                <a:cubicBezTo>
                  <a:pt x="94" y="13"/>
                  <a:pt x="95" y="14"/>
                  <a:pt x="95" y="16"/>
                </a:cubicBezTo>
                <a:cubicBezTo>
                  <a:pt x="93" y="17"/>
                  <a:pt x="93" y="18"/>
                  <a:pt x="94" y="20"/>
                </a:cubicBezTo>
                <a:cubicBezTo>
                  <a:pt x="95" y="19"/>
                  <a:pt x="95" y="18"/>
                  <a:pt x="96" y="17"/>
                </a:cubicBezTo>
                <a:cubicBezTo>
                  <a:pt x="96" y="11"/>
                  <a:pt x="93" y="7"/>
                  <a:pt x="93" y="2"/>
                </a:cubicBezTo>
                <a:cubicBezTo>
                  <a:pt x="94" y="0"/>
                  <a:pt x="96" y="0"/>
                  <a:pt x="97" y="2"/>
                </a:cubicBezTo>
                <a:cubicBezTo>
                  <a:pt x="97" y="5"/>
                  <a:pt x="97" y="11"/>
                  <a:pt x="99" y="14"/>
                </a:cubicBezTo>
                <a:cubicBezTo>
                  <a:pt x="99" y="13"/>
                  <a:pt x="100" y="12"/>
                  <a:pt x="100" y="11"/>
                </a:cubicBezTo>
                <a:cubicBezTo>
                  <a:pt x="101" y="11"/>
                  <a:pt x="102" y="12"/>
                  <a:pt x="103" y="14"/>
                </a:cubicBezTo>
                <a:cubicBezTo>
                  <a:pt x="101" y="15"/>
                  <a:pt x="100" y="16"/>
                  <a:pt x="99" y="18"/>
                </a:cubicBezTo>
                <a:cubicBezTo>
                  <a:pt x="100" y="23"/>
                  <a:pt x="100" y="26"/>
                  <a:pt x="101" y="29"/>
                </a:cubicBezTo>
                <a:cubicBezTo>
                  <a:pt x="100" y="30"/>
                  <a:pt x="100" y="32"/>
                  <a:pt x="99" y="32"/>
                </a:cubicBezTo>
                <a:close/>
              </a:path>
              <a:path w="232" h="59">
                <a:moveTo>
                  <a:pt x="58" y="41"/>
                </a:moveTo>
                <a:cubicBezTo>
                  <a:pt x="58" y="42"/>
                  <a:pt x="57" y="41"/>
                  <a:pt x="57" y="41"/>
                </a:cubicBezTo>
                <a:cubicBezTo>
                  <a:pt x="52" y="36"/>
                  <a:pt x="53" y="29"/>
                  <a:pt x="50" y="25"/>
                </a:cubicBezTo>
                <a:cubicBezTo>
                  <a:pt x="48" y="26"/>
                  <a:pt x="48" y="30"/>
                  <a:pt x="47" y="31"/>
                </a:cubicBezTo>
                <a:cubicBezTo>
                  <a:pt x="44" y="33"/>
                  <a:pt x="43" y="28"/>
                  <a:pt x="43" y="26"/>
                </a:cubicBezTo>
                <a:cubicBezTo>
                  <a:pt x="43" y="25"/>
                  <a:pt x="43" y="24"/>
                  <a:pt x="43" y="23"/>
                </a:cubicBezTo>
                <a:cubicBezTo>
                  <a:pt x="44" y="23"/>
                  <a:pt x="45" y="25"/>
                  <a:pt x="46" y="26"/>
                </a:cubicBezTo>
                <a:cubicBezTo>
                  <a:pt x="47" y="26"/>
                  <a:pt x="47" y="26"/>
                  <a:pt x="47" y="26"/>
                </a:cubicBezTo>
                <a:cubicBezTo>
                  <a:pt x="50" y="21"/>
                  <a:pt x="47" y="18"/>
                  <a:pt x="44" y="15"/>
                </a:cubicBezTo>
                <a:cubicBezTo>
                  <a:pt x="44" y="14"/>
                  <a:pt x="44" y="13"/>
                  <a:pt x="45" y="12"/>
                </a:cubicBezTo>
                <a:cubicBezTo>
                  <a:pt x="45" y="12"/>
                  <a:pt x="47" y="12"/>
                  <a:pt x="48" y="12"/>
                </a:cubicBezTo>
                <a:cubicBezTo>
                  <a:pt x="48" y="12"/>
                  <a:pt x="48" y="12"/>
                  <a:pt x="48" y="12"/>
                </a:cubicBezTo>
                <a:cubicBezTo>
                  <a:pt x="49" y="14"/>
                  <a:pt x="50" y="16"/>
                  <a:pt x="50" y="17"/>
                </a:cubicBezTo>
                <a:cubicBezTo>
                  <a:pt x="50" y="17"/>
                  <a:pt x="51" y="17"/>
                  <a:pt x="51" y="17"/>
                </a:cubicBezTo>
                <a:cubicBezTo>
                  <a:pt x="52" y="16"/>
                  <a:pt x="53" y="14"/>
                  <a:pt x="54" y="12"/>
                </a:cubicBezTo>
                <a:cubicBezTo>
                  <a:pt x="55" y="12"/>
                  <a:pt x="57" y="10"/>
                  <a:pt x="58" y="13"/>
                </a:cubicBezTo>
                <a:cubicBezTo>
                  <a:pt x="58" y="15"/>
                  <a:pt x="53" y="19"/>
                  <a:pt x="57" y="20"/>
                </a:cubicBezTo>
                <a:cubicBezTo>
                  <a:pt x="57" y="20"/>
                  <a:pt x="57" y="21"/>
                  <a:pt x="57" y="21"/>
                </a:cubicBezTo>
                <a:cubicBezTo>
                  <a:pt x="57" y="23"/>
                  <a:pt x="55" y="25"/>
                  <a:pt x="53" y="26"/>
                </a:cubicBezTo>
                <a:cubicBezTo>
                  <a:pt x="54" y="30"/>
                  <a:pt x="57" y="34"/>
                  <a:pt x="58" y="37"/>
                </a:cubicBezTo>
                <a:cubicBezTo>
                  <a:pt x="59" y="39"/>
                  <a:pt x="59" y="40"/>
                  <a:pt x="58" y="41"/>
                </a:cubicBezTo>
                <a:close/>
                <a:moveTo>
                  <a:pt x="53" y="23"/>
                </a:moveTo>
                <a:cubicBezTo>
                  <a:pt x="52" y="23"/>
                  <a:pt x="51" y="21"/>
                  <a:pt x="51" y="21"/>
                </a:cubicBezTo>
                <a:cubicBezTo>
                  <a:pt x="51" y="20"/>
                  <a:pt x="52" y="18"/>
                  <a:pt x="53" y="18"/>
                </a:cubicBezTo>
                <a:cubicBezTo>
                  <a:pt x="54" y="20"/>
                  <a:pt x="54" y="21"/>
                  <a:pt x="53" y="2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0" name="Freeform 15"/>
          <p:cNvSpPr>
            <a:spLocks noGrp="1"/>
          </p:cNvSpPr>
          <p:nvPr/>
        </p:nvSpPr>
        <p:spPr>
          <a:xfrm>
            <a:off x="9803130" y="257810"/>
            <a:ext cx="519430" cy="294640"/>
          </a:xfrm>
          <a:custGeom>
            <a:avLst/>
            <a:gdLst/>
            <a:ahLst/>
            <a:cxnLst/>
            <a:rect l="l" t="t" r="r" b="b"/>
            <a:pathLst>
              <a:path w="336" h="189">
                <a:moveTo>
                  <a:pt x="293" y="24"/>
                </a:moveTo>
                <a:lnTo>
                  <a:pt x="299" y="19"/>
                </a:lnTo>
                <a:lnTo>
                  <a:pt x="300" y="19"/>
                </a:lnTo>
                <a:cubicBezTo>
                  <a:pt x="298" y="20"/>
                  <a:pt x="297" y="22"/>
                  <a:pt x="297" y="23"/>
                </a:cubicBezTo>
                <a:cubicBezTo>
                  <a:pt x="296" y="24"/>
                  <a:pt x="296" y="26"/>
                  <a:pt x="297" y="27"/>
                </a:cubicBezTo>
                <a:cubicBezTo>
                  <a:pt x="298" y="28"/>
                  <a:pt x="299" y="28"/>
                  <a:pt x="302" y="27"/>
                </a:cubicBezTo>
                <a:cubicBezTo>
                  <a:pt x="304" y="27"/>
                  <a:pt x="307" y="25"/>
                  <a:pt x="309" y="23"/>
                </a:cubicBezTo>
                <a:cubicBezTo>
                  <a:pt x="311" y="22"/>
                  <a:pt x="313" y="20"/>
                  <a:pt x="314" y="19"/>
                </a:cubicBezTo>
                <a:cubicBezTo>
                  <a:pt x="316" y="17"/>
                  <a:pt x="316" y="16"/>
                  <a:pt x="317" y="14"/>
                </a:cubicBezTo>
                <a:cubicBezTo>
                  <a:pt x="317" y="13"/>
                  <a:pt x="317" y="12"/>
                  <a:pt x="317" y="12"/>
                </a:cubicBezTo>
                <a:cubicBezTo>
                  <a:pt x="316" y="11"/>
                  <a:pt x="316" y="11"/>
                  <a:pt x="315" y="11"/>
                </a:cubicBezTo>
                <a:cubicBezTo>
                  <a:pt x="315" y="11"/>
                  <a:pt x="314" y="10"/>
                  <a:pt x="314" y="10"/>
                </a:cubicBezTo>
                <a:lnTo>
                  <a:pt x="308" y="15"/>
                </a:lnTo>
                <a:cubicBezTo>
                  <a:pt x="307" y="16"/>
                  <a:pt x="306" y="16"/>
                  <a:pt x="306" y="17"/>
                </a:cubicBezTo>
                <a:cubicBezTo>
                  <a:pt x="305" y="17"/>
                  <a:pt x="305" y="17"/>
                  <a:pt x="305" y="18"/>
                </a:cubicBezTo>
                <a:cubicBezTo>
                  <a:pt x="305" y="18"/>
                  <a:pt x="305" y="18"/>
                  <a:pt x="306" y="19"/>
                </a:cubicBezTo>
                <a:lnTo>
                  <a:pt x="305" y="19"/>
                </a:lnTo>
                <a:lnTo>
                  <a:pt x="302" y="15"/>
                </a:lnTo>
                <a:lnTo>
                  <a:pt x="303" y="15"/>
                </a:lnTo>
                <a:cubicBezTo>
                  <a:pt x="303" y="15"/>
                  <a:pt x="304" y="15"/>
                  <a:pt x="304" y="15"/>
                </a:cubicBezTo>
                <a:cubicBezTo>
                  <a:pt x="305" y="15"/>
                  <a:pt x="305" y="14"/>
                  <a:pt x="307" y="13"/>
                </a:cubicBezTo>
                <a:lnTo>
                  <a:pt x="313" y="9"/>
                </a:lnTo>
                <a:cubicBezTo>
                  <a:pt x="314" y="9"/>
                  <a:pt x="315" y="9"/>
                  <a:pt x="316" y="9"/>
                </a:cubicBezTo>
                <a:cubicBezTo>
                  <a:pt x="316" y="10"/>
                  <a:pt x="317" y="10"/>
                  <a:pt x="318" y="11"/>
                </a:cubicBezTo>
                <a:cubicBezTo>
                  <a:pt x="319" y="13"/>
                  <a:pt x="319" y="15"/>
                  <a:pt x="317" y="18"/>
                </a:cubicBezTo>
                <a:cubicBezTo>
                  <a:pt x="316" y="21"/>
                  <a:pt x="314" y="23"/>
                  <a:pt x="311" y="25"/>
                </a:cubicBezTo>
                <a:cubicBezTo>
                  <a:pt x="309" y="26"/>
                  <a:pt x="307" y="27"/>
                  <a:pt x="305" y="28"/>
                </a:cubicBezTo>
                <a:cubicBezTo>
                  <a:pt x="303" y="29"/>
                  <a:pt x="301" y="29"/>
                  <a:pt x="299" y="29"/>
                </a:cubicBezTo>
                <a:cubicBezTo>
                  <a:pt x="298" y="29"/>
                  <a:pt x="296" y="29"/>
                  <a:pt x="296" y="28"/>
                </a:cubicBezTo>
                <a:cubicBezTo>
                  <a:pt x="295" y="27"/>
                  <a:pt x="295" y="27"/>
                  <a:pt x="295" y="26"/>
                </a:cubicBezTo>
                <a:cubicBezTo>
                  <a:pt x="295" y="26"/>
                  <a:pt x="295" y="25"/>
                  <a:pt x="295" y="24"/>
                </a:cubicBezTo>
                <a:cubicBezTo>
                  <a:pt x="295" y="24"/>
                  <a:pt x="295" y="24"/>
                  <a:pt x="295" y="24"/>
                </a:cubicBezTo>
                <a:cubicBezTo>
                  <a:pt x="295" y="23"/>
                  <a:pt x="295" y="23"/>
                  <a:pt x="294" y="24"/>
                </a:cubicBezTo>
                <a:cubicBezTo>
                  <a:pt x="294" y="24"/>
                  <a:pt x="294" y="24"/>
                  <a:pt x="293" y="24"/>
                </a:cubicBezTo>
                <a:close/>
              </a:path>
              <a:path w="336" h="189">
                <a:moveTo>
                  <a:pt x="293" y="145"/>
                </a:moveTo>
                <a:lnTo>
                  <a:pt x="292" y="145"/>
                </a:lnTo>
                <a:lnTo>
                  <a:pt x="293" y="144"/>
                </a:lnTo>
                <a:cubicBezTo>
                  <a:pt x="293" y="144"/>
                  <a:pt x="293" y="144"/>
                  <a:pt x="293" y="143"/>
                </a:cubicBezTo>
                <a:cubicBezTo>
                  <a:pt x="293" y="143"/>
                  <a:pt x="292" y="142"/>
                  <a:pt x="292" y="141"/>
                </a:cubicBezTo>
                <a:lnTo>
                  <a:pt x="282" y="128"/>
                </a:lnTo>
                <a:cubicBezTo>
                  <a:pt x="281" y="126"/>
                  <a:pt x="280" y="126"/>
                  <a:pt x="280" y="126"/>
                </a:cubicBezTo>
                <a:cubicBezTo>
                  <a:pt x="279" y="125"/>
                  <a:pt x="279" y="125"/>
                  <a:pt x="278" y="126"/>
                </a:cubicBezTo>
                <a:lnTo>
                  <a:pt x="277" y="125"/>
                </a:lnTo>
                <a:lnTo>
                  <a:pt x="282" y="122"/>
                </a:lnTo>
                <a:cubicBezTo>
                  <a:pt x="283" y="121"/>
                  <a:pt x="284" y="120"/>
                  <a:pt x="286" y="121"/>
                </a:cubicBezTo>
                <a:cubicBezTo>
                  <a:pt x="287" y="121"/>
                  <a:pt x="288" y="121"/>
                  <a:pt x="290" y="123"/>
                </a:cubicBezTo>
                <a:cubicBezTo>
                  <a:pt x="292" y="124"/>
                  <a:pt x="293" y="125"/>
                  <a:pt x="295" y="128"/>
                </a:cubicBezTo>
                <a:cubicBezTo>
                  <a:pt x="297" y="130"/>
                  <a:pt x="299" y="133"/>
                  <a:pt x="299" y="135"/>
                </a:cubicBezTo>
                <a:cubicBezTo>
                  <a:pt x="300" y="138"/>
                  <a:pt x="299" y="140"/>
                  <a:pt x="297" y="142"/>
                </a:cubicBezTo>
                <a:lnTo>
                  <a:pt x="293" y="145"/>
                </a:lnTo>
                <a:close/>
                <a:moveTo>
                  <a:pt x="295" y="142"/>
                </a:moveTo>
                <a:cubicBezTo>
                  <a:pt x="295" y="141"/>
                  <a:pt x="296" y="141"/>
                  <a:pt x="296" y="141"/>
                </a:cubicBezTo>
                <a:cubicBezTo>
                  <a:pt x="298" y="140"/>
                  <a:pt x="298" y="139"/>
                  <a:pt x="297" y="136"/>
                </a:cubicBezTo>
                <a:cubicBezTo>
                  <a:pt x="297" y="134"/>
                  <a:pt x="296" y="132"/>
                  <a:pt x="293" y="129"/>
                </a:cubicBezTo>
                <a:cubicBezTo>
                  <a:pt x="291" y="126"/>
                  <a:pt x="289" y="124"/>
                  <a:pt x="287" y="123"/>
                </a:cubicBezTo>
                <a:cubicBezTo>
                  <a:pt x="285" y="122"/>
                  <a:pt x="284" y="122"/>
                  <a:pt x="283" y="123"/>
                </a:cubicBezTo>
                <a:cubicBezTo>
                  <a:pt x="282" y="123"/>
                  <a:pt x="282" y="124"/>
                  <a:pt x="281" y="125"/>
                </a:cubicBezTo>
                <a:lnTo>
                  <a:pt x="295" y="142"/>
                </a:lnTo>
                <a:close/>
              </a:path>
              <a:path w="336" h="189">
                <a:moveTo>
                  <a:pt x="266" y="134"/>
                </a:moveTo>
                <a:lnTo>
                  <a:pt x="268" y="132"/>
                </a:lnTo>
                <a:lnTo>
                  <a:pt x="286" y="143"/>
                </a:lnTo>
                <a:lnTo>
                  <a:pt x="277" y="131"/>
                </a:lnTo>
                <a:cubicBezTo>
                  <a:pt x="276" y="130"/>
                  <a:pt x="276" y="129"/>
                  <a:pt x="275" y="129"/>
                </a:cubicBezTo>
                <a:cubicBezTo>
                  <a:pt x="275" y="129"/>
                  <a:pt x="274" y="129"/>
                  <a:pt x="274" y="129"/>
                </a:cubicBezTo>
                <a:lnTo>
                  <a:pt x="273" y="129"/>
                </a:lnTo>
                <a:lnTo>
                  <a:pt x="277" y="126"/>
                </a:lnTo>
                <a:lnTo>
                  <a:pt x="277" y="127"/>
                </a:lnTo>
                <a:cubicBezTo>
                  <a:pt x="276" y="127"/>
                  <a:pt x="276" y="128"/>
                  <a:pt x="276" y="128"/>
                </a:cubicBezTo>
                <a:cubicBezTo>
                  <a:pt x="277" y="129"/>
                  <a:pt x="277" y="129"/>
                  <a:pt x="278" y="130"/>
                </a:cubicBezTo>
                <a:lnTo>
                  <a:pt x="291" y="147"/>
                </a:lnTo>
                <a:lnTo>
                  <a:pt x="290" y="148"/>
                </a:lnTo>
                <a:lnTo>
                  <a:pt x="272" y="136"/>
                </a:lnTo>
                <a:lnTo>
                  <a:pt x="281" y="149"/>
                </a:lnTo>
                <a:cubicBezTo>
                  <a:pt x="282" y="150"/>
                  <a:pt x="283" y="151"/>
                  <a:pt x="283" y="151"/>
                </a:cubicBezTo>
                <a:cubicBezTo>
                  <a:pt x="284" y="151"/>
                  <a:pt x="284" y="151"/>
                  <a:pt x="284" y="151"/>
                </a:cubicBezTo>
                <a:lnTo>
                  <a:pt x="285" y="151"/>
                </a:lnTo>
                <a:lnTo>
                  <a:pt x="282" y="154"/>
                </a:lnTo>
                <a:lnTo>
                  <a:pt x="281" y="153"/>
                </a:lnTo>
                <a:lnTo>
                  <a:pt x="282" y="153"/>
                </a:lnTo>
                <a:cubicBezTo>
                  <a:pt x="282" y="153"/>
                  <a:pt x="282" y="152"/>
                  <a:pt x="282" y="152"/>
                </a:cubicBezTo>
                <a:cubicBezTo>
                  <a:pt x="282" y="151"/>
                  <a:pt x="281" y="150"/>
                  <a:pt x="280" y="149"/>
                </a:cubicBezTo>
                <a:lnTo>
                  <a:pt x="270" y="135"/>
                </a:lnTo>
                <a:cubicBezTo>
                  <a:pt x="269" y="135"/>
                  <a:pt x="268" y="135"/>
                  <a:pt x="268" y="134"/>
                </a:cubicBezTo>
                <a:cubicBezTo>
                  <a:pt x="268" y="134"/>
                  <a:pt x="267" y="134"/>
                  <a:pt x="267" y="134"/>
                </a:cubicBezTo>
                <a:cubicBezTo>
                  <a:pt x="267" y="134"/>
                  <a:pt x="267" y="135"/>
                  <a:pt x="266" y="135"/>
                </a:cubicBezTo>
                <a:lnTo>
                  <a:pt x="266" y="134"/>
                </a:lnTo>
                <a:close/>
              </a:path>
              <a:path w="336" h="189">
                <a:moveTo>
                  <a:pt x="272" y="151"/>
                </a:moveTo>
                <a:lnTo>
                  <a:pt x="268" y="154"/>
                </a:lnTo>
                <a:lnTo>
                  <a:pt x="270" y="157"/>
                </a:lnTo>
                <a:cubicBezTo>
                  <a:pt x="270" y="158"/>
                  <a:pt x="270" y="159"/>
                  <a:pt x="271" y="159"/>
                </a:cubicBezTo>
                <a:cubicBezTo>
                  <a:pt x="271" y="160"/>
                  <a:pt x="271" y="160"/>
                  <a:pt x="272" y="160"/>
                </a:cubicBezTo>
                <a:cubicBezTo>
                  <a:pt x="272" y="160"/>
                  <a:pt x="272" y="160"/>
                  <a:pt x="273" y="160"/>
                </a:cubicBezTo>
                <a:lnTo>
                  <a:pt x="270" y="163"/>
                </a:lnTo>
                <a:lnTo>
                  <a:pt x="270" y="162"/>
                </a:lnTo>
                <a:cubicBezTo>
                  <a:pt x="270" y="162"/>
                  <a:pt x="270" y="161"/>
                  <a:pt x="270" y="161"/>
                </a:cubicBezTo>
                <a:cubicBezTo>
                  <a:pt x="270" y="160"/>
                  <a:pt x="270" y="159"/>
                  <a:pt x="269" y="157"/>
                </a:cubicBezTo>
                <a:lnTo>
                  <a:pt x="260" y="138"/>
                </a:lnTo>
                <a:lnTo>
                  <a:pt x="276" y="152"/>
                </a:lnTo>
                <a:cubicBezTo>
                  <a:pt x="277" y="153"/>
                  <a:pt x="278" y="154"/>
                  <a:pt x="279" y="154"/>
                </a:cubicBezTo>
                <a:cubicBezTo>
                  <a:pt x="279" y="154"/>
                  <a:pt x="280" y="154"/>
                  <a:pt x="280" y="154"/>
                </a:cubicBezTo>
                <a:lnTo>
                  <a:pt x="281" y="155"/>
                </a:lnTo>
                <a:lnTo>
                  <a:pt x="277" y="158"/>
                </a:lnTo>
                <a:lnTo>
                  <a:pt x="276" y="157"/>
                </a:lnTo>
                <a:cubicBezTo>
                  <a:pt x="277" y="157"/>
                  <a:pt x="277" y="156"/>
                  <a:pt x="277" y="156"/>
                </a:cubicBezTo>
                <a:cubicBezTo>
                  <a:pt x="277" y="156"/>
                  <a:pt x="277" y="155"/>
                  <a:pt x="276" y="155"/>
                </a:cubicBezTo>
                <a:cubicBezTo>
                  <a:pt x="276" y="155"/>
                  <a:pt x="276" y="154"/>
                  <a:pt x="275" y="153"/>
                </a:cubicBezTo>
                <a:lnTo>
                  <a:pt x="272" y="151"/>
                </a:lnTo>
                <a:close/>
                <a:moveTo>
                  <a:pt x="271" y="150"/>
                </a:moveTo>
                <a:lnTo>
                  <a:pt x="263" y="143"/>
                </a:lnTo>
                <a:lnTo>
                  <a:pt x="267" y="152"/>
                </a:lnTo>
                <a:lnTo>
                  <a:pt x="271" y="150"/>
                </a:lnTo>
                <a:close/>
              </a:path>
              <a:path w="336" h="189">
                <a:moveTo>
                  <a:pt x="319" y="86"/>
                </a:moveTo>
                <a:lnTo>
                  <a:pt x="320" y="81"/>
                </a:lnTo>
                <a:lnTo>
                  <a:pt x="313" y="79"/>
                </a:lnTo>
                <a:cubicBezTo>
                  <a:pt x="311" y="79"/>
                  <a:pt x="311" y="79"/>
                  <a:pt x="310" y="79"/>
                </a:cubicBezTo>
                <a:cubicBezTo>
                  <a:pt x="310" y="79"/>
                  <a:pt x="310" y="79"/>
                  <a:pt x="309" y="79"/>
                </a:cubicBezTo>
                <a:cubicBezTo>
                  <a:pt x="309" y="79"/>
                  <a:pt x="309" y="80"/>
                  <a:pt x="309" y="80"/>
                </a:cubicBezTo>
                <a:lnTo>
                  <a:pt x="308" y="80"/>
                </a:lnTo>
                <a:lnTo>
                  <a:pt x="309" y="75"/>
                </a:lnTo>
                <a:lnTo>
                  <a:pt x="310" y="75"/>
                </a:lnTo>
                <a:cubicBezTo>
                  <a:pt x="309" y="76"/>
                  <a:pt x="310" y="76"/>
                  <a:pt x="310" y="76"/>
                </a:cubicBezTo>
                <a:cubicBezTo>
                  <a:pt x="310" y="77"/>
                  <a:pt x="310" y="77"/>
                  <a:pt x="311" y="77"/>
                </a:cubicBezTo>
                <a:cubicBezTo>
                  <a:pt x="311" y="77"/>
                  <a:pt x="312" y="77"/>
                  <a:pt x="313" y="77"/>
                </a:cubicBezTo>
                <a:lnTo>
                  <a:pt x="330" y="80"/>
                </a:lnTo>
                <a:cubicBezTo>
                  <a:pt x="331" y="81"/>
                  <a:pt x="332" y="81"/>
                  <a:pt x="332" y="81"/>
                </a:cubicBezTo>
                <a:cubicBezTo>
                  <a:pt x="333" y="81"/>
                  <a:pt x="333" y="81"/>
                  <a:pt x="333" y="81"/>
                </a:cubicBezTo>
                <a:cubicBezTo>
                  <a:pt x="334" y="80"/>
                  <a:pt x="334" y="80"/>
                  <a:pt x="334" y="80"/>
                </a:cubicBezTo>
                <a:lnTo>
                  <a:pt x="334" y="79"/>
                </a:lnTo>
                <a:lnTo>
                  <a:pt x="335" y="80"/>
                </a:lnTo>
                <a:lnTo>
                  <a:pt x="334" y="85"/>
                </a:lnTo>
                <a:lnTo>
                  <a:pt x="333" y="85"/>
                </a:lnTo>
                <a:lnTo>
                  <a:pt x="333" y="84"/>
                </a:lnTo>
                <a:cubicBezTo>
                  <a:pt x="333" y="84"/>
                  <a:pt x="333" y="83"/>
                  <a:pt x="332" y="83"/>
                </a:cubicBezTo>
                <a:cubicBezTo>
                  <a:pt x="332" y="83"/>
                  <a:pt x="331" y="83"/>
                  <a:pt x="329" y="82"/>
                </a:cubicBezTo>
                <a:lnTo>
                  <a:pt x="322" y="81"/>
                </a:lnTo>
                <a:lnTo>
                  <a:pt x="320" y="87"/>
                </a:lnTo>
                <a:lnTo>
                  <a:pt x="328" y="88"/>
                </a:lnTo>
                <a:cubicBezTo>
                  <a:pt x="330" y="88"/>
                  <a:pt x="331" y="88"/>
                  <a:pt x="331" y="88"/>
                </a:cubicBezTo>
                <a:cubicBezTo>
                  <a:pt x="331" y="88"/>
                  <a:pt x="332" y="88"/>
                  <a:pt x="332" y="88"/>
                </a:cubicBezTo>
                <a:cubicBezTo>
                  <a:pt x="332" y="88"/>
                  <a:pt x="332" y="88"/>
                  <a:pt x="333" y="87"/>
                </a:cubicBezTo>
                <a:lnTo>
                  <a:pt x="332" y="92"/>
                </a:lnTo>
                <a:cubicBezTo>
                  <a:pt x="332" y="91"/>
                  <a:pt x="331" y="91"/>
                  <a:pt x="331" y="90"/>
                </a:cubicBezTo>
                <a:cubicBezTo>
                  <a:pt x="331" y="90"/>
                  <a:pt x="330" y="90"/>
                  <a:pt x="328" y="90"/>
                </a:cubicBezTo>
                <a:lnTo>
                  <a:pt x="311" y="87"/>
                </a:lnTo>
                <a:cubicBezTo>
                  <a:pt x="310" y="86"/>
                  <a:pt x="309" y="86"/>
                  <a:pt x="309" y="86"/>
                </a:cubicBezTo>
                <a:cubicBezTo>
                  <a:pt x="308" y="86"/>
                  <a:pt x="308" y="86"/>
                  <a:pt x="308" y="87"/>
                </a:cubicBezTo>
                <a:cubicBezTo>
                  <a:pt x="307" y="87"/>
                  <a:pt x="307" y="87"/>
                  <a:pt x="307" y="87"/>
                </a:cubicBezTo>
                <a:lnTo>
                  <a:pt x="307" y="88"/>
                </a:lnTo>
                <a:lnTo>
                  <a:pt x="306" y="88"/>
                </a:lnTo>
                <a:lnTo>
                  <a:pt x="307" y="82"/>
                </a:lnTo>
                <a:lnTo>
                  <a:pt x="308" y="82"/>
                </a:lnTo>
                <a:lnTo>
                  <a:pt x="308" y="83"/>
                </a:lnTo>
                <a:cubicBezTo>
                  <a:pt x="308" y="83"/>
                  <a:pt x="308" y="84"/>
                  <a:pt x="308" y="84"/>
                </a:cubicBezTo>
                <a:cubicBezTo>
                  <a:pt x="309" y="84"/>
                  <a:pt x="309" y="84"/>
                  <a:pt x="309" y="84"/>
                </a:cubicBezTo>
                <a:cubicBezTo>
                  <a:pt x="310" y="85"/>
                  <a:pt x="310" y="85"/>
                  <a:pt x="312" y="85"/>
                </a:cubicBezTo>
                <a:lnTo>
                  <a:pt x="319" y="86"/>
                </a:lnTo>
                <a:close/>
              </a:path>
              <a:path w="336" h="189">
                <a:moveTo>
                  <a:pt x="305" y="89"/>
                </a:moveTo>
                <a:lnTo>
                  <a:pt x="314" y="91"/>
                </a:lnTo>
                <a:cubicBezTo>
                  <a:pt x="311" y="91"/>
                  <a:pt x="309" y="91"/>
                  <a:pt x="308" y="92"/>
                </a:cubicBezTo>
                <a:cubicBezTo>
                  <a:pt x="307" y="92"/>
                  <a:pt x="306" y="93"/>
                  <a:pt x="306" y="94"/>
                </a:cubicBezTo>
                <a:cubicBezTo>
                  <a:pt x="305" y="95"/>
                  <a:pt x="306" y="95"/>
                  <a:pt x="306" y="96"/>
                </a:cubicBezTo>
                <a:cubicBezTo>
                  <a:pt x="307" y="97"/>
                  <a:pt x="308" y="98"/>
                  <a:pt x="310" y="99"/>
                </a:cubicBezTo>
                <a:cubicBezTo>
                  <a:pt x="312" y="99"/>
                  <a:pt x="314" y="100"/>
                  <a:pt x="317" y="101"/>
                </a:cubicBezTo>
                <a:cubicBezTo>
                  <a:pt x="320" y="101"/>
                  <a:pt x="322" y="101"/>
                  <a:pt x="323" y="101"/>
                </a:cubicBezTo>
                <a:cubicBezTo>
                  <a:pt x="325" y="101"/>
                  <a:pt x="327" y="101"/>
                  <a:pt x="328" y="100"/>
                </a:cubicBezTo>
                <a:cubicBezTo>
                  <a:pt x="329" y="100"/>
                  <a:pt x="329" y="99"/>
                  <a:pt x="330" y="98"/>
                </a:cubicBezTo>
                <a:cubicBezTo>
                  <a:pt x="330" y="97"/>
                  <a:pt x="330" y="97"/>
                  <a:pt x="329" y="96"/>
                </a:cubicBezTo>
                <a:cubicBezTo>
                  <a:pt x="328" y="95"/>
                  <a:pt x="327" y="94"/>
                  <a:pt x="325" y="93"/>
                </a:cubicBezTo>
                <a:lnTo>
                  <a:pt x="326" y="93"/>
                </a:lnTo>
                <a:cubicBezTo>
                  <a:pt x="328" y="94"/>
                  <a:pt x="329" y="95"/>
                  <a:pt x="330" y="96"/>
                </a:cubicBezTo>
                <a:cubicBezTo>
                  <a:pt x="331" y="97"/>
                  <a:pt x="331" y="98"/>
                  <a:pt x="331" y="99"/>
                </a:cubicBezTo>
                <a:cubicBezTo>
                  <a:pt x="331" y="101"/>
                  <a:pt x="329" y="102"/>
                  <a:pt x="325" y="103"/>
                </a:cubicBezTo>
                <a:cubicBezTo>
                  <a:pt x="323" y="103"/>
                  <a:pt x="320" y="103"/>
                  <a:pt x="317" y="103"/>
                </a:cubicBezTo>
                <a:cubicBezTo>
                  <a:pt x="314" y="102"/>
                  <a:pt x="312" y="101"/>
                  <a:pt x="310" y="100"/>
                </a:cubicBezTo>
                <a:cubicBezTo>
                  <a:pt x="308" y="99"/>
                  <a:pt x="306" y="98"/>
                  <a:pt x="305" y="97"/>
                </a:cubicBezTo>
                <a:cubicBezTo>
                  <a:pt x="304" y="96"/>
                  <a:pt x="304" y="95"/>
                  <a:pt x="304" y="94"/>
                </a:cubicBezTo>
                <a:cubicBezTo>
                  <a:pt x="304" y="93"/>
                  <a:pt x="305" y="92"/>
                  <a:pt x="306" y="91"/>
                </a:cubicBezTo>
                <a:cubicBezTo>
                  <a:pt x="306" y="91"/>
                  <a:pt x="307" y="91"/>
                  <a:pt x="307" y="91"/>
                </a:cubicBezTo>
                <a:cubicBezTo>
                  <a:pt x="307" y="91"/>
                  <a:pt x="307" y="90"/>
                  <a:pt x="306" y="90"/>
                </a:cubicBezTo>
                <a:cubicBezTo>
                  <a:pt x="306" y="90"/>
                  <a:pt x="306" y="90"/>
                  <a:pt x="305" y="90"/>
                </a:cubicBezTo>
                <a:lnTo>
                  <a:pt x="305" y="89"/>
                </a:lnTo>
                <a:close/>
              </a:path>
              <a:path w="336" h="189">
                <a:moveTo>
                  <a:pt x="300" y="104"/>
                </a:moveTo>
                <a:lnTo>
                  <a:pt x="309" y="109"/>
                </a:lnTo>
                <a:lnTo>
                  <a:pt x="311" y="106"/>
                </a:lnTo>
                <a:cubicBezTo>
                  <a:pt x="311" y="105"/>
                  <a:pt x="311" y="105"/>
                  <a:pt x="311" y="104"/>
                </a:cubicBezTo>
                <a:cubicBezTo>
                  <a:pt x="310" y="104"/>
                  <a:pt x="309" y="103"/>
                  <a:pt x="308" y="102"/>
                </a:cubicBezTo>
                <a:lnTo>
                  <a:pt x="317" y="106"/>
                </a:lnTo>
                <a:lnTo>
                  <a:pt x="316" y="106"/>
                </a:lnTo>
                <a:cubicBezTo>
                  <a:pt x="315" y="106"/>
                  <a:pt x="314" y="106"/>
                  <a:pt x="314" y="106"/>
                </a:cubicBezTo>
                <a:cubicBezTo>
                  <a:pt x="314" y="106"/>
                  <a:pt x="313" y="106"/>
                  <a:pt x="313" y="106"/>
                </a:cubicBezTo>
                <a:cubicBezTo>
                  <a:pt x="312" y="106"/>
                  <a:pt x="312" y="106"/>
                  <a:pt x="312" y="107"/>
                </a:cubicBezTo>
                <a:lnTo>
                  <a:pt x="311" y="109"/>
                </a:lnTo>
                <a:lnTo>
                  <a:pt x="319" y="113"/>
                </a:lnTo>
                <a:cubicBezTo>
                  <a:pt x="320" y="113"/>
                  <a:pt x="320" y="114"/>
                  <a:pt x="321" y="114"/>
                </a:cubicBezTo>
                <a:cubicBezTo>
                  <a:pt x="321" y="114"/>
                  <a:pt x="321" y="114"/>
                  <a:pt x="321" y="114"/>
                </a:cubicBezTo>
                <a:cubicBezTo>
                  <a:pt x="321" y="114"/>
                  <a:pt x="322" y="114"/>
                  <a:pt x="322" y="113"/>
                </a:cubicBezTo>
                <a:lnTo>
                  <a:pt x="323" y="111"/>
                </a:lnTo>
                <a:cubicBezTo>
                  <a:pt x="323" y="111"/>
                  <a:pt x="323" y="110"/>
                  <a:pt x="323" y="110"/>
                </a:cubicBezTo>
                <a:cubicBezTo>
                  <a:pt x="323" y="109"/>
                  <a:pt x="323" y="109"/>
                  <a:pt x="322" y="108"/>
                </a:cubicBezTo>
                <a:cubicBezTo>
                  <a:pt x="322" y="108"/>
                  <a:pt x="321" y="107"/>
                  <a:pt x="320" y="106"/>
                </a:cubicBezTo>
                <a:lnTo>
                  <a:pt x="320" y="105"/>
                </a:lnTo>
                <a:lnTo>
                  <a:pt x="325" y="109"/>
                </a:lnTo>
                <a:lnTo>
                  <a:pt x="321" y="118"/>
                </a:lnTo>
                <a:lnTo>
                  <a:pt x="320" y="118"/>
                </a:lnTo>
                <a:lnTo>
                  <a:pt x="321" y="118"/>
                </a:lnTo>
                <a:cubicBezTo>
                  <a:pt x="321" y="117"/>
                  <a:pt x="321" y="117"/>
                  <a:pt x="320" y="117"/>
                </a:cubicBezTo>
                <a:cubicBezTo>
                  <a:pt x="320" y="116"/>
                  <a:pt x="320" y="116"/>
                  <a:pt x="320" y="116"/>
                </a:cubicBezTo>
                <a:cubicBezTo>
                  <a:pt x="319" y="115"/>
                  <a:pt x="319" y="115"/>
                  <a:pt x="318" y="115"/>
                </a:cubicBezTo>
                <a:lnTo>
                  <a:pt x="302" y="107"/>
                </a:lnTo>
                <a:cubicBezTo>
                  <a:pt x="301" y="106"/>
                  <a:pt x="300" y="106"/>
                  <a:pt x="299" y="106"/>
                </a:cubicBezTo>
                <a:cubicBezTo>
                  <a:pt x="299" y="106"/>
                  <a:pt x="298" y="106"/>
                  <a:pt x="298" y="107"/>
                </a:cubicBezTo>
                <a:lnTo>
                  <a:pt x="297" y="107"/>
                </a:lnTo>
                <a:lnTo>
                  <a:pt x="301" y="98"/>
                </a:lnTo>
                <a:lnTo>
                  <a:pt x="307" y="100"/>
                </a:lnTo>
                <a:cubicBezTo>
                  <a:pt x="305" y="100"/>
                  <a:pt x="304" y="100"/>
                  <a:pt x="304" y="100"/>
                </a:cubicBezTo>
                <a:cubicBezTo>
                  <a:pt x="303" y="99"/>
                  <a:pt x="303" y="100"/>
                  <a:pt x="302" y="100"/>
                </a:cubicBezTo>
                <a:cubicBezTo>
                  <a:pt x="302" y="100"/>
                  <a:pt x="302" y="100"/>
                  <a:pt x="302" y="101"/>
                </a:cubicBezTo>
                <a:lnTo>
                  <a:pt x="300" y="104"/>
                </a:lnTo>
                <a:close/>
              </a:path>
              <a:path w="336" h="189">
                <a:moveTo>
                  <a:pt x="298" y="108"/>
                </a:moveTo>
                <a:lnTo>
                  <a:pt x="303" y="111"/>
                </a:lnTo>
                <a:cubicBezTo>
                  <a:pt x="302" y="111"/>
                  <a:pt x="301" y="110"/>
                  <a:pt x="301" y="110"/>
                </a:cubicBezTo>
                <a:cubicBezTo>
                  <a:pt x="300" y="110"/>
                  <a:pt x="299" y="110"/>
                  <a:pt x="299" y="110"/>
                </a:cubicBezTo>
                <a:cubicBezTo>
                  <a:pt x="299" y="110"/>
                  <a:pt x="298" y="111"/>
                  <a:pt x="298" y="111"/>
                </a:cubicBezTo>
                <a:lnTo>
                  <a:pt x="297" y="113"/>
                </a:lnTo>
                <a:lnTo>
                  <a:pt x="315" y="122"/>
                </a:lnTo>
                <a:cubicBezTo>
                  <a:pt x="316" y="123"/>
                  <a:pt x="317" y="123"/>
                  <a:pt x="318" y="123"/>
                </a:cubicBezTo>
                <a:cubicBezTo>
                  <a:pt x="318" y="123"/>
                  <a:pt x="319" y="123"/>
                  <a:pt x="319" y="123"/>
                </a:cubicBezTo>
                <a:lnTo>
                  <a:pt x="319" y="122"/>
                </a:lnTo>
                <a:lnTo>
                  <a:pt x="320" y="123"/>
                </a:lnTo>
                <a:lnTo>
                  <a:pt x="317" y="128"/>
                </a:lnTo>
                <a:lnTo>
                  <a:pt x="317" y="127"/>
                </a:lnTo>
                <a:cubicBezTo>
                  <a:pt x="317" y="126"/>
                  <a:pt x="317" y="126"/>
                  <a:pt x="317" y="125"/>
                </a:cubicBezTo>
                <a:cubicBezTo>
                  <a:pt x="316" y="125"/>
                  <a:pt x="315" y="124"/>
                  <a:pt x="314" y="124"/>
                </a:cubicBezTo>
                <a:lnTo>
                  <a:pt x="296" y="114"/>
                </a:lnTo>
                <a:lnTo>
                  <a:pt x="296" y="116"/>
                </a:lnTo>
                <a:cubicBezTo>
                  <a:pt x="295" y="116"/>
                  <a:pt x="295" y="117"/>
                  <a:pt x="295" y="117"/>
                </a:cubicBezTo>
                <a:cubicBezTo>
                  <a:pt x="295" y="117"/>
                  <a:pt x="296" y="118"/>
                  <a:pt x="296" y="118"/>
                </a:cubicBezTo>
                <a:cubicBezTo>
                  <a:pt x="297" y="119"/>
                  <a:pt x="297" y="120"/>
                  <a:pt x="298" y="120"/>
                </a:cubicBezTo>
                <a:lnTo>
                  <a:pt x="293" y="117"/>
                </a:lnTo>
                <a:lnTo>
                  <a:pt x="298" y="108"/>
                </a:lnTo>
                <a:close/>
              </a:path>
              <a:path w="336" h="189">
                <a:moveTo>
                  <a:pt x="307" y="54"/>
                </a:moveTo>
                <a:cubicBezTo>
                  <a:pt x="307" y="53"/>
                  <a:pt x="308" y="51"/>
                  <a:pt x="310" y="50"/>
                </a:cubicBezTo>
                <a:cubicBezTo>
                  <a:pt x="313" y="49"/>
                  <a:pt x="316" y="48"/>
                  <a:pt x="320" y="48"/>
                </a:cubicBezTo>
                <a:cubicBezTo>
                  <a:pt x="324" y="48"/>
                  <a:pt x="327" y="48"/>
                  <a:pt x="330" y="50"/>
                </a:cubicBezTo>
                <a:cubicBezTo>
                  <a:pt x="333" y="51"/>
                  <a:pt x="334" y="52"/>
                  <a:pt x="334" y="54"/>
                </a:cubicBezTo>
                <a:cubicBezTo>
                  <a:pt x="334" y="56"/>
                  <a:pt x="333" y="57"/>
                  <a:pt x="330" y="59"/>
                </a:cubicBezTo>
                <a:cubicBezTo>
                  <a:pt x="328" y="60"/>
                  <a:pt x="325" y="61"/>
                  <a:pt x="320" y="61"/>
                </a:cubicBezTo>
                <a:cubicBezTo>
                  <a:pt x="316" y="61"/>
                  <a:pt x="313" y="60"/>
                  <a:pt x="310" y="59"/>
                </a:cubicBezTo>
                <a:cubicBezTo>
                  <a:pt x="308" y="57"/>
                  <a:pt x="307" y="56"/>
                  <a:pt x="307" y="54"/>
                </a:cubicBezTo>
                <a:close/>
                <a:moveTo>
                  <a:pt x="308" y="55"/>
                </a:moveTo>
                <a:cubicBezTo>
                  <a:pt x="308" y="56"/>
                  <a:pt x="309" y="57"/>
                  <a:pt x="311" y="57"/>
                </a:cubicBezTo>
                <a:cubicBezTo>
                  <a:pt x="313" y="58"/>
                  <a:pt x="316" y="58"/>
                  <a:pt x="320" y="58"/>
                </a:cubicBezTo>
                <a:cubicBezTo>
                  <a:pt x="325" y="58"/>
                  <a:pt x="328" y="58"/>
                  <a:pt x="330" y="57"/>
                </a:cubicBezTo>
                <a:cubicBezTo>
                  <a:pt x="332" y="56"/>
                  <a:pt x="333" y="55"/>
                  <a:pt x="333" y="54"/>
                </a:cubicBezTo>
                <a:cubicBezTo>
                  <a:pt x="333" y="53"/>
                  <a:pt x="332" y="52"/>
                  <a:pt x="330" y="51"/>
                </a:cubicBezTo>
                <a:cubicBezTo>
                  <a:pt x="328" y="50"/>
                  <a:pt x="325" y="50"/>
                  <a:pt x="321" y="50"/>
                </a:cubicBezTo>
                <a:cubicBezTo>
                  <a:pt x="316" y="50"/>
                  <a:pt x="313" y="51"/>
                  <a:pt x="311" y="52"/>
                </a:cubicBezTo>
                <a:cubicBezTo>
                  <a:pt x="309" y="52"/>
                  <a:pt x="308" y="53"/>
                  <a:pt x="308" y="55"/>
                </a:cubicBezTo>
                <a:close/>
              </a:path>
              <a:path w="336" h="189">
                <a:moveTo>
                  <a:pt x="310" y="75"/>
                </a:moveTo>
                <a:lnTo>
                  <a:pt x="310" y="71"/>
                </a:lnTo>
                <a:lnTo>
                  <a:pt x="329" y="63"/>
                </a:lnTo>
                <a:lnTo>
                  <a:pt x="314" y="63"/>
                </a:lnTo>
                <a:cubicBezTo>
                  <a:pt x="313" y="63"/>
                  <a:pt x="312" y="63"/>
                  <a:pt x="311" y="63"/>
                </a:cubicBezTo>
                <a:cubicBezTo>
                  <a:pt x="311" y="63"/>
                  <a:pt x="310" y="64"/>
                  <a:pt x="310" y="64"/>
                </a:cubicBezTo>
                <a:lnTo>
                  <a:pt x="310" y="65"/>
                </a:lnTo>
                <a:lnTo>
                  <a:pt x="310" y="60"/>
                </a:lnTo>
                <a:lnTo>
                  <a:pt x="310" y="61"/>
                </a:lnTo>
                <a:cubicBezTo>
                  <a:pt x="310" y="61"/>
                  <a:pt x="311" y="62"/>
                  <a:pt x="311" y="62"/>
                </a:cubicBezTo>
                <a:cubicBezTo>
                  <a:pt x="312" y="62"/>
                  <a:pt x="313" y="62"/>
                  <a:pt x="314" y="62"/>
                </a:cubicBezTo>
                <a:lnTo>
                  <a:pt x="336" y="62"/>
                </a:lnTo>
                <a:lnTo>
                  <a:pt x="315" y="71"/>
                </a:lnTo>
                <a:lnTo>
                  <a:pt x="332" y="71"/>
                </a:lnTo>
                <a:cubicBezTo>
                  <a:pt x="333" y="71"/>
                  <a:pt x="334" y="71"/>
                  <a:pt x="335" y="70"/>
                </a:cubicBezTo>
                <a:cubicBezTo>
                  <a:pt x="335" y="70"/>
                  <a:pt x="335" y="70"/>
                  <a:pt x="335" y="69"/>
                </a:cubicBezTo>
                <a:lnTo>
                  <a:pt x="336" y="69"/>
                </a:lnTo>
                <a:lnTo>
                  <a:pt x="336" y="73"/>
                </a:lnTo>
                <a:lnTo>
                  <a:pt x="335" y="73"/>
                </a:lnTo>
                <a:cubicBezTo>
                  <a:pt x="335" y="72"/>
                  <a:pt x="335" y="72"/>
                  <a:pt x="334" y="72"/>
                </a:cubicBezTo>
                <a:cubicBezTo>
                  <a:pt x="334" y="72"/>
                  <a:pt x="333" y="72"/>
                  <a:pt x="332" y="72"/>
                </a:cubicBezTo>
                <a:lnTo>
                  <a:pt x="313" y="72"/>
                </a:lnTo>
                <a:cubicBezTo>
                  <a:pt x="312" y="72"/>
                  <a:pt x="312" y="73"/>
                  <a:pt x="311" y="73"/>
                </a:cubicBezTo>
                <a:cubicBezTo>
                  <a:pt x="311" y="73"/>
                  <a:pt x="311" y="73"/>
                  <a:pt x="311" y="74"/>
                </a:cubicBezTo>
                <a:cubicBezTo>
                  <a:pt x="311" y="74"/>
                  <a:pt x="311" y="74"/>
                  <a:pt x="311" y="75"/>
                </a:cubicBezTo>
                <a:lnTo>
                  <a:pt x="310" y="75"/>
                </a:lnTo>
                <a:close/>
              </a:path>
              <a:path w="336" h="189">
                <a:moveTo>
                  <a:pt x="301" y="38"/>
                </a:moveTo>
                <a:cubicBezTo>
                  <a:pt x="300" y="36"/>
                  <a:pt x="301" y="34"/>
                  <a:pt x="303" y="32"/>
                </a:cubicBezTo>
                <a:cubicBezTo>
                  <a:pt x="305" y="30"/>
                  <a:pt x="307" y="28"/>
                  <a:pt x="311" y="27"/>
                </a:cubicBezTo>
                <a:cubicBezTo>
                  <a:pt x="315" y="25"/>
                  <a:pt x="318" y="25"/>
                  <a:pt x="321" y="25"/>
                </a:cubicBezTo>
                <a:cubicBezTo>
                  <a:pt x="324" y="25"/>
                  <a:pt x="326" y="26"/>
                  <a:pt x="326" y="27"/>
                </a:cubicBezTo>
                <a:cubicBezTo>
                  <a:pt x="327" y="29"/>
                  <a:pt x="326" y="31"/>
                  <a:pt x="325" y="33"/>
                </a:cubicBezTo>
                <a:cubicBezTo>
                  <a:pt x="323" y="35"/>
                  <a:pt x="320" y="37"/>
                  <a:pt x="316" y="39"/>
                </a:cubicBezTo>
                <a:cubicBezTo>
                  <a:pt x="312" y="40"/>
                  <a:pt x="309" y="41"/>
                  <a:pt x="306" y="41"/>
                </a:cubicBezTo>
                <a:cubicBezTo>
                  <a:pt x="303" y="40"/>
                  <a:pt x="302" y="39"/>
                  <a:pt x="301" y="38"/>
                </a:cubicBezTo>
                <a:close/>
                <a:moveTo>
                  <a:pt x="302" y="38"/>
                </a:moveTo>
                <a:cubicBezTo>
                  <a:pt x="303" y="39"/>
                  <a:pt x="304" y="39"/>
                  <a:pt x="306" y="39"/>
                </a:cubicBezTo>
                <a:cubicBezTo>
                  <a:pt x="308" y="39"/>
                  <a:pt x="311" y="38"/>
                  <a:pt x="315" y="37"/>
                </a:cubicBezTo>
                <a:cubicBezTo>
                  <a:pt x="319" y="35"/>
                  <a:pt x="322" y="33"/>
                  <a:pt x="324" y="31"/>
                </a:cubicBezTo>
                <a:cubicBezTo>
                  <a:pt x="325" y="30"/>
                  <a:pt x="326" y="29"/>
                  <a:pt x="325" y="28"/>
                </a:cubicBezTo>
                <a:cubicBezTo>
                  <a:pt x="325" y="27"/>
                  <a:pt x="323" y="26"/>
                  <a:pt x="321" y="26"/>
                </a:cubicBezTo>
                <a:cubicBezTo>
                  <a:pt x="319" y="26"/>
                  <a:pt x="316" y="27"/>
                  <a:pt x="312" y="29"/>
                </a:cubicBezTo>
                <a:cubicBezTo>
                  <a:pt x="308" y="30"/>
                  <a:pt x="305" y="32"/>
                  <a:pt x="304" y="34"/>
                </a:cubicBezTo>
                <a:cubicBezTo>
                  <a:pt x="302" y="35"/>
                  <a:pt x="302" y="36"/>
                  <a:pt x="302" y="38"/>
                </a:cubicBezTo>
                <a:close/>
              </a:path>
              <a:path w="336" h="189">
                <a:moveTo>
                  <a:pt x="323" y="35"/>
                </a:moveTo>
                <a:lnTo>
                  <a:pt x="324" y="35"/>
                </a:lnTo>
                <a:lnTo>
                  <a:pt x="331" y="35"/>
                </a:lnTo>
                <a:lnTo>
                  <a:pt x="332" y="45"/>
                </a:lnTo>
                <a:cubicBezTo>
                  <a:pt x="331" y="44"/>
                  <a:pt x="331" y="44"/>
                  <a:pt x="330" y="44"/>
                </a:cubicBezTo>
                <a:cubicBezTo>
                  <a:pt x="330" y="44"/>
                  <a:pt x="329" y="44"/>
                  <a:pt x="327" y="44"/>
                </a:cubicBezTo>
                <a:lnTo>
                  <a:pt x="311" y="47"/>
                </a:lnTo>
                <a:cubicBezTo>
                  <a:pt x="309" y="47"/>
                  <a:pt x="308" y="47"/>
                  <a:pt x="308" y="47"/>
                </a:cubicBezTo>
                <a:cubicBezTo>
                  <a:pt x="307" y="48"/>
                  <a:pt x="307" y="48"/>
                  <a:pt x="307" y="49"/>
                </a:cubicBezTo>
                <a:lnTo>
                  <a:pt x="306" y="49"/>
                </a:lnTo>
                <a:lnTo>
                  <a:pt x="305" y="43"/>
                </a:lnTo>
                <a:lnTo>
                  <a:pt x="306" y="43"/>
                </a:lnTo>
                <a:cubicBezTo>
                  <a:pt x="306" y="44"/>
                  <a:pt x="306" y="44"/>
                  <a:pt x="307" y="45"/>
                </a:cubicBezTo>
                <a:cubicBezTo>
                  <a:pt x="307" y="45"/>
                  <a:pt x="307" y="45"/>
                  <a:pt x="308" y="45"/>
                </a:cubicBezTo>
                <a:cubicBezTo>
                  <a:pt x="308" y="45"/>
                  <a:pt x="309" y="45"/>
                  <a:pt x="311" y="45"/>
                </a:cubicBezTo>
                <a:lnTo>
                  <a:pt x="327" y="42"/>
                </a:lnTo>
                <a:cubicBezTo>
                  <a:pt x="328" y="42"/>
                  <a:pt x="329" y="42"/>
                  <a:pt x="329" y="42"/>
                </a:cubicBezTo>
                <a:cubicBezTo>
                  <a:pt x="330" y="41"/>
                  <a:pt x="330" y="41"/>
                  <a:pt x="330" y="41"/>
                </a:cubicBezTo>
                <a:cubicBezTo>
                  <a:pt x="330" y="41"/>
                  <a:pt x="330" y="40"/>
                  <a:pt x="330" y="40"/>
                </a:cubicBezTo>
                <a:lnTo>
                  <a:pt x="330" y="39"/>
                </a:lnTo>
                <a:cubicBezTo>
                  <a:pt x="330" y="38"/>
                  <a:pt x="329" y="37"/>
                  <a:pt x="329" y="37"/>
                </a:cubicBezTo>
                <a:cubicBezTo>
                  <a:pt x="329" y="36"/>
                  <a:pt x="328" y="36"/>
                  <a:pt x="327" y="36"/>
                </a:cubicBezTo>
                <a:cubicBezTo>
                  <a:pt x="326" y="36"/>
                  <a:pt x="325" y="35"/>
                  <a:pt x="323" y="35"/>
                </a:cubicBezTo>
                <a:close/>
              </a:path>
              <a:path w="336" h="189">
                <a:moveTo>
                  <a:pt x="286" y="18"/>
                </a:moveTo>
                <a:lnTo>
                  <a:pt x="283" y="14"/>
                </a:lnTo>
                <a:lnTo>
                  <a:pt x="284" y="14"/>
                </a:lnTo>
                <a:cubicBezTo>
                  <a:pt x="284" y="14"/>
                  <a:pt x="284" y="14"/>
                  <a:pt x="285" y="14"/>
                </a:cubicBezTo>
                <a:cubicBezTo>
                  <a:pt x="285" y="14"/>
                  <a:pt x="285" y="14"/>
                  <a:pt x="286" y="14"/>
                </a:cubicBezTo>
                <a:cubicBezTo>
                  <a:pt x="287" y="14"/>
                  <a:pt x="288" y="14"/>
                  <a:pt x="289" y="13"/>
                </a:cubicBezTo>
                <a:lnTo>
                  <a:pt x="298" y="9"/>
                </a:lnTo>
                <a:lnTo>
                  <a:pt x="303" y="4"/>
                </a:lnTo>
                <a:cubicBezTo>
                  <a:pt x="304" y="3"/>
                  <a:pt x="305" y="3"/>
                  <a:pt x="305" y="2"/>
                </a:cubicBezTo>
                <a:cubicBezTo>
                  <a:pt x="306" y="2"/>
                  <a:pt x="306" y="1"/>
                  <a:pt x="305" y="1"/>
                </a:cubicBezTo>
                <a:lnTo>
                  <a:pt x="305" y="0"/>
                </a:lnTo>
                <a:lnTo>
                  <a:pt x="309" y="4"/>
                </a:lnTo>
                <a:lnTo>
                  <a:pt x="309" y="5"/>
                </a:lnTo>
                <a:lnTo>
                  <a:pt x="308" y="4"/>
                </a:lnTo>
                <a:cubicBezTo>
                  <a:pt x="308" y="4"/>
                  <a:pt x="307" y="4"/>
                  <a:pt x="307" y="4"/>
                </a:cubicBezTo>
                <a:cubicBezTo>
                  <a:pt x="306" y="4"/>
                  <a:pt x="306" y="5"/>
                  <a:pt x="304" y="6"/>
                </a:cubicBezTo>
                <a:lnTo>
                  <a:pt x="300" y="10"/>
                </a:lnTo>
                <a:lnTo>
                  <a:pt x="294" y="20"/>
                </a:lnTo>
                <a:cubicBezTo>
                  <a:pt x="293" y="21"/>
                  <a:pt x="293" y="22"/>
                  <a:pt x="293" y="22"/>
                </a:cubicBezTo>
                <a:cubicBezTo>
                  <a:pt x="293" y="23"/>
                  <a:pt x="293" y="23"/>
                  <a:pt x="292" y="24"/>
                </a:cubicBezTo>
                <a:cubicBezTo>
                  <a:pt x="292" y="24"/>
                  <a:pt x="293" y="24"/>
                  <a:pt x="293" y="24"/>
                </a:cubicBezTo>
                <a:lnTo>
                  <a:pt x="292" y="25"/>
                </a:lnTo>
                <a:lnTo>
                  <a:pt x="288" y="21"/>
                </a:lnTo>
                <a:lnTo>
                  <a:pt x="289" y="20"/>
                </a:lnTo>
                <a:cubicBezTo>
                  <a:pt x="289" y="21"/>
                  <a:pt x="290" y="21"/>
                  <a:pt x="290" y="21"/>
                </a:cubicBezTo>
                <a:cubicBezTo>
                  <a:pt x="290" y="21"/>
                  <a:pt x="291" y="20"/>
                  <a:pt x="291" y="20"/>
                </a:cubicBezTo>
                <a:cubicBezTo>
                  <a:pt x="292" y="20"/>
                  <a:pt x="292" y="19"/>
                  <a:pt x="293" y="18"/>
                </a:cubicBezTo>
                <a:lnTo>
                  <a:pt x="297" y="10"/>
                </a:lnTo>
                <a:lnTo>
                  <a:pt x="290" y="14"/>
                </a:lnTo>
                <a:cubicBezTo>
                  <a:pt x="288" y="14"/>
                  <a:pt x="288" y="15"/>
                  <a:pt x="287" y="15"/>
                </a:cubicBezTo>
                <a:cubicBezTo>
                  <a:pt x="287" y="15"/>
                  <a:pt x="287" y="16"/>
                  <a:pt x="286" y="16"/>
                </a:cubicBezTo>
                <a:cubicBezTo>
                  <a:pt x="286" y="16"/>
                  <a:pt x="286" y="16"/>
                  <a:pt x="286" y="17"/>
                </a:cubicBezTo>
                <a:cubicBezTo>
                  <a:pt x="286" y="17"/>
                  <a:pt x="286" y="17"/>
                  <a:pt x="287" y="17"/>
                </a:cubicBezTo>
                <a:lnTo>
                  <a:pt x="286" y="18"/>
                </a:lnTo>
                <a:close/>
              </a:path>
              <a:path w="336" h="189">
                <a:moveTo>
                  <a:pt x="35" y="20"/>
                </a:moveTo>
                <a:lnTo>
                  <a:pt x="32" y="25"/>
                </a:lnTo>
                <a:lnTo>
                  <a:pt x="39" y="29"/>
                </a:lnTo>
                <a:cubicBezTo>
                  <a:pt x="40" y="29"/>
                  <a:pt x="41" y="30"/>
                  <a:pt x="41" y="30"/>
                </a:cubicBezTo>
                <a:cubicBezTo>
                  <a:pt x="42" y="30"/>
                  <a:pt x="42" y="30"/>
                  <a:pt x="42" y="30"/>
                </a:cubicBezTo>
                <a:cubicBezTo>
                  <a:pt x="43" y="30"/>
                  <a:pt x="43" y="30"/>
                  <a:pt x="43" y="29"/>
                </a:cubicBezTo>
                <a:lnTo>
                  <a:pt x="44" y="29"/>
                </a:lnTo>
                <a:lnTo>
                  <a:pt x="41" y="34"/>
                </a:lnTo>
                <a:lnTo>
                  <a:pt x="41" y="33"/>
                </a:lnTo>
                <a:cubicBezTo>
                  <a:pt x="41" y="33"/>
                  <a:pt x="41" y="33"/>
                  <a:pt x="41" y="33"/>
                </a:cubicBezTo>
                <a:cubicBezTo>
                  <a:pt x="41" y="32"/>
                  <a:pt x="41" y="32"/>
                  <a:pt x="40" y="32"/>
                </a:cubicBezTo>
                <a:cubicBezTo>
                  <a:pt x="40" y="31"/>
                  <a:pt x="39" y="31"/>
                  <a:pt x="38" y="30"/>
                </a:cubicBezTo>
                <a:lnTo>
                  <a:pt x="23" y="22"/>
                </a:lnTo>
                <a:cubicBezTo>
                  <a:pt x="22" y="21"/>
                  <a:pt x="21" y="21"/>
                  <a:pt x="21" y="21"/>
                </a:cubicBezTo>
                <a:cubicBezTo>
                  <a:pt x="21" y="21"/>
                  <a:pt x="20" y="21"/>
                  <a:pt x="20" y="21"/>
                </a:cubicBezTo>
                <a:cubicBezTo>
                  <a:pt x="19" y="21"/>
                  <a:pt x="19" y="21"/>
                  <a:pt x="19" y="21"/>
                </a:cubicBezTo>
                <a:lnTo>
                  <a:pt x="19" y="22"/>
                </a:lnTo>
                <a:lnTo>
                  <a:pt x="18" y="21"/>
                </a:lnTo>
                <a:lnTo>
                  <a:pt x="21" y="17"/>
                </a:lnTo>
                <a:lnTo>
                  <a:pt x="22" y="17"/>
                </a:lnTo>
                <a:lnTo>
                  <a:pt x="21" y="17"/>
                </a:lnTo>
                <a:cubicBezTo>
                  <a:pt x="21" y="18"/>
                  <a:pt x="21" y="18"/>
                  <a:pt x="22" y="19"/>
                </a:cubicBezTo>
                <a:cubicBezTo>
                  <a:pt x="22" y="19"/>
                  <a:pt x="23" y="20"/>
                  <a:pt x="24" y="20"/>
                </a:cubicBezTo>
                <a:lnTo>
                  <a:pt x="31" y="24"/>
                </a:lnTo>
                <a:lnTo>
                  <a:pt x="34" y="19"/>
                </a:lnTo>
                <a:lnTo>
                  <a:pt x="27" y="15"/>
                </a:lnTo>
                <a:cubicBezTo>
                  <a:pt x="26" y="15"/>
                  <a:pt x="25" y="14"/>
                  <a:pt x="25" y="14"/>
                </a:cubicBezTo>
                <a:cubicBezTo>
                  <a:pt x="24" y="14"/>
                  <a:pt x="24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lnTo>
                  <a:pt x="23" y="15"/>
                </a:lnTo>
                <a:lnTo>
                  <a:pt x="22" y="15"/>
                </a:lnTo>
                <a:lnTo>
                  <a:pt x="25" y="10"/>
                </a:lnTo>
                <a:cubicBezTo>
                  <a:pt x="25" y="11"/>
                  <a:pt x="25" y="11"/>
                  <a:pt x="25" y="12"/>
                </a:cubicBezTo>
                <a:cubicBezTo>
                  <a:pt x="26" y="12"/>
                  <a:pt x="27" y="13"/>
                  <a:pt x="28" y="14"/>
                </a:cubicBezTo>
                <a:lnTo>
                  <a:pt x="43" y="22"/>
                </a:lnTo>
                <a:cubicBezTo>
                  <a:pt x="44" y="22"/>
                  <a:pt x="45" y="23"/>
                  <a:pt x="45" y="23"/>
                </a:cubicBezTo>
                <a:cubicBezTo>
                  <a:pt x="45" y="23"/>
                  <a:pt x="46" y="23"/>
                  <a:pt x="46" y="23"/>
                </a:cubicBezTo>
                <a:cubicBezTo>
                  <a:pt x="46" y="23"/>
                  <a:pt x="47" y="23"/>
                  <a:pt x="47" y="23"/>
                </a:cubicBezTo>
                <a:lnTo>
                  <a:pt x="47" y="22"/>
                </a:lnTo>
                <a:lnTo>
                  <a:pt x="48" y="22"/>
                </a:lnTo>
                <a:lnTo>
                  <a:pt x="45" y="27"/>
                </a:lnTo>
                <a:lnTo>
                  <a:pt x="44" y="27"/>
                </a:lnTo>
                <a:lnTo>
                  <a:pt x="45" y="27"/>
                </a:lnTo>
                <a:cubicBezTo>
                  <a:pt x="45" y="26"/>
                  <a:pt x="45" y="26"/>
                  <a:pt x="45" y="26"/>
                </a:cubicBezTo>
                <a:cubicBezTo>
                  <a:pt x="45" y="25"/>
                  <a:pt x="44" y="25"/>
                  <a:pt x="44" y="25"/>
                </a:cubicBezTo>
                <a:cubicBezTo>
                  <a:pt x="44" y="25"/>
                  <a:pt x="43" y="24"/>
                  <a:pt x="42" y="23"/>
                </a:cubicBezTo>
                <a:lnTo>
                  <a:pt x="35" y="20"/>
                </a:lnTo>
                <a:close/>
              </a:path>
              <a:path w="336" h="189">
                <a:moveTo>
                  <a:pt x="36" y="43"/>
                </a:moveTo>
                <a:lnTo>
                  <a:pt x="36" y="43"/>
                </a:lnTo>
                <a:lnTo>
                  <a:pt x="34" y="47"/>
                </a:lnTo>
                <a:lnTo>
                  <a:pt x="33" y="47"/>
                </a:lnTo>
                <a:lnTo>
                  <a:pt x="34" y="47"/>
                </a:lnTo>
                <a:cubicBezTo>
                  <a:pt x="34" y="46"/>
                  <a:pt x="34" y="46"/>
                  <a:pt x="33" y="45"/>
                </a:cubicBezTo>
                <a:cubicBezTo>
                  <a:pt x="33" y="45"/>
                  <a:pt x="32" y="44"/>
                  <a:pt x="31" y="43"/>
                </a:cubicBezTo>
                <a:lnTo>
                  <a:pt x="21" y="38"/>
                </a:lnTo>
                <a:cubicBezTo>
                  <a:pt x="19" y="37"/>
                  <a:pt x="17" y="36"/>
                  <a:pt x="16" y="35"/>
                </a:cubicBezTo>
                <a:cubicBezTo>
                  <a:pt x="15" y="34"/>
                  <a:pt x="14" y="33"/>
                  <a:pt x="14" y="32"/>
                </a:cubicBezTo>
                <a:cubicBezTo>
                  <a:pt x="13" y="30"/>
                  <a:pt x="13" y="29"/>
                  <a:pt x="14" y="28"/>
                </a:cubicBezTo>
                <a:cubicBezTo>
                  <a:pt x="14" y="27"/>
                  <a:pt x="15" y="26"/>
                  <a:pt x="17" y="26"/>
                </a:cubicBezTo>
                <a:cubicBezTo>
                  <a:pt x="18" y="26"/>
                  <a:pt x="19" y="26"/>
                  <a:pt x="21" y="27"/>
                </a:cubicBezTo>
                <a:cubicBezTo>
                  <a:pt x="22" y="27"/>
                  <a:pt x="24" y="28"/>
                  <a:pt x="27" y="30"/>
                </a:cubicBezTo>
                <a:lnTo>
                  <a:pt x="36" y="35"/>
                </a:lnTo>
                <a:cubicBezTo>
                  <a:pt x="37" y="35"/>
                  <a:pt x="38" y="36"/>
                  <a:pt x="39" y="36"/>
                </a:cubicBezTo>
                <a:cubicBezTo>
                  <a:pt x="39" y="36"/>
                  <a:pt x="40" y="36"/>
                  <a:pt x="40" y="35"/>
                </a:cubicBezTo>
                <a:lnTo>
                  <a:pt x="41" y="35"/>
                </a:lnTo>
                <a:lnTo>
                  <a:pt x="38" y="40"/>
                </a:lnTo>
                <a:lnTo>
                  <a:pt x="37" y="40"/>
                </a:lnTo>
                <a:lnTo>
                  <a:pt x="38" y="39"/>
                </a:lnTo>
                <a:cubicBezTo>
                  <a:pt x="38" y="39"/>
                  <a:pt x="38" y="38"/>
                  <a:pt x="37" y="38"/>
                </a:cubicBezTo>
                <a:cubicBezTo>
                  <a:pt x="37" y="37"/>
                  <a:pt x="36" y="37"/>
                  <a:pt x="35" y="36"/>
                </a:cubicBezTo>
                <a:lnTo>
                  <a:pt x="25" y="31"/>
                </a:lnTo>
                <a:cubicBezTo>
                  <a:pt x="24" y="30"/>
                  <a:pt x="23" y="30"/>
                  <a:pt x="22" y="29"/>
                </a:cubicBezTo>
                <a:cubicBezTo>
                  <a:pt x="20" y="28"/>
                  <a:pt x="19" y="28"/>
                  <a:pt x="19" y="28"/>
                </a:cubicBezTo>
                <a:cubicBezTo>
                  <a:pt x="18" y="28"/>
                  <a:pt x="17" y="28"/>
                  <a:pt x="17" y="28"/>
                </a:cubicBezTo>
                <a:cubicBezTo>
                  <a:pt x="16" y="28"/>
                  <a:pt x="15" y="29"/>
                  <a:pt x="15" y="29"/>
                </a:cubicBezTo>
                <a:cubicBezTo>
                  <a:pt x="15" y="30"/>
                  <a:pt x="15" y="31"/>
                  <a:pt x="15" y="32"/>
                </a:cubicBezTo>
                <a:cubicBezTo>
                  <a:pt x="15" y="33"/>
                  <a:pt x="16" y="33"/>
                  <a:pt x="17" y="34"/>
                </a:cubicBezTo>
                <a:cubicBezTo>
                  <a:pt x="18" y="35"/>
                  <a:pt x="19" y="36"/>
                  <a:pt x="22" y="37"/>
                </a:cubicBezTo>
                <a:lnTo>
                  <a:pt x="31" y="43"/>
                </a:lnTo>
                <a:cubicBezTo>
                  <a:pt x="33" y="43"/>
                  <a:pt x="34" y="44"/>
                  <a:pt x="34" y="44"/>
                </a:cubicBezTo>
                <a:cubicBezTo>
                  <a:pt x="35" y="44"/>
                  <a:pt x="35" y="44"/>
                  <a:pt x="35" y="43"/>
                </a:cubicBezTo>
                <a:lnTo>
                  <a:pt x="36" y="43"/>
                </a:lnTo>
                <a:close/>
              </a:path>
              <a:path w="336" h="189">
                <a:moveTo>
                  <a:pt x="15" y="45"/>
                </a:moveTo>
                <a:lnTo>
                  <a:pt x="16" y="40"/>
                </a:lnTo>
                <a:lnTo>
                  <a:pt x="13" y="38"/>
                </a:lnTo>
                <a:cubicBezTo>
                  <a:pt x="12" y="37"/>
                  <a:pt x="11" y="37"/>
                  <a:pt x="11" y="37"/>
                </a:cubicBezTo>
                <a:cubicBezTo>
                  <a:pt x="11" y="37"/>
                  <a:pt x="10" y="37"/>
                  <a:pt x="10" y="37"/>
                </a:cubicBezTo>
                <a:cubicBezTo>
                  <a:pt x="9" y="37"/>
                  <a:pt x="9" y="37"/>
                  <a:pt x="9" y="38"/>
                </a:cubicBezTo>
                <a:lnTo>
                  <a:pt x="8" y="37"/>
                </a:lnTo>
                <a:lnTo>
                  <a:pt x="10" y="33"/>
                </a:lnTo>
                <a:lnTo>
                  <a:pt x="10" y="34"/>
                </a:lnTo>
                <a:cubicBezTo>
                  <a:pt x="10" y="34"/>
                  <a:pt x="10" y="35"/>
                  <a:pt x="11" y="35"/>
                </a:cubicBezTo>
                <a:cubicBezTo>
                  <a:pt x="11" y="36"/>
                  <a:pt x="12" y="36"/>
                  <a:pt x="14" y="37"/>
                </a:cubicBezTo>
                <a:lnTo>
                  <a:pt x="32" y="50"/>
                </a:lnTo>
                <a:lnTo>
                  <a:pt x="10" y="46"/>
                </a:lnTo>
                <a:cubicBezTo>
                  <a:pt x="8" y="46"/>
                  <a:pt x="7" y="46"/>
                  <a:pt x="7" y="46"/>
                </a:cubicBezTo>
                <a:cubicBezTo>
                  <a:pt x="6" y="46"/>
                  <a:pt x="6" y="46"/>
                  <a:pt x="5" y="47"/>
                </a:cubicBezTo>
                <a:lnTo>
                  <a:pt x="5" y="46"/>
                </a:lnTo>
                <a:lnTo>
                  <a:pt x="6" y="42"/>
                </a:lnTo>
                <a:lnTo>
                  <a:pt x="7" y="42"/>
                </a:lnTo>
                <a:cubicBezTo>
                  <a:pt x="7" y="42"/>
                  <a:pt x="7" y="43"/>
                  <a:pt x="7" y="43"/>
                </a:cubicBezTo>
                <a:cubicBezTo>
                  <a:pt x="7" y="43"/>
                  <a:pt x="8" y="44"/>
                  <a:pt x="8" y="44"/>
                </a:cubicBezTo>
                <a:cubicBezTo>
                  <a:pt x="9" y="44"/>
                  <a:pt x="10" y="44"/>
                  <a:pt x="11" y="44"/>
                </a:cubicBezTo>
                <a:lnTo>
                  <a:pt x="15" y="45"/>
                </a:lnTo>
                <a:close/>
                <a:moveTo>
                  <a:pt x="16" y="45"/>
                </a:moveTo>
                <a:lnTo>
                  <a:pt x="27" y="47"/>
                </a:lnTo>
                <a:lnTo>
                  <a:pt x="18" y="41"/>
                </a:lnTo>
                <a:lnTo>
                  <a:pt x="16" y="45"/>
                </a:lnTo>
                <a:close/>
              </a:path>
              <a:path w="336" h="189">
                <a:moveTo>
                  <a:pt x="29" y="62"/>
                </a:moveTo>
                <a:lnTo>
                  <a:pt x="5" y="52"/>
                </a:lnTo>
                <a:lnTo>
                  <a:pt x="5" y="57"/>
                </a:lnTo>
                <a:cubicBezTo>
                  <a:pt x="5" y="58"/>
                  <a:pt x="5" y="59"/>
                  <a:pt x="6" y="59"/>
                </a:cubicBezTo>
                <a:cubicBezTo>
                  <a:pt x="6" y="60"/>
                  <a:pt x="8" y="60"/>
                  <a:pt x="10" y="61"/>
                </a:cubicBezTo>
                <a:lnTo>
                  <a:pt x="3" y="60"/>
                </a:lnTo>
                <a:lnTo>
                  <a:pt x="4" y="49"/>
                </a:lnTo>
                <a:lnTo>
                  <a:pt x="28" y="59"/>
                </a:lnTo>
                <a:lnTo>
                  <a:pt x="28" y="55"/>
                </a:lnTo>
                <a:cubicBezTo>
                  <a:pt x="28" y="54"/>
                  <a:pt x="28" y="53"/>
                  <a:pt x="28" y="53"/>
                </a:cubicBezTo>
                <a:cubicBezTo>
                  <a:pt x="27" y="53"/>
                  <a:pt x="27" y="53"/>
                  <a:pt x="26" y="52"/>
                </a:cubicBezTo>
                <a:cubicBezTo>
                  <a:pt x="26" y="52"/>
                  <a:pt x="25" y="52"/>
                  <a:pt x="23" y="52"/>
                </a:cubicBezTo>
                <a:lnTo>
                  <a:pt x="23" y="51"/>
                </a:lnTo>
                <a:lnTo>
                  <a:pt x="30" y="52"/>
                </a:lnTo>
                <a:lnTo>
                  <a:pt x="29" y="62"/>
                </a:lnTo>
                <a:close/>
              </a:path>
              <a:path w="336" h="189">
                <a:moveTo>
                  <a:pt x="29" y="82"/>
                </a:moveTo>
                <a:cubicBezTo>
                  <a:pt x="29" y="84"/>
                  <a:pt x="28" y="85"/>
                  <a:pt x="25" y="87"/>
                </a:cubicBezTo>
                <a:cubicBezTo>
                  <a:pt x="22" y="88"/>
                  <a:pt x="19" y="89"/>
                  <a:pt x="15" y="89"/>
                </a:cubicBezTo>
                <a:cubicBezTo>
                  <a:pt x="11" y="89"/>
                  <a:pt x="8" y="89"/>
                  <a:pt x="5" y="87"/>
                </a:cubicBezTo>
                <a:cubicBezTo>
                  <a:pt x="3" y="86"/>
                  <a:pt x="1" y="85"/>
                  <a:pt x="1" y="83"/>
                </a:cubicBezTo>
                <a:cubicBezTo>
                  <a:pt x="1" y="81"/>
                  <a:pt x="2" y="80"/>
                  <a:pt x="5" y="78"/>
                </a:cubicBezTo>
                <a:cubicBezTo>
                  <a:pt x="7" y="77"/>
                  <a:pt x="11" y="76"/>
                  <a:pt x="15" y="76"/>
                </a:cubicBezTo>
                <a:cubicBezTo>
                  <a:pt x="19" y="76"/>
                  <a:pt x="22" y="77"/>
                  <a:pt x="25" y="78"/>
                </a:cubicBezTo>
                <a:cubicBezTo>
                  <a:pt x="27" y="79"/>
                  <a:pt x="29" y="80"/>
                  <a:pt x="29" y="82"/>
                </a:cubicBezTo>
                <a:close/>
                <a:moveTo>
                  <a:pt x="27" y="82"/>
                </a:moveTo>
                <a:cubicBezTo>
                  <a:pt x="27" y="81"/>
                  <a:pt x="26" y="80"/>
                  <a:pt x="25" y="79"/>
                </a:cubicBezTo>
                <a:cubicBezTo>
                  <a:pt x="22" y="78"/>
                  <a:pt x="19" y="78"/>
                  <a:pt x="15" y="78"/>
                </a:cubicBezTo>
                <a:cubicBezTo>
                  <a:pt x="11" y="79"/>
                  <a:pt x="7" y="79"/>
                  <a:pt x="5" y="80"/>
                </a:cubicBezTo>
                <a:cubicBezTo>
                  <a:pt x="3" y="81"/>
                  <a:pt x="2" y="82"/>
                  <a:pt x="3" y="83"/>
                </a:cubicBezTo>
                <a:cubicBezTo>
                  <a:pt x="3" y="84"/>
                  <a:pt x="4" y="85"/>
                  <a:pt x="6" y="86"/>
                </a:cubicBezTo>
                <a:cubicBezTo>
                  <a:pt x="8" y="87"/>
                  <a:pt x="11" y="87"/>
                  <a:pt x="15" y="87"/>
                </a:cubicBezTo>
                <a:cubicBezTo>
                  <a:pt x="19" y="87"/>
                  <a:pt x="23" y="86"/>
                  <a:pt x="25" y="85"/>
                </a:cubicBezTo>
                <a:cubicBezTo>
                  <a:pt x="26" y="84"/>
                  <a:pt x="27" y="83"/>
                  <a:pt x="27" y="82"/>
                </a:cubicBezTo>
                <a:close/>
              </a:path>
              <a:path w="336" h="189">
                <a:moveTo>
                  <a:pt x="16" y="66"/>
                </a:moveTo>
                <a:lnTo>
                  <a:pt x="15" y="72"/>
                </a:lnTo>
                <a:lnTo>
                  <a:pt x="22" y="73"/>
                </a:lnTo>
                <a:cubicBezTo>
                  <a:pt x="24" y="73"/>
                  <a:pt x="24" y="73"/>
                  <a:pt x="25" y="73"/>
                </a:cubicBezTo>
                <a:cubicBezTo>
                  <a:pt x="25" y="73"/>
                  <a:pt x="26" y="73"/>
                  <a:pt x="26" y="73"/>
                </a:cubicBezTo>
                <a:cubicBezTo>
                  <a:pt x="26" y="73"/>
                  <a:pt x="26" y="72"/>
                  <a:pt x="26" y="72"/>
                </a:cubicBezTo>
                <a:lnTo>
                  <a:pt x="27" y="72"/>
                </a:lnTo>
                <a:lnTo>
                  <a:pt x="26" y="77"/>
                </a:lnTo>
                <a:cubicBezTo>
                  <a:pt x="26" y="76"/>
                  <a:pt x="26" y="76"/>
                  <a:pt x="25" y="76"/>
                </a:cubicBezTo>
                <a:cubicBezTo>
                  <a:pt x="25" y="76"/>
                  <a:pt x="25" y="75"/>
                  <a:pt x="25" y="75"/>
                </a:cubicBezTo>
                <a:cubicBezTo>
                  <a:pt x="24" y="75"/>
                  <a:pt x="23" y="75"/>
                  <a:pt x="22" y="75"/>
                </a:cubicBezTo>
                <a:lnTo>
                  <a:pt x="5" y="73"/>
                </a:lnTo>
                <a:cubicBezTo>
                  <a:pt x="4" y="72"/>
                  <a:pt x="3" y="72"/>
                  <a:pt x="3" y="72"/>
                </a:cubicBezTo>
                <a:cubicBezTo>
                  <a:pt x="2" y="72"/>
                  <a:pt x="2" y="72"/>
                  <a:pt x="2" y="73"/>
                </a:cubicBezTo>
                <a:cubicBezTo>
                  <a:pt x="1" y="73"/>
                  <a:pt x="1" y="73"/>
                  <a:pt x="1" y="73"/>
                </a:cubicBezTo>
                <a:lnTo>
                  <a:pt x="1" y="74"/>
                </a:lnTo>
                <a:lnTo>
                  <a:pt x="0" y="74"/>
                </a:lnTo>
                <a:lnTo>
                  <a:pt x="1" y="68"/>
                </a:lnTo>
                <a:lnTo>
                  <a:pt x="2" y="68"/>
                </a:lnTo>
                <a:lnTo>
                  <a:pt x="2" y="69"/>
                </a:lnTo>
                <a:cubicBezTo>
                  <a:pt x="2" y="69"/>
                  <a:pt x="2" y="70"/>
                  <a:pt x="2" y="70"/>
                </a:cubicBezTo>
                <a:cubicBezTo>
                  <a:pt x="3" y="70"/>
                  <a:pt x="4" y="71"/>
                  <a:pt x="5" y="71"/>
                </a:cubicBezTo>
                <a:lnTo>
                  <a:pt x="13" y="72"/>
                </a:lnTo>
                <a:lnTo>
                  <a:pt x="14" y="66"/>
                </a:lnTo>
                <a:lnTo>
                  <a:pt x="6" y="65"/>
                </a:lnTo>
                <a:cubicBezTo>
                  <a:pt x="5" y="65"/>
                  <a:pt x="4" y="65"/>
                  <a:pt x="4" y="65"/>
                </a:cubicBezTo>
                <a:cubicBezTo>
                  <a:pt x="3" y="65"/>
                  <a:pt x="3" y="65"/>
                  <a:pt x="3" y="65"/>
                </a:cubicBezTo>
                <a:cubicBezTo>
                  <a:pt x="2" y="65"/>
                  <a:pt x="2" y="65"/>
                  <a:pt x="2" y="66"/>
                </a:cubicBezTo>
                <a:lnTo>
                  <a:pt x="1" y="66"/>
                </a:lnTo>
                <a:lnTo>
                  <a:pt x="2" y="60"/>
                </a:lnTo>
                <a:lnTo>
                  <a:pt x="3" y="61"/>
                </a:lnTo>
                <a:cubicBezTo>
                  <a:pt x="3" y="62"/>
                  <a:pt x="3" y="62"/>
                  <a:pt x="3" y="62"/>
                </a:cubicBezTo>
                <a:cubicBezTo>
                  <a:pt x="4" y="63"/>
                  <a:pt x="5" y="63"/>
                  <a:pt x="6" y="63"/>
                </a:cubicBezTo>
                <a:lnTo>
                  <a:pt x="23" y="65"/>
                </a:lnTo>
                <a:cubicBezTo>
                  <a:pt x="25" y="65"/>
                  <a:pt x="25" y="65"/>
                  <a:pt x="26" y="65"/>
                </a:cubicBezTo>
                <a:cubicBezTo>
                  <a:pt x="26" y="65"/>
                  <a:pt x="27" y="65"/>
                  <a:pt x="27" y="65"/>
                </a:cubicBezTo>
                <a:cubicBezTo>
                  <a:pt x="27" y="65"/>
                  <a:pt x="27" y="65"/>
                  <a:pt x="27" y="64"/>
                </a:cubicBezTo>
                <a:lnTo>
                  <a:pt x="28" y="64"/>
                </a:lnTo>
                <a:lnTo>
                  <a:pt x="27" y="69"/>
                </a:lnTo>
                <a:cubicBezTo>
                  <a:pt x="27" y="69"/>
                  <a:pt x="27" y="68"/>
                  <a:pt x="26" y="68"/>
                </a:cubicBezTo>
                <a:cubicBezTo>
                  <a:pt x="26" y="68"/>
                  <a:pt x="26" y="67"/>
                  <a:pt x="26" y="67"/>
                </a:cubicBezTo>
                <a:cubicBezTo>
                  <a:pt x="25" y="67"/>
                  <a:pt x="24" y="67"/>
                  <a:pt x="23" y="67"/>
                </a:cubicBezTo>
                <a:lnTo>
                  <a:pt x="16" y="66"/>
                </a:lnTo>
                <a:close/>
              </a:path>
              <a:path w="336" h="189">
                <a:moveTo>
                  <a:pt x="29" y="84"/>
                </a:moveTo>
                <a:lnTo>
                  <a:pt x="30" y="88"/>
                </a:lnTo>
                <a:lnTo>
                  <a:pt x="14" y="101"/>
                </a:lnTo>
                <a:lnTo>
                  <a:pt x="28" y="97"/>
                </a:lnTo>
                <a:cubicBezTo>
                  <a:pt x="30" y="96"/>
                  <a:pt x="31" y="96"/>
                  <a:pt x="31" y="95"/>
                </a:cubicBezTo>
                <a:cubicBezTo>
                  <a:pt x="32" y="95"/>
                  <a:pt x="32" y="95"/>
                  <a:pt x="32" y="94"/>
                </a:cubicBezTo>
                <a:lnTo>
                  <a:pt x="31" y="94"/>
                </a:lnTo>
                <a:lnTo>
                  <a:pt x="32" y="93"/>
                </a:lnTo>
                <a:lnTo>
                  <a:pt x="33" y="98"/>
                </a:lnTo>
                <a:cubicBezTo>
                  <a:pt x="32" y="97"/>
                  <a:pt x="32" y="97"/>
                  <a:pt x="31" y="97"/>
                </a:cubicBezTo>
                <a:cubicBezTo>
                  <a:pt x="31" y="97"/>
                  <a:pt x="30" y="97"/>
                  <a:pt x="29" y="97"/>
                </a:cubicBezTo>
                <a:lnTo>
                  <a:pt x="7" y="104"/>
                </a:lnTo>
                <a:lnTo>
                  <a:pt x="25" y="89"/>
                </a:lnTo>
                <a:lnTo>
                  <a:pt x="9" y="94"/>
                </a:lnTo>
                <a:cubicBezTo>
                  <a:pt x="8" y="95"/>
                  <a:pt x="7" y="95"/>
                  <a:pt x="7" y="95"/>
                </a:cubicBezTo>
                <a:cubicBezTo>
                  <a:pt x="6" y="96"/>
                  <a:pt x="6" y="96"/>
                  <a:pt x="6" y="97"/>
                </a:cubicBezTo>
                <a:lnTo>
                  <a:pt x="4" y="93"/>
                </a:lnTo>
                <a:lnTo>
                  <a:pt x="5" y="93"/>
                </a:lnTo>
                <a:cubicBezTo>
                  <a:pt x="5" y="94"/>
                  <a:pt x="6" y="94"/>
                  <a:pt x="6" y="94"/>
                </a:cubicBezTo>
                <a:cubicBezTo>
                  <a:pt x="7" y="94"/>
                  <a:pt x="8" y="94"/>
                  <a:pt x="9" y="93"/>
                </a:cubicBezTo>
                <a:lnTo>
                  <a:pt x="27" y="88"/>
                </a:lnTo>
                <a:cubicBezTo>
                  <a:pt x="27" y="87"/>
                  <a:pt x="28" y="87"/>
                  <a:pt x="28" y="86"/>
                </a:cubicBezTo>
                <a:cubicBezTo>
                  <a:pt x="28" y="86"/>
                  <a:pt x="28" y="86"/>
                  <a:pt x="29" y="85"/>
                </a:cubicBezTo>
                <a:cubicBezTo>
                  <a:pt x="29" y="85"/>
                  <a:pt x="29" y="85"/>
                  <a:pt x="28" y="84"/>
                </a:cubicBezTo>
                <a:lnTo>
                  <a:pt x="29" y="84"/>
                </a:lnTo>
                <a:close/>
              </a:path>
              <a:path w="336" h="189">
                <a:moveTo>
                  <a:pt x="38" y="107"/>
                </a:moveTo>
                <a:lnTo>
                  <a:pt x="30" y="110"/>
                </a:lnTo>
                <a:cubicBezTo>
                  <a:pt x="32" y="109"/>
                  <a:pt x="33" y="108"/>
                  <a:pt x="34" y="107"/>
                </a:cubicBezTo>
                <a:cubicBezTo>
                  <a:pt x="35" y="106"/>
                  <a:pt x="36" y="105"/>
                  <a:pt x="35" y="104"/>
                </a:cubicBezTo>
                <a:cubicBezTo>
                  <a:pt x="35" y="102"/>
                  <a:pt x="33" y="101"/>
                  <a:pt x="30" y="101"/>
                </a:cubicBezTo>
                <a:cubicBezTo>
                  <a:pt x="28" y="102"/>
                  <a:pt x="25" y="102"/>
                  <a:pt x="22" y="103"/>
                </a:cubicBezTo>
                <a:cubicBezTo>
                  <a:pt x="20" y="104"/>
                  <a:pt x="18" y="105"/>
                  <a:pt x="16" y="106"/>
                </a:cubicBezTo>
                <a:cubicBezTo>
                  <a:pt x="14" y="107"/>
                  <a:pt x="13" y="108"/>
                  <a:pt x="12" y="109"/>
                </a:cubicBezTo>
                <a:cubicBezTo>
                  <a:pt x="12" y="110"/>
                  <a:pt x="11" y="111"/>
                  <a:pt x="12" y="112"/>
                </a:cubicBezTo>
                <a:cubicBezTo>
                  <a:pt x="12" y="112"/>
                  <a:pt x="12" y="113"/>
                  <a:pt x="12" y="113"/>
                </a:cubicBezTo>
                <a:cubicBezTo>
                  <a:pt x="13" y="113"/>
                  <a:pt x="13" y="114"/>
                  <a:pt x="14" y="114"/>
                </a:cubicBezTo>
                <a:lnTo>
                  <a:pt x="21" y="112"/>
                </a:lnTo>
                <a:cubicBezTo>
                  <a:pt x="22" y="111"/>
                  <a:pt x="23" y="111"/>
                  <a:pt x="24" y="111"/>
                </a:cubicBezTo>
                <a:cubicBezTo>
                  <a:pt x="24" y="110"/>
                  <a:pt x="24" y="110"/>
                  <a:pt x="24" y="110"/>
                </a:cubicBezTo>
                <a:cubicBezTo>
                  <a:pt x="24" y="110"/>
                  <a:pt x="24" y="109"/>
                  <a:pt x="24" y="109"/>
                </a:cubicBezTo>
                <a:lnTo>
                  <a:pt x="25" y="108"/>
                </a:lnTo>
                <a:lnTo>
                  <a:pt x="27" y="113"/>
                </a:lnTo>
                <a:lnTo>
                  <a:pt x="26" y="113"/>
                </a:lnTo>
                <a:cubicBezTo>
                  <a:pt x="26" y="113"/>
                  <a:pt x="25" y="113"/>
                  <a:pt x="24" y="113"/>
                </a:cubicBezTo>
                <a:cubicBezTo>
                  <a:pt x="24" y="113"/>
                  <a:pt x="23" y="113"/>
                  <a:pt x="22" y="113"/>
                </a:cubicBezTo>
                <a:lnTo>
                  <a:pt x="14" y="116"/>
                </a:lnTo>
                <a:cubicBezTo>
                  <a:pt x="13" y="115"/>
                  <a:pt x="12" y="115"/>
                  <a:pt x="12" y="114"/>
                </a:cubicBezTo>
                <a:cubicBezTo>
                  <a:pt x="11" y="114"/>
                  <a:pt x="11" y="113"/>
                  <a:pt x="10" y="112"/>
                </a:cubicBezTo>
                <a:cubicBezTo>
                  <a:pt x="10" y="110"/>
                  <a:pt x="11" y="108"/>
                  <a:pt x="13" y="105"/>
                </a:cubicBezTo>
                <a:cubicBezTo>
                  <a:pt x="15" y="104"/>
                  <a:pt x="18" y="102"/>
                  <a:pt x="21" y="101"/>
                </a:cubicBezTo>
                <a:cubicBezTo>
                  <a:pt x="23" y="100"/>
                  <a:pt x="25" y="100"/>
                  <a:pt x="27" y="100"/>
                </a:cubicBezTo>
                <a:cubicBezTo>
                  <a:pt x="30" y="100"/>
                  <a:pt x="32" y="100"/>
                  <a:pt x="34" y="101"/>
                </a:cubicBezTo>
                <a:cubicBezTo>
                  <a:pt x="35" y="101"/>
                  <a:pt x="36" y="102"/>
                  <a:pt x="36" y="103"/>
                </a:cubicBezTo>
                <a:cubicBezTo>
                  <a:pt x="37" y="104"/>
                  <a:pt x="37" y="104"/>
                  <a:pt x="37" y="104"/>
                </a:cubicBezTo>
                <a:cubicBezTo>
                  <a:pt x="37" y="105"/>
                  <a:pt x="36" y="106"/>
                  <a:pt x="36" y="106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7" y="107"/>
                  <a:pt x="37" y="107"/>
                  <a:pt x="38" y="107"/>
                </a:cubicBezTo>
                <a:close/>
              </a:path>
              <a:path w="336" h="189">
                <a:moveTo>
                  <a:pt x="47" y="119"/>
                </a:moveTo>
                <a:lnTo>
                  <a:pt x="48" y="118"/>
                </a:lnTo>
                <a:lnTo>
                  <a:pt x="51" y="122"/>
                </a:lnTo>
                <a:lnTo>
                  <a:pt x="50" y="122"/>
                </a:lnTo>
                <a:cubicBezTo>
                  <a:pt x="49" y="121"/>
                  <a:pt x="49" y="121"/>
                  <a:pt x="48" y="122"/>
                </a:cubicBezTo>
                <a:cubicBezTo>
                  <a:pt x="48" y="122"/>
                  <a:pt x="47" y="122"/>
                  <a:pt x="46" y="123"/>
                </a:cubicBezTo>
                <a:lnTo>
                  <a:pt x="38" y="130"/>
                </a:lnTo>
                <a:cubicBezTo>
                  <a:pt x="36" y="132"/>
                  <a:pt x="34" y="133"/>
                  <a:pt x="33" y="134"/>
                </a:cubicBezTo>
                <a:cubicBezTo>
                  <a:pt x="31" y="135"/>
                  <a:pt x="30" y="135"/>
                  <a:pt x="29" y="135"/>
                </a:cubicBezTo>
                <a:cubicBezTo>
                  <a:pt x="27" y="135"/>
                  <a:pt x="26" y="135"/>
                  <a:pt x="26" y="134"/>
                </a:cubicBezTo>
                <a:cubicBezTo>
                  <a:pt x="25" y="133"/>
                  <a:pt x="24" y="131"/>
                  <a:pt x="25" y="130"/>
                </a:cubicBezTo>
                <a:cubicBezTo>
                  <a:pt x="25" y="129"/>
                  <a:pt x="26" y="128"/>
                  <a:pt x="27" y="126"/>
                </a:cubicBezTo>
                <a:cubicBezTo>
                  <a:pt x="27" y="126"/>
                  <a:pt x="29" y="124"/>
                  <a:pt x="32" y="122"/>
                </a:cubicBezTo>
                <a:lnTo>
                  <a:pt x="39" y="115"/>
                </a:lnTo>
                <a:cubicBezTo>
                  <a:pt x="41" y="114"/>
                  <a:pt x="41" y="114"/>
                  <a:pt x="42" y="113"/>
                </a:cubicBezTo>
                <a:cubicBezTo>
                  <a:pt x="42" y="113"/>
                  <a:pt x="42" y="112"/>
                  <a:pt x="42" y="112"/>
                </a:cubicBezTo>
                <a:lnTo>
                  <a:pt x="41" y="111"/>
                </a:lnTo>
                <a:lnTo>
                  <a:pt x="42" y="111"/>
                </a:lnTo>
                <a:lnTo>
                  <a:pt x="45" y="115"/>
                </a:lnTo>
                <a:lnTo>
                  <a:pt x="45" y="116"/>
                </a:lnTo>
                <a:lnTo>
                  <a:pt x="45" y="115"/>
                </a:lnTo>
                <a:cubicBezTo>
                  <a:pt x="44" y="115"/>
                  <a:pt x="44" y="115"/>
                  <a:pt x="43" y="115"/>
                </a:cubicBezTo>
                <a:cubicBezTo>
                  <a:pt x="43" y="115"/>
                  <a:pt x="42" y="116"/>
                  <a:pt x="41" y="117"/>
                </a:cubicBezTo>
                <a:lnTo>
                  <a:pt x="32" y="124"/>
                </a:lnTo>
                <a:cubicBezTo>
                  <a:pt x="31" y="125"/>
                  <a:pt x="30" y="126"/>
                  <a:pt x="29" y="127"/>
                </a:cubicBezTo>
                <a:cubicBezTo>
                  <a:pt x="28" y="127"/>
                  <a:pt x="28" y="128"/>
                  <a:pt x="27" y="129"/>
                </a:cubicBezTo>
                <a:cubicBezTo>
                  <a:pt x="27" y="130"/>
                  <a:pt x="26" y="130"/>
                  <a:pt x="26" y="131"/>
                </a:cubicBezTo>
                <a:cubicBezTo>
                  <a:pt x="26" y="132"/>
                  <a:pt x="26" y="132"/>
                  <a:pt x="27" y="133"/>
                </a:cubicBezTo>
                <a:cubicBezTo>
                  <a:pt x="27" y="133"/>
                  <a:pt x="28" y="134"/>
                  <a:pt x="29" y="134"/>
                </a:cubicBezTo>
                <a:cubicBezTo>
                  <a:pt x="30" y="134"/>
                  <a:pt x="31" y="133"/>
                  <a:pt x="32" y="133"/>
                </a:cubicBezTo>
                <a:cubicBezTo>
                  <a:pt x="33" y="132"/>
                  <a:pt x="35" y="131"/>
                  <a:pt x="37" y="129"/>
                </a:cubicBezTo>
                <a:lnTo>
                  <a:pt x="45" y="123"/>
                </a:lnTo>
                <a:cubicBezTo>
                  <a:pt x="47" y="122"/>
                  <a:pt x="47" y="121"/>
                  <a:pt x="48" y="120"/>
                </a:cubicBezTo>
                <a:cubicBezTo>
                  <a:pt x="48" y="120"/>
                  <a:pt x="48" y="119"/>
                  <a:pt x="47" y="119"/>
                </a:cubicBezTo>
                <a:close/>
              </a:path>
              <a:path w="336" h="189">
                <a:moveTo>
                  <a:pt x="51" y="121"/>
                </a:moveTo>
                <a:lnTo>
                  <a:pt x="53" y="123"/>
                </a:lnTo>
                <a:lnTo>
                  <a:pt x="46" y="143"/>
                </a:lnTo>
                <a:lnTo>
                  <a:pt x="56" y="132"/>
                </a:lnTo>
                <a:cubicBezTo>
                  <a:pt x="57" y="131"/>
                  <a:pt x="58" y="130"/>
                  <a:pt x="58" y="130"/>
                </a:cubicBezTo>
                <a:cubicBezTo>
                  <a:pt x="58" y="129"/>
                  <a:pt x="58" y="128"/>
                  <a:pt x="58" y="128"/>
                </a:cubicBezTo>
                <a:lnTo>
                  <a:pt x="57" y="128"/>
                </a:lnTo>
                <a:lnTo>
                  <a:pt x="58" y="127"/>
                </a:lnTo>
                <a:lnTo>
                  <a:pt x="61" y="130"/>
                </a:lnTo>
                <a:lnTo>
                  <a:pt x="61" y="131"/>
                </a:lnTo>
                <a:lnTo>
                  <a:pt x="60" y="131"/>
                </a:lnTo>
                <a:cubicBezTo>
                  <a:pt x="60" y="130"/>
                  <a:pt x="60" y="130"/>
                  <a:pt x="59" y="131"/>
                </a:cubicBezTo>
                <a:cubicBezTo>
                  <a:pt x="59" y="131"/>
                  <a:pt x="58" y="131"/>
                  <a:pt x="57" y="133"/>
                </a:cubicBezTo>
                <a:lnTo>
                  <a:pt x="42" y="149"/>
                </a:lnTo>
                <a:lnTo>
                  <a:pt x="50" y="127"/>
                </a:lnTo>
                <a:lnTo>
                  <a:pt x="39" y="140"/>
                </a:lnTo>
                <a:cubicBezTo>
                  <a:pt x="38" y="141"/>
                  <a:pt x="37" y="142"/>
                  <a:pt x="37" y="142"/>
                </a:cubicBezTo>
                <a:cubicBezTo>
                  <a:pt x="37" y="143"/>
                  <a:pt x="37" y="143"/>
                  <a:pt x="37" y="143"/>
                </a:cubicBezTo>
                <a:lnTo>
                  <a:pt x="38" y="144"/>
                </a:lnTo>
                <a:lnTo>
                  <a:pt x="37" y="144"/>
                </a:lnTo>
                <a:lnTo>
                  <a:pt x="34" y="141"/>
                </a:lnTo>
                <a:lnTo>
                  <a:pt x="35" y="141"/>
                </a:lnTo>
                <a:cubicBezTo>
                  <a:pt x="35" y="141"/>
                  <a:pt x="36" y="141"/>
                  <a:pt x="36" y="141"/>
                </a:cubicBezTo>
                <a:cubicBezTo>
                  <a:pt x="37" y="141"/>
                  <a:pt x="37" y="140"/>
                  <a:pt x="38" y="139"/>
                </a:cubicBezTo>
                <a:lnTo>
                  <a:pt x="50" y="125"/>
                </a:lnTo>
                <a:cubicBezTo>
                  <a:pt x="51" y="124"/>
                  <a:pt x="51" y="124"/>
                  <a:pt x="51" y="123"/>
                </a:cubicBezTo>
                <a:cubicBezTo>
                  <a:pt x="51" y="123"/>
                  <a:pt x="51" y="123"/>
                  <a:pt x="51" y="122"/>
                </a:cubicBezTo>
                <a:cubicBezTo>
                  <a:pt x="51" y="122"/>
                  <a:pt x="50" y="122"/>
                  <a:pt x="50" y="121"/>
                </a:cubicBezTo>
                <a:lnTo>
                  <a:pt x="51" y="121"/>
                </a:lnTo>
                <a:close/>
              </a:path>
              <a:path w="336" h="189">
                <a:moveTo>
                  <a:pt x="51" y="155"/>
                </a:moveTo>
                <a:lnTo>
                  <a:pt x="50" y="156"/>
                </a:lnTo>
                <a:lnTo>
                  <a:pt x="46" y="152"/>
                </a:lnTo>
                <a:lnTo>
                  <a:pt x="47" y="151"/>
                </a:lnTo>
                <a:lnTo>
                  <a:pt x="47" y="152"/>
                </a:lnTo>
                <a:cubicBezTo>
                  <a:pt x="47" y="152"/>
                  <a:pt x="48" y="152"/>
                  <a:pt x="49" y="152"/>
                </a:cubicBezTo>
                <a:cubicBezTo>
                  <a:pt x="49" y="152"/>
                  <a:pt x="50" y="151"/>
                  <a:pt x="51" y="150"/>
                </a:cubicBezTo>
                <a:lnTo>
                  <a:pt x="62" y="137"/>
                </a:lnTo>
                <a:cubicBezTo>
                  <a:pt x="63" y="136"/>
                  <a:pt x="63" y="135"/>
                  <a:pt x="63" y="135"/>
                </a:cubicBezTo>
                <a:cubicBezTo>
                  <a:pt x="64" y="134"/>
                  <a:pt x="64" y="134"/>
                  <a:pt x="64" y="134"/>
                </a:cubicBezTo>
                <a:cubicBezTo>
                  <a:pt x="64" y="133"/>
                  <a:pt x="64" y="133"/>
                  <a:pt x="63" y="133"/>
                </a:cubicBezTo>
                <a:lnTo>
                  <a:pt x="63" y="132"/>
                </a:lnTo>
                <a:lnTo>
                  <a:pt x="68" y="136"/>
                </a:lnTo>
                <a:lnTo>
                  <a:pt x="67" y="136"/>
                </a:lnTo>
                <a:cubicBezTo>
                  <a:pt x="66" y="136"/>
                  <a:pt x="66" y="136"/>
                  <a:pt x="65" y="136"/>
                </a:cubicBezTo>
                <a:cubicBezTo>
                  <a:pt x="65" y="136"/>
                  <a:pt x="64" y="137"/>
                  <a:pt x="63" y="138"/>
                </a:cubicBezTo>
                <a:lnTo>
                  <a:pt x="52" y="151"/>
                </a:lnTo>
                <a:cubicBezTo>
                  <a:pt x="51" y="152"/>
                  <a:pt x="51" y="153"/>
                  <a:pt x="50" y="153"/>
                </a:cubicBezTo>
                <a:cubicBezTo>
                  <a:pt x="50" y="153"/>
                  <a:pt x="50" y="153"/>
                  <a:pt x="50" y="154"/>
                </a:cubicBezTo>
                <a:cubicBezTo>
                  <a:pt x="50" y="154"/>
                  <a:pt x="50" y="155"/>
                  <a:pt x="51" y="155"/>
                </a:cubicBezTo>
                <a:close/>
              </a:path>
              <a:path w="336" h="189">
                <a:moveTo>
                  <a:pt x="81" y="143"/>
                </a:moveTo>
                <a:lnTo>
                  <a:pt x="80" y="143"/>
                </a:lnTo>
                <a:cubicBezTo>
                  <a:pt x="80" y="143"/>
                  <a:pt x="79" y="143"/>
                  <a:pt x="79" y="144"/>
                </a:cubicBezTo>
                <a:cubicBezTo>
                  <a:pt x="78" y="144"/>
                  <a:pt x="78" y="145"/>
                  <a:pt x="77" y="146"/>
                </a:cubicBezTo>
                <a:lnTo>
                  <a:pt x="61" y="163"/>
                </a:lnTo>
                <a:lnTo>
                  <a:pt x="61" y="162"/>
                </a:lnTo>
                <a:lnTo>
                  <a:pt x="68" y="140"/>
                </a:lnTo>
                <a:cubicBezTo>
                  <a:pt x="69" y="139"/>
                  <a:pt x="69" y="139"/>
                  <a:pt x="69" y="138"/>
                </a:cubicBezTo>
                <a:cubicBezTo>
                  <a:pt x="69" y="138"/>
                  <a:pt x="69" y="137"/>
                  <a:pt x="69" y="137"/>
                </a:cubicBezTo>
                <a:cubicBezTo>
                  <a:pt x="69" y="137"/>
                  <a:pt x="69" y="137"/>
                  <a:pt x="68" y="136"/>
                </a:cubicBezTo>
                <a:lnTo>
                  <a:pt x="69" y="136"/>
                </a:lnTo>
                <a:lnTo>
                  <a:pt x="73" y="138"/>
                </a:lnTo>
                <a:lnTo>
                  <a:pt x="73" y="139"/>
                </a:lnTo>
                <a:cubicBezTo>
                  <a:pt x="72" y="139"/>
                  <a:pt x="72" y="139"/>
                  <a:pt x="72" y="139"/>
                </a:cubicBezTo>
                <a:cubicBezTo>
                  <a:pt x="71" y="139"/>
                  <a:pt x="71" y="139"/>
                  <a:pt x="71" y="140"/>
                </a:cubicBezTo>
                <a:cubicBezTo>
                  <a:pt x="71" y="140"/>
                  <a:pt x="70" y="141"/>
                  <a:pt x="70" y="143"/>
                </a:cubicBezTo>
                <a:lnTo>
                  <a:pt x="65" y="158"/>
                </a:lnTo>
                <a:lnTo>
                  <a:pt x="75" y="146"/>
                </a:lnTo>
                <a:cubicBezTo>
                  <a:pt x="76" y="145"/>
                  <a:pt x="77" y="144"/>
                  <a:pt x="77" y="144"/>
                </a:cubicBezTo>
                <a:cubicBezTo>
                  <a:pt x="77" y="143"/>
                  <a:pt x="77" y="143"/>
                  <a:pt x="77" y="143"/>
                </a:cubicBezTo>
                <a:cubicBezTo>
                  <a:pt x="77" y="142"/>
                  <a:pt x="77" y="142"/>
                  <a:pt x="77" y="141"/>
                </a:cubicBezTo>
                <a:cubicBezTo>
                  <a:pt x="77" y="141"/>
                  <a:pt x="77" y="141"/>
                  <a:pt x="77" y="141"/>
                </a:cubicBezTo>
                <a:lnTo>
                  <a:pt x="81" y="143"/>
                </a:lnTo>
                <a:close/>
              </a:path>
              <a:path w="336" h="189">
                <a:moveTo>
                  <a:pt x="153" y="160"/>
                </a:moveTo>
                <a:cubicBezTo>
                  <a:pt x="155" y="160"/>
                  <a:pt x="156" y="161"/>
                  <a:pt x="157" y="164"/>
                </a:cubicBezTo>
                <a:cubicBezTo>
                  <a:pt x="159" y="166"/>
                  <a:pt x="159" y="170"/>
                  <a:pt x="159" y="174"/>
                </a:cubicBezTo>
                <a:cubicBezTo>
                  <a:pt x="159" y="178"/>
                  <a:pt x="159" y="181"/>
                  <a:pt x="157" y="184"/>
                </a:cubicBezTo>
                <a:cubicBezTo>
                  <a:pt x="156" y="186"/>
                  <a:pt x="155" y="187"/>
                  <a:pt x="153" y="187"/>
                </a:cubicBezTo>
                <a:cubicBezTo>
                  <a:pt x="151" y="187"/>
                  <a:pt x="150" y="186"/>
                  <a:pt x="148" y="184"/>
                </a:cubicBezTo>
                <a:cubicBezTo>
                  <a:pt x="147" y="181"/>
                  <a:pt x="147" y="178"/>
                  <a:pt x="147" y="174"/>
                </a:cubicBezTo>
                <a:cubicBezTo>
                  <a:pt x="147" y="169"/>
                  <a:pt x="147" y="166"/>
                  <a:pt x="149" y="163"/>
                </a:cubicBezTo>
                <a:cubicBezTo>
                  <a:pt x="150" y="161"/>
                  <a:pt x="151" y="160"/>
                  <a:pt x="153" y="160"/>
                </a:cubicBezTo>
                <a:close/>
                <a:moveTo>
                  <a:pt x="153" y="161"/>
                </a:moveTo>
                <a:cubicBezTo>
                  <a:pt x="152" y="161"/>
                  <a:pt x="151" y="162"/>
                  <a:pt x="150" y="164"/>
                </a:cubicBezTo>
                <a:cubicBezTo>
                  <a:pt x="149" y="166"/>
                  <a:pt x="149" y="169"/>
                  <a:pt x="149" y="174"/>
                </a:cubicBezTo>
                <a:cubicBezTo>
                  <a:pt x="149" y="178"/>
                  <a:pt x="149" y="181"/>
                  <a:pt x="150" y="183"/>
                </a:cubicBezTo>
                <a:cubicBezTo>
                  <a:pt x="151" y="185"/>
                  <a:pt x="152" y="186"/>
                  <a:pt x="153" y="186"/>
                </a:cubicBezTo>
                <a:cubicBezTo>
                  <a:pt x="154" y="186"/>
                  <a:pt x="155" y="185"/>
                  <a:pt x="156" y="183"/>
                </a:cubicBezTo>
                <a:cubicBezTo>
                  <a:pt x="157" y="181"/>
                  <a:pt x="157" y="178"/>
                  <a:pt x="157" y="174"/>
                </a:cubicBezTo>
                <a:cubicBezTo>
                  <a:pt x="157" y="170"/>
                  <a:pt x="157" y="166"/>
                  <a:pt x="156" y="164"/>
                </a:cubicBezTo>
                <a:cubicBezTo>
                  <a:pt x="155" y="162"/>
                  <a:pt x="154" y="161"/>
                  <a:pt x="153" y="161"/>
                </a:cubicBezTo>
                <a:close/>
              </a:path>
              <a:path w="336" h="189">
                <a:moveTo>
                  <a:pt x="165" y="162"/>
                </a:moveTo>
                <a:lnTo>
                  <a:pt x="165" y="172"/>
                </a:lnTo>
                <a:lnTo>
                  <a:pt x="167" y="172"/>
                </a:lnTo>
                <a:cubicBezTo>
                  <a:pt x="168" y="172"/>
                  <a:pt x="168" y="172"/>
                  <a:pt x="168" y="172"/>
                </a:cubicBezTo>
                <a:cubicBezTo>
                  <a:pt x="168" y="171"/>
                  <a:pt x="169" y="170"/>
                  <a:pt x="169" y="169"/>
                </a:cubicBezTo>
                <a:lnTo>
                  <a:pt x="169" y="178"/>
                </a:lnTo>
                <a:cubicBezTo>
                  <a:pt x="169" y="177"/>
                  <a:pt x="169" y="176"/>
                  <a:pt x="169" y="175"/>
                </a:cubicBezTo>
                <a:cubicBezTo>
                  <a:pt x="168" y="175"/>
                  <a:pt x="168" y="175"/>
                  <a:pt x="168" y="174"/>
                </a:cubicBezTo>
                <a:cubicBezTo>
                  <a:pt x="168" y="174"/>
                  <a:pt x="167" y="174"/>
                  <a:pt x="167" y="174"/>
                </a:cubicBezTo>
                <a:lnTo>
                  <a:pt x="165" y="174"/>
                </a:lnTo>
                <a:lnTo>
                  <a:pt x="165" y="182"/>
                </a:lnTo>
                <a:cubicBezTo>
                  <a:pt x="165" y="184"/>
                  <a:pt x="165" y="184"/>
                  <a:pt x="165" y="185"/>
                </a:cubicBezTo>
                <a:cubicBezTo>
                  <a:pt x="165" y="185"/>
                  <a:pt x="165" y="185"/>
                  <a:pt x="165" y="186"/>
                </a:cubicBezTo>
                <a:cubicBezTo>
                  <a:pt x="165" y="186"/>
                  <a:pt x="166" y="186"/>
                  <a:pt x="166" y="186"/>
                </a:cubicBezTo>
                <a:lnTo>
                  <a:pt x="167" y="186"/>
                </a:lnTo>
                <a:lnTo>
                  <a:pt x="167" y="187"/>
                </a:lnTo>
                <a:lnTo>
                  <a:pt x="161" y="187"/>
                </a:lnTo>
                <a:lnTo>
                  <a:pt x="161" y="186"/>
                </a:lnTo>
                <a:cubicBezTo>
                  <a:pt x="162" y="186"/>
                  <a:pt x="162" y="186"/>
                  <a:pt x="163" y="185"/>
                </a:cubicBezTo>
                <a:cubicBezTo>
                  <a:pt x="163" y="185"/>
                  <a:pt x="163" y="184"/>
                  <a:pt x="163" y="182"/>
                </a:cubicBezTo>
                <a:lnTo>
                  <a:pt x="163" y="165"/>
                </a:lnTo>
                <a:cubicBezTo>
                  <a:pt x="163" y="164"/>
                  <a:pt x="163" y="163"/>
                  <a:pt x="163" y="163"/>
                </a:cubicBezTo>
                <a:cubicBezTo>
                  <a:pt x="163" y="162"/>
                  <a:pt x="162" y="162"/>
                  <a:pt x="162" y="162"/>
                </a:cubicBezTo>
                <a:cubicBezTo>
                  <a:pt x="162" y="161"/>
                  <a:pt x="162" y="161"/>
                  <a:pt x="161" y="161"/>
                </a:cubicBezTo>
                <a:lnTo>
                  <a:pt x="171" y="161"/>
                </a:lnTo>
                <a:lnTo>
                  <a:pt x="171" y="166"/>
                </a:lnTo>
                <a:lnTo>
                  <a:pt x="170" y="166"/>
                </a:lnTo>
                <a:cubicBezTo>
                  <a:pt x="170" y="165"/>
                  <a:pt x="170" y="164"/>
                  <a:pt x="170" y="164"/>
                </a:cubicBezTo>
                <a:cubicBezTo>
                  <a:pt x="170" y="163"/>
                  <a:pt x="169" y="163"/>
                  <a:pt x="169" y="162"/>
                </a:cubicBezTo>
                <a:cubicBezTo>
                  <a:pt x="169" y="162"/>
                  <a:pt x="168" y="162"/>
                  <a:pt x="168" y="162"/>
                </a:cubicBezTo>
                <a:lnTo>
                  <a:pt x="165" y="162"/>
                </a:lnTo>
                <a:close/>
              </a:path>
              <a:path w="336" h="189">
                <a:moveTo>
                  <a:pt x="92" y="176"/>
                </a:moveTo>
                <a:lnTo>
                  <a:pt x="89" y="175"/>
                </a:lnTo>
                <a:lnTo>
                  <a:pt x="91" y="162"/>
                </a:lnTo>
                <a:cubicBezTo>
                  <a:pt x="90" y="162"/>
                  <a:pt x="90" y="161"/>
                  <a:pt x="90" y="161"/>
                </a:cubicBezTo>
                <a:cubicBezTo>
                  <a:pt x="90" y="161"/>
                  <a:pt x="90" y="161"/>
                  <a:pt x="90" y="161"/>
                </a:cubicBezTo>
                <a:cubicBezTo>
                  <a:pt x="90" y="161"/>
                  <a:pt x="90" y="161"/>
                  <a:pt x="89" y="161"/>
                </a:cubicBezTo>
                <a:lnTo>
                  <a:pt x="86" y="168"/>
                </a:lnTo>
                <a:cubicBezTo>
                  <a:pt x="85" y="169"/>
                  <a:pt x="85" y="170"/>
                  <a:pt x="84" y="171"/>
                </a:cubicBezTo>
                <a:cubicBezTo>
                  <a:pt x="84" y="171"/>
                  <a:pt x="85" y="172"/>
                  <a:pt x="85" y="172"/>
                </a:cubicBezTo>
                <a:lnTo>
                  <a:pt x="85" y="173"/>
                </a:lnTo>
                <a:lnTo>
                  <a:pt x="80" y="170"/>
                </a:lnTo>
                <a:lnTo>
                  <a:pt x="81" y="169"/>
                </a:lnTo>
                <a:lnTo>
                  <a:pt x="81" y="170"/>
                </a:lnTo>
                <a:cubicBezTo>
                  <a:pt x="81" y="170"/>
                  <a:pt x="82" y="170"/>
                  <a:pt x="83" y="169"/>
                </a:cubicBezTo>
                <a:cubicBezTo>
                  <a:pt x="83" y="169"/>
                  <a:pt x="83" y="168"/>
                  <a:pt x="84" y="167"/>
                </a:cubicBezTo>
                <a:lnTo>
                  <a:pt x="92" y="152"/>
                </a:lnTo>
                <a:cubicBezTo>
                  <a:pt x="93" y="151"/>
                  <a:pt x="94" y="150"/>
                  <a:pt x="94" y="149"/>
                </a:cubicBezTo>
                <a:cubicBezTo>
                  <a:pt x="94" y="149"/>
                  <a:pt x="94" y="148"/>
                  <a:pt x="93" y="148"/>
                </a:cubicBezTo>
                <a:lnTo>
                  <a:pt x="93" y="147"/>
                </a:lnTo>
                <a:lnTo>
                  <a:pt x="97" y="149"/>
                </a:lnTo>
                <a:cubicBezTo>
                  <a:pt x="98" y="150"/>
                  <a:pt x="99" y="151"/>
                  <a:pt x="100" y="151"/>
                </a:cubicBezTo>
                <a:cubicBezTo>
                  <a:pt x="100" y="152"/>
                  <a:pt x="100" y="153"/>
                  <a:pt x="100" y="154"/>
                </a:cubicBezTo>
                <a:cubicBezTo>
                  <a:pt x="100" y="155"/>
                  <a:pt x="99" y="157"/>
                  <a:pt x="99" y="158"/>
                </a:cubicBezTo>
                <a:cubicBezTo>
                  <a:pt x="98" y="159"/>
                  <a:pt x="97" y="160"/>
                  <a:pt x="96" y="161"/>
                </a:cubicBezTo>
                <a:cubicBezTo>
                  <a:pt x="95" y="162"/>
                  <a:pt x="94" y="162"/>
                  <a:pt x="93" y="162"/>
                </a:cubicBezTo>
                <a:lnTo>
                  <a:pt x="91" y="170"/>
                </a:lnTo>
                <a:cubicBezTo>
                  <a:pt x="91" y="172"/>
                  <a:pt x="91" y="173"/>
                  <a:pt x="91" y="174"/>
                </a:cubicBezTo>
                <a:cubicBezTo>
                  <a:pt x="91" y="175"/>
                  <a:pt x="91" y="175"/>
                  <a:pt x="92" y="176"/>
                </a:cubicBezTo>
                <a:close/>
                <a:moveTo>
                  <a:pt x="90" y="160"/>
                </a:moveTo>
                <a:cubicBezTo>
                  <a:pt x="90" y="160"/>
                  <a:pt x="90" y="160"/>
                  <a:pt x="90" y="160"/>
                </a:cubicBezTo>
                <a:cubicBezTo>
                  <a:pt x="90" y="160"/>
                  <a:pt x="90" y="160"/>
                  <a:pt x="91" y="160"/>
                </a:cubicBezTo>
                <a:cubicBezTo>
                  <a:pt x="92" y="161"/>
                  <a:pt x="93" y="161"/>
                  <a:pt x="94" y="160"/>
                </a:cubicBezTo>
                <a:cubicBezTo>
                  <a:pt x="95" y="160"/>
                  <a:pt x="96" y="158"/>
                  <a:pt x="97" y="157"/>
                </a:cubicBezTo>
                <a:cubicBezTo>
                  <a:pt x="97" y="156"/>
                  <a:pt x="98" y="154"/>
                  <a:pt x="98" y="153"/>
                </a:cubicBezTo>
                <a:cubicBezTo>
                  <a:pt x="98" y="152"/>
                  <a:pt x="98" y="151"/>
                  <a:pt x="97" y="151"/>
                </a:cubicBezTo>
                <a:cubicBezTo>
                  <a:pt x="97" y="151"/>
                  <a:pt x="96" y="150"/>
                  <a:pt x="95" y="150"/>
                </a:cubicBezTo>
                <a:lnTo>
                  <a:pt x="90" y="160"/>
                </a:lnTo>
                <a:close/>
              </a:path>
              <a:path w="336" h="189">
                <a:moveTo>
                  <a:pt x="110" y="153"/>
                </a:moveTo>
                <a:lnTo>
                  <a:pt x="107" y="161"/>
                </a:lnTo>
                <a:cubicBezTo>
                  <a:pt x="107" y="160"/>
                  <a:pt x="108" y="158"/>
                  <a:pt x="108" y="157"/>
                </a:cubicBezTo>
                <a:cubicBezTo>
                  <a:pt x="108" y="156"/>
                  <a:pt x="108" y="155"/>
                  <a:pt x="107" y="154"/>
                </a:cubicBezTo>
                <a:cubicBezTo>
                  <a:pt x="107" y="154"/>
                  <a:pt x="107" y="153"/>
                  <a:pt x="106" y="153"/>
                </a:cubicBezTo>
                <a:cubicBezTo>
                  <a:pt x="105" y="153"/>
                  <a:pt x="105" y="153"/>
                  <a:pt x="104" y="154"/>
                </a:cubicBezTo>
                <a:cubicBezTo>
                  <a:pt x="103" y="154"/>
                  <a:pt x="103" y="155"/>
                  <a:pt x="103" y="156"/>
                </a:cubicBezTo>
                <a:cubicBezTo>
                  <a:pt x="102" y="157"/>
                  <a:pt x="102" y="157"/>
                  <a:pt x="102" y="158"/>
                </a:cubicBezTo>
                <a:cubicBezTo>
                  <a:pt x="102" y="159"/>
                  <a:pt x="103" y="161"/>
                  <a:pt x="104" y="163"/>
                </a:cubicBezTo>
                <a:cubicBezTo>
                  <a:pt x="104" y="164"/>
                  <a:pt x="105" y="166"/>
                  <a:pt x="105" y="166"/>
                </a:cubicBezTo>
                <a:cubicBezTo>
                  <a:pt x="105" y="167"/>
                  <a:pt x="105" y="168"/>
                  <a:pt x="105" y="169"/>
                </a:cubicBezTo>
                <a:cubicBezTo>
                  <a:pt x="105" y="170"/>
                  <a:pt x="105" y="171"/>
                  <a:pt x="104" y="172"/>
                </a:cubicBezTo>
                <a:cubicBezTo>
                  <a:pt x="104" y="174"/>
                  <a:pt x="103" y="175"/>
                  <a:pt x="101" y="177"/>
                </a:cubicBezTo>
                <a:cubicBezTo>
                  <a:pt x="100" y="178"/>
                  <a:pt x="99" y="178"/>
                  <a:pt x="98" y="178"/>
                </a:cubicBezTo>
                <a:cubicBezTo>
                  <a:pt x="97" y="177"/>
                  <a:pt x="97" y="177"/>
                  <a:pt x="97" y="177"/>
                </a:cubicBezTo>
                <a:cubicBezTo>
                  <a:pt x="97" y="177"/>
                  <a:pt x="96" y="177"/>
                  <a:pt x="96" y="176"/>
                </a:cubicBezTo>
                <a:cubicBezTo>
                  <a:pt x="96" y="175"/>
                  <a:pt x="95" y="175"/>
                  <a:pt x="95" y="175"/>
                </a:cubicBezTo>
                <a:cubicBezTo>
                  <a:pt x="95" y="175"/>
                  <a:pt x="95" y="175"/>
                  <a:pt x="95" y="175"/>
                </a:cubicBezTo>
                <a:cubicBezTo>
                  <a:pt x="94" y="175"/>
                  <a:pt x="94" y="176"/>
                  <a:pt x="94" y="176"/>
                </a:cubicBezTo>
                <a:lnTo>
                  <a:pt x="97" y="168"/>
                </a:lnTo>
                <a:cubicBezTo>
                  <a:pt x="97" y="170"/>
                  <a:pt x="96" y="171"/>
                  <a:pt x="96" y="172"/>
                </a:cubicBezTo>
                <a:cubicBezTo>
                  <a:pt x="96" y="173"/>
                  <a:pt x="96" y="174"/>
                  <a:pt x="97" y="175"/>
                </a:cubicBezTo>
                <a:cubicBezTo>
                  <a:pt x="97" y="175"/>
                  <a:pt x="98" y="176"/>
                  <a:pt x="98" y="176"/>
                </a:cubicBezTo>
                <a:cubicBezTo>
                  <a:pt x="99" y="176"/>
                  <a:pt x="100" y="176"/>
                  <a:pt x="100" y="176"/>
                </a:cubicBezTo>
                <a:cubicBezTo>
                  <a:pt x="101" y="175"/>
                  <a:pt x="102" y="174"/>
                  <a:pt x="102" y="173"/>
                </a:cubicBezTo>
                <a:cubicBezTo>
                  <a:pt x="102" y="172"/>
                  <a:pt x="102" y="172"/>
                  <a:pt x="103" y="171"/>
                </a:cubicBezTo>
                <a:cubicBezTo>
                  <a:pt x="103" y="170"/>
                  <a:pt x="103" y="170"/>
                  <a:pt x="102" y="169"/>
                </a:cubicBezTo>
                <a:cubicBezTo>
                  <a:pt x="102" y="169"/>
                  <a:pt x="102" y="168"/>
                  <a:pt x="101" y="166"/>
                </a:cubicBezTo>
                <a:cubicBezTo>
                  <a:pt x="101" y="164"/>
                  <a:pt x="100" y="163"/>
                  <a:pt x="100" y="162"/>
                </a:cubicBezTo>
                <a:cubicBezTo>
                  <a:pt x="100" y="161"/>
                  <a:pt x="100" y="161"/>
                  <a:pt x="100" y="160"/>
                </a:cubicBezTo>
                <a:cubicBezTo>
                  <a:pt x="100" y="159"/>
                  <a:pt x="100" y="158"/>
                  <a:pt x="101" y="157"/>
                </a:cubicBezTo>
                <a:cubicBezTo>
                  <a:pt x="101" y="155"/>
                  <a:pt x="102" y="153"/>
                  <a:pt x="103" y="152"/>
                </a:cubicBezTo>
                <a:cubicBezTo>
                  <a:pt x="105" y="151"/>
                  <a:pt x="106" y="151"/>
                  <a:pt x="107" y="151"/>
                </a:cubicBezTo>
                <a:cubicBezTo>
                  <a:pt x="107" y="152"/>
                  <a:pt x="108" y="152"/>
                  <a:pt x="108" y="153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10" y="154"/>
                  <a:pt x="110" y="153"/>
                  <a:pt x="110" y="153"/>
                </a:cubicBezTo>
                <a:close/>
              </a:path>
              <a:path w="336" h="189">
                <a:moveTo>
                  <a:pt x="138" y="160"/>
                </a:moveTo>
                <a:lnTo>
                  <a:pt x="143" y="160"/>
                </a:lnTo>
                <a:lnTo>
                  <a:pt x="143" y="161"/>
                </a:lnTo>
                <a:lnTo>
                  <a:pt x="142" y="161"/>
                </a:lnTo>
                <a:cubicBezTo>
                  <a:pt x="142" y="161"/>
                  <a:pt x="142" y="161"/>
                  <a:pt x="142" y="161"/>
                </a:cubicBezTo>
                <a:cubicBezTo>
                  <a:pt x="141" y="162"/>
                  <a:pt x="141" y="162"/>
                  <a:pt x="141" y="163"/>
                </a:cubicBezTo>
                <a:cubicBezTo>
                  <a:pt x="140" y="163"/>
                  <a:pt x="140" y="164"/>
                  <a:pt x="139" y="165"/>
                </a:cubicBezTo>
                <a:lnTo>
                  <a:pt x="135" y="175"/>
                </a:lnTo>
                <a:lnTo>
                  <a:pt x="134" y="181"/>
                </a:lnTo>
                <a:cubicBezTo>
                  <a:pt x="134" y="183"/>
                  <a:pt x="134" y="184"/>
                  <a:pt x="134" y="184"/>
                </a:cubicBezTo>
                <a:cubicBezTo>
                  <a:pt x="135" y="185"/>
                  <a:pt x="135" y="185"/>
                  <a:pt x="135" y="185"/>
                </a:cubicBezTo>
                <a:lnTo>
                  <a:pt x="136" y="185"/>
                </a:lnTo>
                <a:lnTo>
                  <a:pt x="136" y="186"/>
                </a:lnTo>
                <a:lnTo>
                  <a:pt x="130" y="185"/>
                </a:lnTo>
                <a:lnTo>
                  <a:pt x="131" y="185"/>
                </a:lnTo>
                <a:cubicBezTo>
                  <a:pt x="131" y="185"/>
                  <a:pt x="132" y="184"/>
                  <a:pt x="132" y="184"/>
                </a:cubicBezTo>
                <a:cubicBezTo>
                  <a:pt x="132" y="183"/>
                  <a:pt x="132" y="183"/>
                  <a:pt x="133" y="181"/>
                </a:cubicBezTo>
                <a:lnTo>
                  <a:pt x="133" y="175"/>
                </a:lnTo>
                <a:lnTo>
                  <a:pt x="131" y="164"/>
                </a:lnTo>
                <a:cubicBezTo>
                  <a:pt x="131" y="162"/>
                  <a:pt x="130" y="161"/>
                  <a:pt x="130" y="161"/>
                </a:cubicBezTo>
                <a:cubicBezTo>
                  <a:pt x="130" y="161"/>
                  <a:pt x="130" y="160"/>
                  <a:pt x="130" y="160"/>
                </a:cubicBezTo>
                <a:cubicBezTo>
                  <a:pt x="129" y="160"/>
                  <a:pt x="129" y="160"/>
                  <a:pt x="129" y="159"/>
                </a:cubicBezTo>
                <a:lnTo>
                  <a:pt x="135" y="159"/>
                </a:lnTo>
                <a:lnTo>
                  <a:pt x="135" y="160"/>
                </a:lnTo>
                <a:lnTo>
                  <a:pt x="134" y="160"/>
                </a:lnTo>
                <a:cubicBezTo>
                  <a:pt x="134" y="160"/>
                  <a:pt x="134" y="160"/>
                  <a:pt x="133" y="160"/>
                </a:cubicBezTo>
                <a:cubicBezTo>
                  <a:pt x="133" y="161"/>
                  <a:pt x="133" y="161"/>
                  <a:pt x="133" y="162"/>
                </a:cubicBezTo>
                <a:cubicBezTo>
                  <a:pt x="133" y="162"/>
                  <a:pt x="133" y="163"/>
                  <a:pt x="133" y="164"/>
                </a:cubicBezTo>
                <a:lnTo>
                  <a:pt x="135" y="173"/>
                </a:lnTo>
                <a:lnTo>
                  <a:pt x="138" y="165"/>
                </a:lnTo>
                <a:cubicBezTo>
                  <a:pt x="139" y="164"/>
                  <a:pt x="139" y="163"/>
                  <a:pt x="139" y="163"/>
                </a:cubicBezTo>
                <a:cubicBezTo>
                  <a:pt x="139" y="162"/>
                  <a:pt x="139" y="162"/>
                  <a:pt x="139" y="162"/>
                </a:cubicBezTo>
                <a:cubicBezTo>
                  <a:pt x="139" y="161"/>
                  <a:pt x="139" y="161"/>
                  <a:pt x="139" y="161"/>
                </a:cubicBezTo>
                <a:cubicBezTo>
                  <a:pt x="139" y="161"/>
                  <a:pt x="139" y="161"/>
                  <a:pt x="138" y="161"/>
                </a:cubicBezTo>
                <a:lnTo>
                  <a:pt x="138" y="160"/>
                </a:lnTo>
                <a:close/>
              </a:path>
              <a:path w="336" h="189">
                <a:moveTo>
                  <a:pt x="84" y="146"/>
                </a:moveTo>
                <a:lnTo>
                  <a:pt x="79" y="155"/>
                </a:lnTo>
                <a:lnTo>
                  <a:pt x="82" y="156"/>
                </a:lnTo>
                <a:cubicBezTo>
                  <a:pt x="83" y="157"/>
                  <a:pt x="83" y="157"/>
                  <a:pt x="84" y="156"/>
                </a:cubicBezTo>
                <a:cubicBezTo>
                  <a:pt x="84" y="156"/>
                  <a:pt x="85" y="155"/>
                  <a:pt x="86" y="154"/>
                </a:cubicBezTo>
                <a:lnTo>
                  <a:pt x="82" y="162"/>
                </a:lnTo>
                <a:lnTo>
                  <a:pt x="81" y="162"/>
                </a:lnTo>
                <a:cubicBezTo>
                  <a:pt x="82" y="161"/>
                  <a:pt x="82" y="160"/>
                  <a:pt x="82" y="160"/>
                </a:cubicBezTo>
                <a:cubicBezTo>
                  <a:pt x="82" y="159"/>
                  <a:pt x="82" y="159"/>
                  <a:pt x="82" y="158"/>
                </a:cubicBezTo>
                <a:cubicBezTo>
                  <a:pt x="82" y="158"/>
                  <a:pt x="82" y="158"/>
                  <a:pt x="81" y="157"/>
                </a:cubicBezTo>
                <a:lnTo>
                  <a:pt x="79" y="156"/>
                </a:lnTo>
                <a:lnTo>
                  <a:pt x="75" y="164"/>
                </a:lnTo>
                <a:cubicBezTo>
                  <a:pt x="74" y="165"/>
                  <a:pt x="74" y="165"/>
                  <a:pt x="74" y="166"/>
                </a:cubicBezTo>
                <a:cubicBezTo>
                  <a:pt x="74" y="166"/>
                  <a:pt x="74" y="166"/>
                  <a:pt x="74" y="166"/>
                </a:cubicBezTo>
                <a:cubicBezTo>
                  <a:pt x="74" y="166"/>
                  <a:pt x="74" y="167"/>
                  <a:pt x="74" y="167"/>
                </a:cubicBezTo>
                <a:lnTo>
                  <a:pt x="76" y="168"/>
                </a:lnTo>
                <a:cubicBezTo>
                  <a:pt x="77" y="168"/>
                  <a:pt x="77" y="168"/>
                  <a:pt x="78" y="168"/>
                </a:cubicBezTo>
                <a:cubicBezTo>
                  <a:pt x="78" y="168"/>
                  <a:pt x="79" y="168"/>
                  <a:pt x="79" y="168"/>
                </a:cubicBezTo>
                <a:cubicBezTo>
                  <a:pt x="80" y="167"/>
                  <a:pt x="81" y="166"/>
                  <a:pt x="82" y="165"/>
                </a:cubicBezTo>
                <a:lnTo>
                  <a:pt x="78" y="171"/>
                </a:lnTo>
                <a:lnTo>
                  <a:pt x="69" y="166"/>
                </a:lnTo>
                <a:lnTo>
                  <a:pt x="70" y="165"/>
                </a:lnTo>
                <a:cubicBezTo>
                  <a:pt x="70" y="166"/>
                  <a:pt x="71" y="166"/>
                  <a:pt x="71" y="165"/>
                </a:cubicBezTo>
                <a:cubicBezTo>
                  <a:pt x="71" y="165"/>
                  <a:pt x="72" y="165"/>
                  <a:pt x="72" y="165"/>
                </a:cubicBezTo>
                <a:cubicBezTo>
                  <a:pt x="72" y="164"/>
                  <a:pt x="73" y="164"/>
                  <a:pt x="73" y="163"/>
                </a:cubicBezTo>
                <a:lnTo>
                  <a:pt x="81" y="148"/>
                </a:lnTo>
                <a:cubicBezTo>
                  <a:pt x="82" y="146"/>
                  <a:pt x="82" y="145"/>
                  <a:pt x="82" y="145"/>
                </a:cubicBezTo>
                <a:cubicBezTo>
                  <a:pt x="82" y="144"/>
                  <a:pt x="82" y="144"/>
                  <a:pt x="82" y="144"/>
                </a:cubicBezTo>
                <a:lnTo>
                  <a:pt x="81" y="143"/>
                </a:lnTo>
                <a:lnTo>
                  <a:pt x="82" y="143"/>
                </a:lnTo>
                <a:lnTo>
                  <a:pt x="91" y="147"/>
                </a:lnTo>
                <a:lnTo>
                  <a:pt x="88" y="153"/>
                </a:lnTo>
                <a:lnTo>
                  <a:pt x="88" y="152"/>
                </a:lnTo>
                <a:cubicBezTo>
                  <a:pt x="88" y="151"/>
                  <a:pt x="89" y="150"/>
                  <a:pt x="89" y="150"/>
                </a:cubicBezTo>
                <a:cubicBezTo>
                  <a:pt x="89" y="149"/>
                  <a:pt x="89" y="149"/>
                  <a:pt x="89" y="148"/>
                </a:cubicBezTo>
                <a:cubicBezTo>
                  <a:pt x="88" y="148"/>
                  <a:pt x="88" y="148"/>
                  <a:pt x="87" y="147"/>
                </a:cubicBezTo>
                <a:lnTo>
                  <a:pt x="84" y="146"/>
                </a:lnTo>
                <a:close/>
              </a:path>
              <a:path w="336" h="189">
                <a:moveTo>
                  <a:pt x="108" y="180"/>
                </a:moveTo>
                <a:lnTo>
                  <a:pt x="108" y="180"/>
                </a:lnTo>
                <a:lnTo>
                  <a:pt x="103" y="178"/>
                </a:lnTo>
                <a:lnTo>
                  <a:pt x="103" y="177"/>
                </a:lnTo>
                <a:lnTo>
                  <a:pt x="104" y="178"/>
                </a:lnTo>
                <a:cubicBezTo>
                  <a:pt x="104" y="178"/>
                  <a:pt x="105" y="178"/>
                  <a:pt x="105" y="177"/>
                </a:cubicBezTo>
                <a:cubicBezTo>
                  <a:pt x="105" y="177"/>
                  <a:pt x="106" y="176"/>
                  <a:pt x="106" y="174"/>
                </a:cubicBezTo>
                <a:lnTo>
                  <a:pt x="113" y="159"/>
                </a:lnTo>
                <a:cubicBezTo>
                  <a:pt x="113" y="157"/>
                  <a:pt x="113" y="157"/>
                  <a:pt x="113" y="156"/>
                </a:cubicBezTo>
                <a:cubicBezTo>
                  <a:pt x="113" y="156"/>
                  <a:pt x="113" y="156"/>
                  <a:pt x="113" y="155"/>
                </a:cubicBezTo>
                <a:cubicBezTo>
                  <a:pt x="113" y="155"/>
                  <a:pt x="113" y="155"/>
                  <a:pt x="113" y="154"/>
                </a:cubicBezTo>
                <a:lnTo>
                  <a:pt x="112" y="154"/>
                </a:lnTo>
                <a:lnTo>
                  <a:pt x="113" y="154"/>
                </a:lnTo>
                <a:lnTo>
                  <a:pt x="118" y="156"/>
                </a:lnTo>
                <a:lnTo>
                  <a:pt x="117" y="156"/>
                </a:lnTo>
                <a:cubicBezTo>
                  <a:pt x="117" y="156"/>
                  <a:pt x="116" y="156"/>
                  <a:pt x="116" y="157"/>
                </a:cubicBezTo>
                <a:cubicBezTo>
                  <a:pt x="115" y="157"/>
                  <a:pt x="115" y="158"/>
                  <a:pt x="114" y="159"/>
                </a:cubicBezTo>
                <a:lnTo>
                  <a:pt x="108" y="175"/>
                </a:lnTo>
                <a:cubicBezTo>
                  <a:pt x="108" y="176"/>
                  <a:pt x="107" y="177"/>
                  <a:pt x="107" y="178"/>
                </a:cubicBezTo>
                <a:cubicBezTo>
                  <a:pt x="107" y="178"/>
                  <a:pt x="107" y="178"/>
                  <a:pt x="107" y="179"/>
                </a:cubicBezTo>
                <a:cubicBezTo>
                  <a:pt x="107" y="179"/>
                  <a:pt x="108" y="179"/>
                  <a:pt x="108" y="179"/>
                </a:cubicBezTo>
                <a:lnTo>
                  <a:pt x="108" y="180"/>
                </a:lnTo>
                <a:close/>
              </a:path>
              <a:path w="336" h="189">
                <a:moveTo>
                  <a:pt x="129" y="158"/>
                </a:moveTo>
                <a:lnTo>
                  <a:pt x="128" y="164"/>
                </a:lnTo>
                <a:cubicBezTo>
                  <a:pt x="128" y="163"/>
                  <a:pt x="128" y="162"/>
                  <a:pt x="128" y="162"/>
                </a:cubicBezTo>
                <a:cubicBezTo>
                  <a:pt x="128" y="161"/>
                  <a:pt x="128" y="161"/>
                  <a:pt x="128" y="160"/>
                </a:cubicBezTo>
                <a:cubicBezTo>
                  <a:pt x="127" y="160"/>
                  <a:pt x="127" y="159"/>
                  <a:pt x="126" y="159"/>
                </a:cubicBezTo>
                <a:lnTo>
                  <a:pt x="125" y="159"/>
                </a:lnTo>
                <a:lnTo>
                  <a:pt x="120" y="178"/>
                </a:lnTo>
                <a:cubicBezTo>
                  <a:pt x="119" y="180"/>
                  <a:pt x="119" y="181"/>
                  <a:pt x="119" y="181"/>
                </a:cubicBezTo>
                <a:cubicBezTo>
                  <a:pt x="119" y="182"/>
                  <a:pt x="119" y="182"/>
                  <a:pt x="120" y="182"/>
                </a:cubicBezTo>
                <a:lnTo>
                  <a:pt x="120" y="183"/>
                </a:lnTo>
                <a:lnTo>
                  <a:pt x="115" y="182"/>
                </a:lnTo>
                <a:lnTo>
                  <a:pt x="115" y="181"/>
                </a:lnTo>
                <a:cubicBezTo>
                  <a:pt x="116" y="181"/>
                  <a:pt x="116" y="181"/>
                  <a:pt x="117" y="180"/>
                </a:cubicBezTo>
                <a:cubicBezTo>
                  <a:pt x="117" y="180"/>
                  <a:pt x="117" y="179"/>
                  <a:pt x="118" y="178"/>
                </a:cubicBezTo>
                <a:lnTo>
                  <a:pt x="123" y="158"/>
                </a:lnTo>
                <a:lnTo>
                  <a:pt x="121" y="158"/>
                </a:lnTo>
                <a:cubicBezTo>
                  <a:pt x="121" y="158"/>
                  <a:pt x="120" y="158"/>
                  <a:pt x="120" y="158"/>
                </a:cubicBezTo>
                <a:cubicBezTo>
                  <a:pt x="120" y="158"/>
                  <a:pt x="119" y="158"/>
                  <a:pt x="119" y="159"/>
                </a:cubicBezTo>
                <a:cubicBezTo>
                  <a:pt x="119" y="160"/>
                  <a:pt x="118" y="160"/>
                  <a:pt x="118" y="162"/>
                </a:cubicBezTo>
                <a:lnTo>
                  <a:pt x="117" y="161"/>
                </a:lnTo>
                <a:lnTo>
                  <a:pt x="119" y="156"/>
                </a:lnTo>
                <a:lnTo>
                  <a:pt x="129" y="158"/>
                </a:lnTo>
                <a:close/>
              </a:path>
              <a:path w="336" h="189">
                <a:moveTo>
                  <a:pt x="209" y="181"/>
                </a:moveTo>
                <a:lnTo>
                  <a:pt x="210" y="181"/>
                </a:lnTo>
                <a:lnTo>
                  <a:pt x="204" y="183"/>
                </a:lnTo>
                <a:lnTo>
                  <a:pt x="204" y="182"/>
                </a:lnTo>
                <a:lnTo>
                  <a:pt x="205" y="182"/>
                </a:lnTo>
                <a:cubicBezTo>
                  <a:pt x="205" y="182"/>
                  <a:pt x="205" y="181"/>
                  <a:pt x="206" y="181"/>
                </a:cubicBezTo>
                <a:cubicBezTo>
                  <a:pt x="206" y="180"/>
                  <a:pt x="205" y="179"/>
                  <a:pt x="205" y="178"/>
                </a:cubicBezTo>
                <a:lnTo>
                  <a:pt x="202" y="161"/>
                </a:lnTo>
                <a:cubicBezTo>
                  <a:pt x="201" y="160"/>
                  <a:pt x="201" y="159"/>
                  <a:pt x="201" y="159"/>
                </a:cubicBezTo>
                <a:cubicBezTo>
                  <a:pt x="201" y="158"/>
                  <a:pt x="201" y="158"/>
                  <a:pt x="200" y="158"/>
                </a:cubicBezTo>
                <a:cubicBezTo>
                  <a:pt x="200" y="158"/>
                  <a:pt x="200" y="158"/>
                  <a:pt x="199" y="158"/>
                </a:cubicBezTo>
                <a:lnTo>
                  <a:pt x="199" y="157"/>
                </a:lnTo>
                <a:lnTo>
                  <a:pt x="204" y="156"/>
                </a:lnTo>
                <a:lnTo>
                  <a:pt x="204" y="157"/>
                </a:lnTo>
                <a:cubicBezTo>
                  <a:pt x="203" y="157"/>
                  <a:pt x="203" y="157"/>
                  <a:pt x="203" y="158"/>
                </a:cubicBezTo>
                <a:cubicBezTo>
                  <a:pt x="203" y="158"/>
                  <a:pt x="203" y="159"/>
                  <a:pt x="203" y="161"/>
                </a:cubicBezTo>
                <a:lnTo>
                  <a:pt x="207" y="177"/>
                </a:lnTo>
                <a:cubicBezTo>
                  <a:pt x="207" y="179"/>
                  <a:pt x="207" y="179"/>
                  <a:pt x="208" y="180"/>
                </a:cubicBezTo>
                <a:cubicBezTo>
                  <a:pt x="208" y="180"/>
                  <a:pt x="208" y="180"/>
                  <a:pt x="208" y="181"/>
                </a:cubicBezTo>
                <a:cubicBezTo>
                  <a:pt x="208" y="181"/>
                  <a:pt x="209" y="181"/>
                  <a:pt x="209" y="181"/>
                </a:cubicBezTo>
                <a:close/>
              </a:path>
              <a:path w="336" h="189">
                <a:moveTo>
                  <a:pt x="197" y="157"/>
                </a:moveTo>
                <a:lnTo>
                  <a:pt x="199" y="166"/>
                </a:lnTo>
                <a:cubicBezTo>
                  <a:pt x="198" y="163"/>
                  <a:pt x="197" y="162"/>
                  <a:pt x="196" y="161"/>
                </a:cubicBezTo>
                <a:cubicBezTo>
                  <a:pt x="195" y="160"/>
                  <a:pt x="194" y="159"/>
                  <a:pt x="193" y="160"/>
                </a:cubicBezTo>
                <a:cubicBezTo>
                  <a:pt x="193" y="160"/>
                  <a:pt x="192" y="160"/>
                  <a:pt x="192" y="161"/>
                </a:cubicBezTo>
                <a:cubicBezTo>
                  <a:pt x="191" y="162"/>
                  <a:pt x="191" y="164"/>
                  <a:pt x="191" y="166"/>
                </a:cubicBezTo>
                <a:cubicBezTo>
                  <a:pt x="191" y="168"/>
                  <a:pt x="191" y="170"/>
                  <a:pt x="192" y="173"/>
                </a:cubicBezTo>
                <a:cubicBezTo>
                  <a:pt x="192" y="175"/>
                  <a:pt x="193" y="177"/>
                  <a:pt x="194" y="179"/>
                </a:cubicBezTo>
                <a:cubicBezTo>
                  <a:pt x="194" y="181"/>
                  <a:pt x="195" y="182"/>
                  <a:pt x="196" y="183"/>
                </a:cubicBezTo>
                <a:cubicBezTo>
                  <a:pt x="197" y="183"/>
                  <a:pt x="198" y="184"/>
                  <a:pt x="199" y="183"/>
                </a:cubicBezTo>
                <a:cubicBezTo>
                  <a:pt x="200" y="183"/>
                  <a:pt x="200" y="183"/>
                  <a:pt x="201" y="182"/>
                </a:cubicBezTo>
                <a:cubicBezTo>
                  <a:pt x="201" y="181"/>
                  <a:pt x="202" y="179"/>
                  <a:pt x="202" y="177"/>
                </a:cubicBezTo>
                <a:cubicBezTo>
                  <a:pt x="202" y="180"/>
                  <a:pt x="202" y="182"/>
                  <a:pt x="201" y="183"/>
                </a:cubicBezTo>
                <a:cubicBezTo>
                  <a:pt x="201" y="184"/>
                  <a:pt x="200" y="185"/>
                  <a:pt x="199" y="185"/>
                </a:cubicBezTo>
                <a:cubicBezTo>
                  <a:pt x="197" y="186"/>
                  <a:pt x="195" y="184"/>
                  <a:pt x="193" y="182"/>
                </a:cubicBezTo>
                <a:cubicBezTo>
                  <a:pt x="191" y="179"/>
                  <a:pt x="190" y="177"/>
                  <a:pt x="190" y="174"/>
                </a:cubicBezTo>
                <a:cubicBezTo>
                  <a:pt x="189" y="171"/>
                  <a:pt x="189" y="169"/>
                  <a:pt x="189" y="166"/>
                </a:cubicBezTo>
                <a:cubicBezTo>
                  <a:pt x="189" y="164"/>
                  <a:pt x="190" y="162"/>
                  <a:pt x="190" y="161"/>
                </a:cubicBezTo>
                <a:cubicBezTo>
                  <a:pt x="191" y="159"/>
                  <a:pt x="192" y="159"/>
                  <a:pt x="193" y="158"/>
                </a:cubicBezTo>
                <a:cubicBezTo>
                  <a:pt x="194" y="158"/>
                  <a:pt x="195" y="158"/>
                  <a:pt x="196" y="159"/>
                </a:cubicBezTo>
                <a:cubicBezTo>
                  <a:pt x="196" y="159"/>
                  <a:pt x="196" y="159"/>
                  <a:pt x="197" y="159"/>
                </a:cubicBezTo>
                <a:cubicBezTo>
                  <a:pt x="197" y="159"/>
                  <a:pt x="197" y="159"/>
                  <a:pt x="197" y="159"/>
                </a:cubicBezTo>
                <a:cubicBezTo>
                  <a:pt x="197" y="158"/>
                  <a:pt x="197" y="158"/>
                  <a:pt x="197" y="157"/>
                </a:cubicBezTo>
                <a:close/>
              </a:path>
              <a:path w="336" h="189">
                <a:moveTo>
                  <a:pt x="183" y="160"/>
                </a:moveTo>
                <a:lnTo>
                  <a:pt x="185" y="169"/>
                </a:lnTo>
                <a:cubicBezTo>
                  <a:pt x="184" y="167"/>
                  <a:pt x="184" y="166"/>
                  <a:pt x="183" y="165"/>
                </a:cubicBezTo>
                <a:cubicBezTo>
                  <a:pt x="183" y="164"/>
                  <a:pt x="182" y="163"/>
                  <a:pt x="182" y="163"/>
                </a:cubicBezTo>
                <a:cubicBezTo>
                  <a:pt x="181" y="162"/>
                  <a:pt x="180" y="162"/>
                  <a:pt x="180" y="162"/>
                </a:cubicBezTo>
                <a:cubicBezTo>
                  <a:pt x="179" y="163"/>
                  <a:pt x="179" y="163"/>
                  <a:pt x="178" y="164"/>
                </a:cubicBezTo>
                <a:cubicBezTo>
                  <a:pt x="178" y="165"/>
                  <a:pt x="178" y="166"/>
                  <a:pt x="178" y="167"/>
                </a:cubicBezTo>
                <a:cubicBezTo>
                  <a:pt x="179" y="168"/>
                  <a:pt x="179" y="168"/>
                  <a:pt x="179" y="169"/>
                </a:cubicBezTo>
                <a:cubicBezTo>
                  <a:pt x="180" y="170"/>
                  <a:pt x="181" y="171"/>
                  <a:pt x="183" y="172"/>
                </a:cubicBezTo>
                <a:cubicBezTo>
                  <a:pt x="184" y="173"/>
                  <a:pt x="185" y="174"/>
                  <a:pt x="186" y="175"/>
                </a:cubicBezTo>
                <a:cubicBezTo>
                  <a:pt x="186" y="175"/>
                  <a:pt x="187" y="176"/>
                  <a:pt x="187" y="177"/>
                </a:cubicBezTo>
                <a:cubicBezTo>
                  <a:pt x="188" y="178"/>
                  <a:pt x="188" y="179"/>
                  <a:pt x="188" y="180"/>
                </a:cubicBezTo>
                <a:cubicBezTo>
                  <a:pt x="189" y="182"/>
                  <a:pt x="189" y="183"/>
                  <a:pt x="188" y="185"/>
                </a:cubicBezTo>
                <a:cubicBezTo>
                  <a:pt x="188" y="186"/>
                  <a:pt x="187" y="187"/>
                  <a:pt x="186" y="188"/>
                </a:cubicBezTo>
                <a:cubicBezTo>
                  <a:pt x="185" y="188"/>
                  <a:pt x="185" y="188"/>
                  <a:pt x="185" y="188"/>
                </a:cubicBezTo>
                <a:cubicBezTo>
                  <a:pt x="185" y="188"/>
                  <a:pt x="184" y="188"/>
                  <a:pt x="184" y="187"/>
                </a:cubicBezTo>
                <a:cubicBezTo>
                  <a:pt x="183" y="187"/>
                  <a:pt x="182" y="187"/>
                  <a:pt x="182" y="187"/>
                </a:cubicBezTo>
                <a:cubicBezTo>
                  <a:pt x="182" y="187"/>
                  <a:pt x="182" y="187"/>
                  <a:pt x="182" y="187"/>
                </a:cubicBezTo>
                <a:cubicBezTo>
                  <a:pt x="182" y="188"/>
                  <a:pt x="182" y="188"/>
                  <a:pt x="182" y="189"/>
                </a:cubicBezTo>
                <a:lnTo>
                  <a:pt x="180" y="180"/>
                </a:lnTo>
                <a:cubicBezTo>
                  <a:pt x="181" y="182"/>
                  <a:pt x="181" y="183"/>
                  <a:pt x="182" y="184"/>
                </a:cubicBezTo>
                <a:cubicBezTo>
                  <a:pt x="182" y="185"/>
                  <a:pt x="183" y="185"/>
                  <a:pt x="183" y="186"/>
                </a:cubicBezTo>
                <a:cubicBezTo>
                  <a:pt x="184" y="186"/>
                  <a:pt x="185" y="186"/>
                  <a:pt x="185" y="186"/>
                </a:cubicBezTo>
                <a:cubicBezTo>
                  <a:pt x="186" y="186"/>
                  <a:pt x="187" y="185"/>
                  <a:pt x="187" y="185"/>
                </a:cubicBezTo>
                <a:cubicBezTo>
                  <a:pt x="187" y="184"/>
                  <a:pt x="187" y="183"/>
                  <a:pt x="187" y="181"/>
                </a:cubicBezTo>
                <a:cubicBezTo>
                  <a:pt x="187" y="181"/>
                  <a:pt x="187" y="180"/>
                  <a:pt x="186" y="180"/>
                </a:cubicBezTo>
                <a:cubicBezTo>
                  <a:pt x="186" y="179"/>
                  <a:pt x="186" y="178"/>
                  <a:pt x="185" y="178"/>
                </a:cubicBezTo>
                <a:cubicBezTo>
                  <a:pt x="185" y="178"/>
                  <a:pt x="184" y="177"/>
                  <a:pt x="183" y="176"/>
                </a:cubicBezTo>
                <a:cubicBezTo>
                  <a:pt x="181" y="175"/>
                  <a:pt x="180" y="174"/>
                  <a:pt x="180" y="174"/>
                </a:cubicBezTo>
                <a:cubicBezTo>
                  <a:pt x="179" y="173"/>
                  <a:pt x="179" y="172"/>
                  <a:pt x="178" y="171"/>
                </a:cubicBezTo>
                <a:cubicBezTo>
                  <a:pt x="178" y="171"/>
                  <a:pt x="177" y="170"/>
                  <a:pt x="177" y="169"/>
                </a:cubicBezTo>
                <a:cubicBezTo>
                  <a:pt x="177" y="167"/>
                  <a:pt x="177" y="165"/>
                  <a:pt x="177" y="164"/>
                </a:cubicBezTo>
                <a:cubicBezTo>
                  <a:pt x="178" y="162"/>
                  <a:pt x="178" y="161"/>
                  <a:pt x="179" y="161"/>
                </a:cubicBezTo>
                <a:cubicBezTo>
                  <a:pt x="180" y="161"/>
                  <a:pt x="181" y="161"/>
                  <a:pt x="182" y="161"/>
                </a:cubicBezTo>
                <a:cubicBezTo>
                  <a:pt x="182" y="162"/>
                  <a:pt x="182" y="162"/>
                  <a:pt x="182" y="162"/>
                </a:cubicBezTo>
                <a:cubicBezTo>
                  <a:pt x="183" y="162"/>
                  <a:pt x="183" y="162"/>
                  <a:pt x="183" y="161"/>
                </a:cubicBezTo>
                <a:cubicBezTo>
                  <a:pt x="183" y="161"/>
                  <a:pt x="183" y="161"/>
                  <a:pt x="183" y="160"/>
                </a:cubicBezTo>
                <a:close/>
              </a:path>
              <a:path w="336" h="189">
                <a:moveTo>
                  <a:pt x="209" y="157"/>
                </a:moveTo>
                <a:lnTo>
                  <a:pt x="212" y="167"/>
                </a:lnTo>
                <a:lnTo>
                  <a:pt x="214" y="166"/>
                </a:lnTo>
                <a:cubicBezTo>
                  <a:pt x="215" y="166"/>
                  <a:pt x="215" y="166"/>
                  <a:pt x="216" y="165"/>
                </a:cubicBezTo>
                <a:cubicBezTo>
                  <a:pt x="216" y="165"/>
                  <a:pt x="216" y="164"/>
                  <a:pt x="215" y="162"/>
                </a:cubicBezTo>
                <a:lnTo>
                  <a:pt x="216" y="162"/>
                </a:lnTo>
                <a:lnTo>
                  <a:pt x="218" y="171"/>
                </a:lnTo>
                <a:lnTo>
                  <a:pt x="217" y="171"/>
                </a:lnTo>
                <a:cubicBezTo>
                  <a:pt x="217" y="170"/>
                  <a:pt x="217" y="169"/>
                  <a:pt x="217" y="169"/>
                </a:cubicBezTo>
                <a:cubicBezTo>
                  <a:pt x="216" y="168"/>
                  <a:pt x="216" y="168"/>
                  <a:pt x="216" y="168"/>
                </a:cubicBezTo>
                <a:cubicBezTo>
                  <a:pt x="216" y="168"/>
                  <a:pt x="215" y="167"/>
                  <a:pt x="215" y="168"/>
                </a:cubicBezTo>
                <a:lnTo>
                  <a:pt x="212" y="168"/>
                </a:lnTo>
                <a:lnTo>
                  <a:pt x="214" y="177"/>
                </a:lnTo>
                <a:cubicBezTo>
                  <a:pt x="214" y="178"/>
                  <a:pt x="214" y="179"/>
                  <a:pt x="214" y="179"/>
                </a:cubicBezTo>
                <a:cubicBezTo>
                  <a:pt x="215" y="179"/>
                  <a:pt x="215" y="179"/>
                  <a:pt x="215" y="179"/>
                </a:cubicBezTo>
                <a:cubicBezTo>
                  <a:pt x="215" y="179"/>
                  <a:pt x="215" y="179"/>
                  <a:pt x="216" y="179"/>
                </a:cubicBezTo>
                <a:lnTo>
                  <a:pt x="218" y="179"/>
                </a:lnTo>
                <a:cubicBezTo>
                  <a:pt x="218" y="179"/>
                  <a:pt x="219" y="178"/>
                  <a:pt x="219" y="178"/>
                </a:cubicBezTo>
                <a:cubicBezTo>
                  <a:pt x="219" y="178"/>
                  <a:pt x="219" y="177"/>
                  <a:pt x="220" y="177"/>
                </a:cubicBezTo>
                <a:cubicBezTo>
                  <a:pt x="220" y="176"/>
                  <a:pt x="220" y="175"/>
                  <a:pt x="220" y="173"/>
                </a:cubicBezTo>
                <a:lnTo>
                  <a:pt x="221" y="180"/>
                </a:lnTo>
                <a:lnTo>
                  <a:pt x="212" y="182"/>
                </a:lnTo>
                <a:lnTo>
                  <a:pt x="211" y="181"/>
                </a:lnTo>
                <a:lnTo>
                  <a:pt x="212" y="181"/>
                </a:lnTo>
                <a:cubicBezTo>
                  <a:pt x="212" y="181"/>
                  <a:pt x="212" y="181"/>
                  <a:pt x="213" y="180"/>
                </a:cubicBezTo>
                <a:cubicBezTo>
                  <a:pt x="213" y="180"/>
                  <a:pt x="213" y="180"/>
                  <a:pt x="213" y="179"/>
                </a:cubicBezTo>
                <a:cubicBezTo>
                  <a:pt x="213" y="179"/>
                  <a:pt x="213" y="178"/>
                  <a:pt x="212" y="177"/>
                </a:cubicBezTo>
                <a:lnTo>
                  <a:pt x="208" y="160"/>
                </a:lnTo>
                <a:cubicBezTo>
                  <a:pt x="208" y="159"/>
                  <a:pt x="208" y="158"/>
                  <a:pt x="208" y="157"/>
                </a:cubicBezTo>
                <a:cubicBezTo>
                  <a:pt x="207" y="157"/>
                  <a:pt x="207" y="157"/>
                  <a:pt x="206" y="157"/>
                </a:cubicBezTo>
                <a:lnTo>
                  <a:pt x="206" y="156"/>
                </a:lnTo>
                <a:lnTo>
                  <a:pt x="215" y="154"/>
                </a:lnTo>
                <a:lnTo>
                  <a:pt x="216" y="159"/>
                </a:lnTo>
                <a:lnTo>
                  <a:pt x="216" y="160"/>
                </a:lnTo>
                <a:cubicBezTo>
                  <a:pt x="215" y="158"/>
                  <a:pt x="215" y="157"/>
                  <a:pt x="215" y="157"/>
                </a:cubicBezTo>
                <a:cubicBezTo>
                  <a:pt x="215" y="156"/>
                  <a:pt x="214" y="156"/>
                  <a:pt x="214" y="156"/>
                </a:cubicBezTo>
                <a:cubicBezTo>
                  <a:pt x="214" y="156"/>
                  <a:pt x="213" y="156"/>
                  <a:pt x="213" y="156"/>
                </a:cubicBezTo>
                <a:lnTo>
                  <a:pt x="209" y="157"/>
                </a:lnTo>
                <a:close/>
              </a:path>
              <a:path w="336" h="189">
                <a:moveTo>
                  <a:pt x="217" y="153"/>
                </a:moveTo>
                <a:lnTo>
                  <a:pt x="220" y="153"/>
                </a:lnTo>
                <a:lnTo>
                  <a:pt x="231" y="170"/>
                </a:lnTo>
                <a:lnTo>
                  <a:pt x="228" y="155"/>
                </a:lnTo>
                <a:cubicBezTo>
                  <a:pt x="228" y="154"/>
                  <a:pt x="227" y="153"/>
                  <a:pt x="227" y="152"/>
                </a:cubicBezTo>
                <a:cubicBezTo>
                  <a:pt x="227" y="152"/>
                  <a:pt x="226" y="152"/>
                  <a:pt x="226" y="152"/>
                </a:cubicBezTo>
                <a:lnTo>
                  <a:pt x="225" y="152"/>
                </a:lnTo>
                <a:lnTo>
                  <a:pt x="225" y="151"/>
                </a:lnTo>
                <a:lnTo>
                  <a:pt x="229" y="150"/>
                </a:lnTo>
                <a:lnTo>
                  <a:pt x="230" y="151"/>
                </a:lnTo>
                <a:lnTo>
                  <a:pt x="229" y="151"/>
                </a:lnTo>
                <a:cubicBezTo>
                  <a:pt x="229" y="151"/>
                  <a:pt x="228" y="151"/>
                  <a:pt x="228" y="152"/>
                </a:cubicBezTo>
                <a:cubicBezTo>
                  <a:pt x="228" y="153"/>
                  <a:pt x="228" y="154"/>
                  <a:pt x="229" y="155"/>
                </a:cubicBezTo>
                <a:lnTo>
                  <a:pt x="234" y="177"/>
                </a:lnTo>
                <a:lnTo>
                  <a:pt x="233" y="177"/>
                </a:lnTo>
                <a:lnTo>
                  <a:pt x="221" y="158"/>
                </a:lnTo>
                <a:lnTo>
                  <a:pt x="224" y="174"/>
                </a:lnTo>
                <a:cubicBezTo>
                  <a:pt x="225" y="175"/>
                  <a:pt x="225" y="176"/>
                  <a:pt x="225" y="177"/>
                </a:cubicBezTo>
                <a:cubicBezTo>
                  <a:pt x="226" y="177"/>
                  <a:pt x="226" y="177"/>
                  <a:pt x="226" y="177"/>
                </a:cubicBezTo>
                <a:lnTo>
                  <a:pt x="227" y="177"/>
                </a:lnTo>
                <a:lnTo>
                  <a:pt x="227" y="178"/>
                </a:lnTo>
                <a:lnTo>
                  <a:pt x="223" y="179"/>
                </a:lnTo>
                <a:lnTo>
                  <a:pt x="223" y="178"/>
                </a:lnTo>
                <a:cubicBezTo>
                  <a:pt x="224" y="178"/>
                  <a:pt x="224" y="178"/>
                  <a:pt x="224" y="177"/>
                </a:cubicBezTo>
                <a:cubicBezTo>
                  <a:pt x="224" y="176"/>
                  <a:pt x="224" y="175"/>
                  <a:pt x="224" y="174"/>
                </a:cubicBezTo>
                <a:lnTo>
                  <a:pt x="220" y="156"/>
                </a:lnTo>
                <a:cubicBezTo>
                  <a:pt x="219" y="155"/>
                  <a:pt x="219" y="155"/>
                  <a:pt x="218" y="155"/>
                </a:cubicBezTo>
                <a:cubicBezTo>
                  <a:pt x="218" y="154"/>
                  <a:pt x="218" y="154"/>
                  <a:pt x="217" y="154"/>
                </a:cubicBezTo>
                <a:cubicBezTo>
                  <a:pt x="217" y="154"/>
                  <a:pt x="217" y="154"/>
                  <a:pt x="217" y="154"/>
                </a:cubicBezTo>
                <a:lnTo>
                  <a:pt x="217" y="153"/>
                </a:lnTo>
                <a:close/>
              </a:path>
              <a:path w="336" h="189">
                <a:moveTo>
                  <a:pt x="238" y="146"/>
                </a:moveTo>
                <a:lnTo>
                  <a:pt x="242" y="155"/>
                </a:lnTo>
                <a:cubicBezTo>
                  <a:pt x="240" y="152"/>
                  <a:pt x="239" y="151"/>
                  <a:pt x="238" y="150"/>
                </a:cubicBezTo>
                <a:cubicBezTo>
                  <a:pt x="237" y="149"/>
                  <a:pt x="236" y="149"/>
                  <a:pt x="235" y="149"/>
                </a:cubicBezTo>
                <a:cubicBezTo>
                  <a:pt x="234" y="149"/>
                  <a:pt x="233" y="150"/>
                  <a:pt x="233" y="151"/>
                </a:cubicBezTo>
                <a:cubicBezTo>
                  <a:pt x="233" y="152"/>
                  <a:pt x="233" y="154"/>
                  <a:pt x="233" y="156"/>
                </a:cubicBezTo>
                <a:cubicBezTo>
                  <a:pt x="233" y="158"/>
                  <a:pt x="234" y="160"/>
                  <a:pt x="235" y="163"/>
                </a:cubicBezTo>
                <a:cubicBezTo>
                  <a:pt x="236" y="165"/>
                  <a:pt x="237" y="167"/>
                  <a:pt x="237" y="168"/>
                </a:cubicBezTo>
                <a:cubicBezTo>
                  <a:pt x="238" y="170"/>
                  <a:pt x="239" y="171"/>
                  <a:pt x="240" y="172"/>
                </a:cubicBezTo>
                <a:cubicBezTo>
                  <a:pt x="241" y="172"/>
                  <a:pt x="242" y="172"/>
                  <a:pt x="243" y="172"/>
                </a:cubicBezTo>
                <a:cubicBezTo>
                  <a:pt x="244" y="172"/>
                  <a:pt x="245" y="171"/>
                  <a:pt x="245" y="170"/>
                </a:cubicBezTo>
                <a:cubicBezTo>
                  <a:pt x="245" y="169"/>
                  <a:pt x="246" y="168"/>
                  <a:pt x="246" y="165"/>
                </a:cubicBezTo>
                <a:lnTo>
                  <a:pt x="246" y="166"/>
                </a:lnTo>
                <a:cubicBezTo>
                  <a:pt x="246" y="168"/>
                  <a:pt x="246" y="170"/>
                  <a:pt x="246" y="171"/>
                </a:cubicBezTo>
                <a:cubicBezTo>
                  <a:pt x="245" y="173"/>
                  <a:pt x="244" y="174"/>
                  <a:pt x="243" y="174"/>
                </a:cubicBezTo>
                <a:cubicBezTo>
                  <a:pt x="241" y="175"/>
                  <a:pt x="239" y="174"/>
                  <a:pt x="237" y="171"/>
                </a:cubicBezTo>
                <a:cubicBezTo>
                  <a:pt x="235" y="169"/>
                  <a:pt x="234" y="167"/>
                  <a:pt x="233" y="164"/>
                </a:cubicBezTo>
                <a:cubicBezTo>
                  <a:pt x="232" y="161"/>
                  <a:pt x="231" y="159"/>
                  <a:pt x="231" y="156"/>
                </a:cubicBezTo>
                <a:cubicBezTo>
                  <a:pt x="231" y="154"/>
                  <a:pt x="231" y="152"/>
                  <a:pt x="232" y="151"/>
                </a:cubicBezTo>
                <a:cubicBezTo>
                  <a:pt x="232" y="149"/>
                  <a:pt x="233" y="148"/>
                  <a:pt x="234" y="148"/>
                </a:cubicBezTo>
                <a:cubicBezTo>
                  <a:pt x="235" y="148"/>
                  <a:pt x="236" y="148"/>
                  <a:pt x="237" y="148"/>
                </a:cubicBezTo>
                <a:cubicBezTo>
                  <a:pt x="238" y="148"/>
                  <a:pt x="238" y="149"/>
                  <a:pt x="238" y="149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8"/>
                  <a:pt x="238" y="147"/>
                  <a:pt x="238" y="147"/>
                </a:cubicBezTo>
                <a:lnTo>
                  <a:pt x="238" y="146"/>
                </a:lnTo>
                <a:close/>
              </a:path>
              <a:path w="336" h="189">
                <a:moveTo>
                  <a:pt x="245" y="146"/>
                </a:moveTo>
                <a:lnTo>
                  <a:pt x="248" y="156"/>
                </a:lnTo>
                <a:lnTo>
                  <a:pt x="251" y="155"/>
                </a:lnTo>
                <a:cubicBezTo>
                  <a:pt x="252" y="155"/>
                  <a:pt x="252" y="155"/>
                  <a:pt x="252" y="154"/>
                </a:cubicBezTo>
                <a:cubicBezTo>
                  <a:pt x="252" y="153"/>
                  <a:pt x="252" y="152"/>
                  <a:pt x="252" y="151"/>
                </a:cubicBezTo>
                <a:lnTo>
                  <a:pt x="255" y="159"/>
                </a:lnTo>
                <a:cubicBezTo>
                  <a:pt x="254" y="158"/>
                  <a:pt x="254" y="158"/>
                  <a:pt x="254" y="157"/>
                </a:cubicBezTo>
                <a:cubicBezTo>
                  <a:pt x="253" y="157"/>
                  <a:pt x="253" y="157"/>
                  <a:pt x="253" y="156"/>
                </a:cubicBezTo>
                <a:cubicBezTo>
                  <a:pt x="252" y="156"/>
                  <a:pt x="252" y="156"/>
                  <a:pt x="251" y="156"/>
                </a:cubicBezTo>
                <a:lnTo>
                  <a:pt x="249" y="157"/>
                </a:lnTo>
                <a:lnTo>
                  <a:pt x="252" y="166"/>
                </a:lnTo>
                <a:cubicBezTo>
                  <a:pt x="252" y="167"/>
                  <a:pt x="252" y="167"/>
                  <a:pt x="252" y="168"/>
                </a:cubicBezTo>
                <a:cubicBezTo>
                  <a:pt x="253" y="168"/>
                  <a:pt x="253" y="168"/>
                  <a:pt x="253" y="168"/>
                </a:cubicBezTo>
                <a:cubicBezTo>
                  <a:pt x="253" y="168"/>
                  <a:pt x="253" y="168"/>
                  <a:pt x="254" y="168"/>
                </a:cubicBezTo>
                <a:lnTo>
                  <a:pt x="256" y="167"/>
                </a:lnTo>
                <a:cubicBezTo>
                  <a:pt x="256" y="167"/>
                  <a:pt x="257" y="167"/>
                  <a:pt x="257" y="166"/>
                </a:cubicBezTo>
                <a:cubicBezTo>
                  <a:pt x="257" y="166"/>
                  <a:pt x="258" y="166"/>
                  <a:pt x="258" y="165"/>
                </a:cubicBezTo>
                <a:cubicBezTo>
                  <a:pt x="258" y="164"/>
                  <a:pt x="258" y="163"/>
                  <a:pt x="258" y="161"/>
                </a:cubicBezTo>
                <a:lnTo>
                  <a:pt x="259" y="168"/>
                </a:lnTo>
                <a:lnTo>
                  <a:pt x="250" y="171"/>
                </a:lnTo>
                <a:lnTo>
                  <a:pt x="249" y="170"/>
                </a:lnTo>
                <a:lnTo>
                  <a:pt x="250" y="170"/>
                </a:lnTo>
                <a:cubicBezTo>
                  <a:pt x="250" y="170"/>
                  <a:pt x="250" y="170"/>
                  <a:pt x="251" y="169"/>
                </a:cubicBezTo>
                <a:cubicBezTo>
                  <a:pt x="251" y="169"/>
                  <a:pt x="251" y="169"/>
                  <a:pt x="251" y="168"/>
                </a:cubicBezTo>
                <a:cubicBezTo>
                  <a:pt x="251" y="168"/>
                  <a:pt x="250" y="167"/>
                  <a:pt x="250" y="166"/>
                </a:cubicBezTo>
                <a:lnTo>
                  <a:pt x="244" y="150"/>
                </a:lnTo>
                <a:cubicBezTo>
                  <a:pt x="244" y="148"/>
                  <a:pt x="243" y="147"/>
                  <a:pt x="243" y="147"/>
                </a:cubicBezTo>
                <a:cubicBezTo>
                  <a:pt x="242" y="147"/>
                  <a:pt x="242" y="147"/>
                  <a:pt x="241" y="147"/>
                </a:cubicBezTo>
                <a:lnTo>
                  <a:pt x="241" y="146"/>
                </a:lnTo>
                <a:lnTo>
                  <a:pt x="250" y="143"/>
                </a:lnTo>
                <a:lnTo>
                  <a:pt x="252" y="148"/>
                </a:lnTo>
                <a:cubicBezTo>
                  <a:pt x="251" y="147"/>
                  <a:pt x="251" y="146"/>
                  <a:pt x="251" y="146"/>
                </a:cubicBezTo>
                <a:cubicBezTo>
                  <a:pt x="250" y="145"/>
                  <a:pt x="250" y="145"/>
                  <a:pt x="249" y="145"/>
                </a:cubicBezTo>
                <a:cubicBezTo>
                  <a:pt x="249" y="145"/>
                  <a:pt x="249" y="145"/>
                  <a:pt x="248" y="145"/>
                </a:cubicBezTo>
                <a:lnTo>
                  <a:pt x="245" y="146"/>
                </a:lnTo>
                <a:close/>
              </a:path>
            </a:pathLst>
          </a:custGeom>
          <a:solidFill>
            <a:srgbClr val="24211D"/>
          </a:solidFill>
          <a:ln>
            <a:noFill/>
          </a:ln>
        </p:spPr>
      </p:sp>
      <p:sp>
        <p:nvSpPr>
          <p:cNvPr id="21" name="Freeform 16"/>
          <p:cNvSpPr>
            <a:spLocks noGrp="1"/>
          </p:cNvSpPr>
          <p:nvPr/>
        </p:nvSpPr>
        <p:spPr>
          <a:xfrm>
            <a:off x="9944100" y="267970"/>
            <a:ext cx="220980" cy="125730"/>
          </a:xfrm>
          <a:custGeom>
            <a:avLst/>
            <a:gdLst/>
            <a:ahLst/>
            <a:cxnLst/>
            <a:rect l="l" t="t" r="r" b="b"/>
            <a:pathLst>
              <a:path w="143" h="81">
                <a:moveTo>
                  <a:pt x="102" y="38"/>
                </a:moveTo>
                <a:lnTo>
                  <a:pt x="129" y="38"/>
                </a:lnTo>
                <a:cubicBezTo>
                  <a:pt x="135" y="33"/>
                  <a:pt x="68" y="12"/>
                  <a:pt x="53" y="18"/>
                </a:cubicBezTo>
                <a:cubicBezTo>
                  <a:pt x="44" y="22"/>
                  <a:pt x="65" y="31"/>
                  <a:pt x="77" y="41"/>
                </a:cubicBezTo>
                <a:cubicBezTo>
                  <a:pt x="84" y="46"/>
                  <a:pt x="94" y="54"/>
                  <a:pt x="96" y="58"/>
                </a:cubicBezTo>
                <a:cubicBezTo>
                  <a:pt x="101" y="65"/>
                  <a:pt x="97" y="72"/>
                  <a:pt x="88" y="81"/>
                </a:cubicBezTo>
                <a:lnTo>
                  <a:pt x="0" y="81"/>
                </a:lnTo>
                <a:cubicBezTo>
                  <a:pt x="3" y="78"/>
                  <a:pt x="7" y="76"/>
                  <a:pt x="10" y="76"/>
                </a:cubicBezTo>
                <a:lnTo>
                  <a:pt x="57" y="76"/>
                </a:lnTo>
                <a:cubicBezTo>
                  <a:pt x="65" y="75"/>
                  <a:pt x="82" y="73"/>
                  <a:pt x="82" y="53"/>
                </a:cubicBezTo>
                <a:cubicBezTo>
                  <a:pt x="79" y="40"/>
                  <a:pt x="48" y="37"/>
                  <a:pt x="39" y="27"/>
                </a:cubicBezTo>
                <a:cubicBezTo>
                  <a:pt x="35" y="23"/>
                  <a:pt x="41" y="17"/>
                  <a:pt x="53" y="17"/>
                </a:cubicBezTo>
                <a:cubicBezTo>
                  <a:pt x="75" y="0"/>
                  <a:pt x="143" y="8"/>
                  <a:pt x="141" y="24"/>
                </a:cubicBezTo>
                <a:cubicBezTo>
                  <a:pt x="140" y="33"/>
                  <a:pt x="134" y="39"/>
                  <a:pt x="127" y="45"/>
                </a:cubicBezTo>
                <a:lnTo>
                  <a:pt x="118" y="45"/>
                </a:lnTo>
                <a:lnTo>
                  <a:pt x="108" y="81"/>
                </a:lnTo>
                <a:lnTo>
                  <a:pt x="96" y="81"/>
                </a:lnTo>
                <a:lnTo>
                  <a:pt x="106" y="45"/>
                </a:lnTo>
                <a:lnTo>
                  <a:pt x="95" y="45"/>
                </a:lnTo>
                <a:lnTo>
                  <a:pt x="102" y="38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2" name="Freeform 17"/>
          <p:cNvSpPr>
            <a:spLocks noGrp="1"/>
          </p:cNvSpPr>
          <p:nvPr/>
        </p:nvSpPr>
        <p:spPr>
          <a:xfrm>
            <a:off x="9963150" y="339090"/>
            <a:ext cx="50800" cy="41910"/>
          </a:xfrm>
          <a:custGeom>
            <a:avLst/>
            <a:gdLst/>
            <a:ahLst/>
            <a:cxnLst/>
            <a:rect l="l" t="t" r="r" b="b"/>
            <a:pathLst>
              <a:path w="33" h="27">
                <a:moveTo>
                  <a:pt x="7" y="0"/>
                </a:moveTo>
                <a:lnTo>
                  <a:pt x="18" y="0"/>
                </a:lnTo>
                <a:lnTo>
                  <a:pt x="13" y="17"/>
                </a:lnTo>
                <a:lnTo>
                  <a:pt x="18" y="17"/>
                </a:lnTo>
                <a:lnTo>
                  <a:pt x="22" y="0"/>
                </a:lnTo>
                <a:lnTo>
                  <a:pt x="33" y="0"/>
                </a:lnTo>
                <a:lnTo>
                  <a:pt x="25" y="27"/>
                </a:lnTo>
                <a:lnTo>
                  <a:pt x="15" y="27"/>
                </a:lnTo>
                <a:lnTo>
                  <a:pt x="17" y="20"/>
                </a:lnTo>
                <a:lnTo>
                  <a:pt x="13" y="20"/>
                </a:lnTo>
                <a:lnTo>
                  <a:pt x="11" y="27"/>
                </a:lnTo>
                <a:lnTo>
                  <a:pt x="0" y="27"/>
                </a:lnTo>
                <a:lnTo>
                  <a:pt x="7" y="0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3" name="Freeform 18"/>
          <p:cNvSpPr>
            <a:spLocks noGrp="1"/>
          </p:cNvSpPr>
          <p:nvPr/>
        </p:nvSpPr>
        <p:spPr>
          <a:xfrm>
            <a:off x="10007600" y="339090"/>
            <a:ext cx="50800" cy="41910"/>
          </a:xfrm>
          <a:custGeom>
            <a:avLst/>
            <a:gdLst/>
            <a:ahLst/>
            <a:cxnLst/>
            <a:rect l="l" t="t" r="r" b="b"/>
            <a:pathLst>
              <a:path w="33" h="27">
                <a:moveTo>
                  <a:pt x="8" y="0"/>
                </a:moveTo>
                <a:lnTo>
                  <a:pt x="0" y="27"/>
                </a:lnTo>
                <a:lnTo>
                  <a:pt x="25" y="27"/>
                </a:lnTo>
                <a:lnTo>
                  <a:pt x="33" y="0"/>
                </a:lnTo>
                <a:lnTo>
                  <a:pt x="22" y="0"/>
                </a:lnTo>
                <a:lnTo>
                  <a:pt x="15" y="24"/>
                </a:lnTo>
                <a:lnTo>
                  <a:pt x="11" y="24"/>
                </a:lnTo>
                <a:lnTo>
                  <a:pt x="18" y="0"/>
                </a:lnTo>
                <a:lnTo>
                  <a:pt x="8" y="0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4" name="Freeform 5"/>
          <p:cNvSpPr>
            <a:spLocks noGrp="1"/>
          </p:cNvSpPr>
          <p:nvPr/>
        </p:nvSpPr>
        <p:spPr>
          <a:xfrm>
            <a:off x="10436860" y="152400"/>
            <a:ext cx="1607820" cy="325120"/>
          </a:xfrm>
          <a:custGeom>
            <a:avLst/>
            <a:gdLst/>
            <a:ahLst/>
            <a:cxnLst/>
            <a:rect l="l" t="t" r="r" b="b"/>
            <a:pathLst>
              <a:path w="489" h="98">
                <a:moveTo>
                  <a:pt x="98" y="37"/>
                </a:moveTo>
                <a:cubicBezTo>
                  <a:pt x="98" y="37"/>
                  <a:pt x="101" y="31"/>
                  <a:pt x="102" y="39"/>
                </a:cubicBezTo>
                <a:lnTo>
                  <a:pt x="104" y="45"/>
                </a:lnTo>
                <a:cubicBezTo>
                  <a:pt x="104" y="45"/>
                  <a:pt x="106" y="49"/>
                  <a:pt x="109" y="43"/>
                </a:cubicBezTo>
                <a:lnTo>
                  <a:pt x="112" y="40"/>
                </a:lnTo>
                <a:cubicBezTo>
                  <a:pt x="112" y="40"/>
                  <a:pt x="114" y="40"/>
                  <a:pt x="114" y="37"/>
                </a:cubicBezTo>
                <a:lnTo>
                  <a:pt x="113" y="28"/>
                </a:lnTo>
                <a:cubicBezTo>
                  <a:pt x="113" y="28"/>
                  <a:pt x="113" y="22"/>
                  <a:pt x="111" y="22"/>
                </a:cubicBezTo>
                <a:cubicBezTo>
                  <a:pt x="111" y="22"/>
                  <a:pt x="108" y="16"/>
                  <a:pt x="112" y="15"/>
                </a:cubicBezTo>
                <a:cubicBezTo>
                  <a:pt x="112" y="15"/>
                  <a:pt x="113" y="11"/>
                  <a:pt x="119" y="14"/>
                </a:cubicBezTo>
                <a:cubicBezTo>
                  <a:pt x="119" y="14"/>
                  <a:pt x="125" y="16"/>
                  <a:pt x="123" y="21"/>
                </a:cubicBezTo>
                <a:lnTo>
                  <a:pt x="122" y="29"/>
                </a:lnTo>
                <a:cubicBezTo>
                  <a:pt x="122" y="29"/>
                  <a:pt x="121" y="33"/>
                  <a:pt x="127" y="28"/>
                </a:cubicBezTo>
                <a:lnTo>
                  <a:pt x="135" y="23"/>
                </a:lnTo>
                <a:cubicBezTo>
                  <a:pt x="135" y="23"/>
                  <a:pt x="143" y="20"/>
                  <a:pt x="145" y="24"/>
                </a:cubicBezTo>
                <a:cubicBezTo>
                  <a:pt x="145" y="24"/>
                  <a:pt x="147" y="27"/>
                  <a:pt x="143" y="30"/>
                </a:cubicBezTo>
                <a:cubicBezTo>
                  <a:pt x="143" y="30"/>
                  <a:pt x="131" y="33"/>
                  <a:pt x="133" y="42"/>
                </a:cubicBezTo>
                <a:cubicBezTo>
                  <a:pt x="133" y="42"/>
                  <a:pt x="139" y="43"/>
                  <a:pt x="134" y="48"/>
                </a:cubicBezTo>
                <a:cubicBezTo>
                  <a:pt x="134" y="48"/>
                  <a:pt x="128" y="49"/>
                  <a:pt x="125" y="52"/>
                </a:cubicBezTo>
                <a:lnTo>
                  <a:pt x="121" y="53"/>
                </a:lnTo>
                <a:lnTo>
                  <a:pt x="121" y="86"/>
                </a:lnTo>
                <a:cubicBezTo>
                  <a:pt x="121" y="86"/>
                  <a:pt x="121" y="96"/>
                  <a:pt x="115" y="92"/>
                </a:cubicBezTo>
                <a:cubicBezTo>
                  <a:pt x="115" y="92"/>
                  <a:pt x="109" y="84"/>
                  <a:pt x="113" y="74"/>
                </a:cubicBezTo>
                <a:lnTo>
                  <a:pt x="114" y="49"/>
                </a:lnTo>
                <a:cubicBezTo>
                  <a:pt x="114" y="49"/>
                  <a:pt x="115" y="41"/>
                  <a:pt x="109" y="50"/>
                </a:cubicBezTo>
                <a:lnTo>
                  <a:pt x="104" y="57"/>
                </a:lnTo>
                <a:cubicBezTo>
                  <a:pt x="104" y="57"/>
                  <a:pt x="102" y="60"/>
                  <a:pt x="98" y="58"/>
                </a:cubicBezTo>
                <a:cubicBezTo>
                  <a:pt x="98" y="58"/>
                  <a:pt x="90" y="54"/>
                  <a:pt x="94" y="47"/>
                </a:cubicBezTo>
                <a:cubicBezTo>
                  <a:pt x="96" y="45"/>
                  <a:pt x="97" y="40"/>
                  <a:pt x="98" y="37"/>
                </a:cubicBezTo>
                <a:close/>
                <a:moveTo>
                  <a:pt x="121" y="39"/>
                </a:moveTo>
                <a:lnTo>
                  <a:pt x="121" y="45"/>
                </a:lnTo>
                <a:cubicBezTo>
                  <a:pt x="121" y="45"/>
                  <a:pt x="120" y="48"/>
                  <a:pt x="125" y="45"/>
                </a:cubicBezTo>
                <a:cubicBezTo>
                  <a:pt x="125" y="45"/>
                  <a:pt x="128" y="42"/>
                  <a:pt x="128" y="40"/>
                </a:cubicBezTo>
                <a:cubicBezTo>
                  <a:pt x="128" y="40"/>
                  <a:pt x="128" y="35"/>
                  <a:pt x="130" y="35"/>
                </a:cubicBezTo>
                <a:cubicBezTo>
                  <a:pt x="130" y="35"/>
                  <a:pt x="131" y="31"/>
                  <a:pt x="126" y="33"/>
                </a:cubicBezTo>
                <a:lnTo>
                  <a:pt x="123" y="37"/>
                </a:lnTo>
                <a:lnTo>
                  <a:pt x="122" y="37"/>
                </a:lnTo>
                <a:cubicBezTo>
                  <a:pt x="122" y="37"/>
                  <a:pt x="121" y="38"/>
                  <a:pt x="121" y="39"/>
                </a:cubicBezTo>
                <a:close/>
              </a:path>
              <a:path w="489" h="98">
                <a:moveTo>
                  <a:pt x="29" y="76"/>
                </a:moveTo>
                <a:cubicBezTo>
                  <a:pt x="34" y="73"/>
                  <a:pt x="37" y="72"/>
                  <a:pt x="38" y="73"/>
                </a:cubicBezTo>
                <a:cubicBezTo>
                  <a:pt x="39" y="73"/>
                  <a:pt x="39" y="80"/>
                  <a:pt x="39" y="92"/>
                </a:cubicBezTo>
                <a:cubicBezTo>
                  <a:pt x="39" y="98"/>
                  <a:pt x="43" y="98"/>
                  <a:pt x="45" y="95"/>
                </a:cubicBezTo>
                <a:cubicBezTo>
                  <a:pt x="47" y="92"/>
                  <a:pt x="48" y="86"/>
                  <a:pt x="48" y="78"/>
                </a:cubicBezTo>
                <a:lnTo>
                  <a:pt x="48" y="71"/>
                </a:lnTo>
                <a:lnTo>
                  <a:pt x="50" y="68"/>
                </a:lnTo>
                <a:lnTo>
                  <a:pt x="59" y="64"/>
                </a:lnTo>
                <a:cubicBezTo>
                  <a:pt x="62" y="63"/>
                  <a:pt x="62" y="61"/>
                  <a:pt x="59" y="60"/>
                </a:cubicBezTo>
                <a:lnTo>
                  <a:pt x="54" y="56"/>
                </a:lnTo>
                <a:cubicBezTo>
                  <a:pt x="53" y="54"/>
                  <a:pt x="53" y="53"/>
                  <a:pt x="56" y="52"/>
                </a:cubicBezTo>
                <a:lnTo>
                  <a:pt x="71" y="44"/>
                </a:lnTo>
                <a:cubicBezTo>
                  <a:pt x="73" y="44"/>
                  <a:pt x="74" y="42"/>
                  <a:pt x="71" y="39"/>
                </a:cubicBezTo>
                <a:cubicBezTo>
                  <a:pt x="69" y="37"/>
                  <a:pt x="67" y="37"/>
                  <a:pt x="64" y="39"/>
                </a:cubicBezTo>
                <a:lnTo>
                  <a:pt x="59" y="41"/>
                </a:lnTo>
                <a:cubicBezTo>
                  <a:pt x="56" y="44"/>
                  <a:pt x="55" y="42"/>
                  <a:pt x="59" y="37"/>
                </a:cubicBezTo>
                <a:lnTo>
                  <a:pt x="64" y="34"/>
                </a:lnTo>
                <a:cubicBezTo>
                  <a:pt x="68" y="32"/>
                  <a:pt x="66" y="30"/>
                  <a:pt x="63" y="29"/>
                </a:cubicBezTo>
                <a:lnTo>
                  <a:pt x="59" y="26"/>
                </a:lnTo>
                <a:cubicBezTo>
                  <a:pt x="57" y="25"/>
                  <a:pt x="56" y="25"/>
                  <a:pt x="55" y="28"/>
                </a:cubicBezTo>
                <a:cubicBezTo>
                  <a:pt x="55" y="32"/>
                  <a:pt x="54" y="34"/>
                  <a:pt x="52" y="35"/>
                </a:cubicBezTo>
                <a:cubicBezTo>
                  <a:pt x="50" y="36"/>
                  <a:pt x="48" y="36"/>
                  <a:pt x="47" y="35"/>
                </a:cubicBezTo>
                <a:cubicBezTo>
                  <a:pt x="45" y="33"/>
                  <a:pt x="45" y="32"/>
                  <a:pt x="47" y="30"/>
                </a:cubicBezTo>
                <a:cubicBezTo>
                  <a:pt x="49" y="27"/>
                  <a:pt x="52" y="25"/>
                  <a:pt x="56" y="25"/>
                </a:cubicBezTo>
                <a:cubicBezTo>
                  <a:pt x="60" y="23"/>
                  <a:pt x="64" y="21"/>
                  <a:pt x="65" y="18"/>
                </a:cubicBezTo>
                <a:cubicBezTo>
                  <a:pt x="66" y="17"/>
                  <a:pt x="65" y="14"/>
                  <a:pt x="62" y="11"/>
                </a:cubicBezTo>
                <a:cubicBezTo>
                  <a:pt x="59" y="6"/>
                  <a:pt x="55" y="5"/>
                  <a:pt x="52" y="10"/>
                </a:cubicBezTo>
                <a:lnTo>
                  <a:pt x="47" y="22"/>
                </a:lnTo>
                <a:lnTo>
                  <a:pt x="43" y="22"/>
                </a:lnTo>
                <a:lnTo>
                  <a:pt x="44" y="14"/>
                </a:lnTo>
                <a:cubicBezTo>
                  <a:pt x="45" y="12"/>
                  <a:pt x="43" y="10"/>
                  <a:pt x="40" y="7"/>
                </a:cubicBezTo>
                <a:cubicBezTo>
                  <a:pt x="36" y="5"/>
                  <a:pt x="34" y="4"/>
                  <a:pt x="33" y="7"/>
                </a:cubicBezTo>
                <a:cubicBezTo>
                  <a:pt x="32" y="7"/>
                  <a:pt x="33" y="9"/>
                  <a:pt x="36" y="13"/>
                </a:cubicBezTo>
                <a:cubicBezTo>
                  <a:pt x="38" y="15"/>
                  <a:pt x="39" y="18"/>
                  <a:pt x="41" y="23"/>
                </a:cubicBezTo>
                <a:cubicBezTo>
                  <a:pt x="36" y="23"/>
                  <a:pt x="31" y="24"/>
                  <a:pt x="26" y="23"/>
                </a:cubicBezTo>
                <a:cubicBezTo>
                  <a:pt x="20" y="23"/>
                  <a:pt x="17" y="24"/>
                  <a:pt x="20" y="27"/>
                </a:cubicBezTo>
                <a:cubicBezTo>
                  <a:pt x="21" y="29"/>
                  <a:pt x="23" y="30"/>
                  <a:pt x="24" y="32"/>
                </a:cubicBezTo>
                <a:lnTo>
                  <a:pt x="38" y="28"/>
                </a:lnTo>
                <a:cubicBezTo>
                  <a:pt x="45" y="27"/>
                  <a:pt x="45" y="27"/>
                  <a:pt x="43" y="30"/>
                </a:cubicBezTo>
                <a:cubicBezTo>
                  <a:pt x="43" y="31"/>
                  <a:pt x="41" y="31"/>
                  <a:pt x="39" y="30"/>
                </a:cubicBezTo>
                <a:cubicBezTo>
                  <a:pt x="36" y="31"/>
                  <a:pt x="36" y="33"/>
                  <a:pt x="37" y="35"/>
                </a:cubicBezTo>
                <a:cubicBezTo>
                  <a:pt x="38" y="39"/>
                  <a:pt x="38" y="40"/>
                  <a:pt x="35" y="38"/>
                </a:cubicBezTo>
                <a:cubicBezTo>
                  <a:pt x="34" y="38"/>
                  <a:pt x="33" y="38"/>
                  <a:pt x="33" y="39"/>
                </a:cubicBezTo>
                <a:cubicBezTo>
                  <a:pt x="32" y="40"/>
                  <a:pt x="30" y="40"/>
                  <a:pt x="28" y="37"/>
                </a:cubicBezTo>
                <a:cubicBezTo>
                  <a:pt x="24" y="33"/>
                  <a:pt x="21" y="32"/>
                  <a:pt x="20" y="35"/>
                </a:cubicBezTo>
                <a:lnTo>
                  <a:pt x="21" y="38"/>
                </a:lnTo>
                <a:cubicBezTo>
                  <a:pt x="23" y="42"/>
                  <a:pt x="23" y="44"/>
                  <a:pt x="20" y="44"/>
                </a:cubicBezTo>
                <a:cubicBezTo>
                  <a:pt x="19" y="45"/>
                  <a:pt x="20" y="46"/>
                  <a:pt x="21" y="47"/>
                </a:cubicBezTo>
                <a:lnTo>
                  <a:pt x="24" y="50"/>
                </a:lnTo>
                <a:cubicBezTo>
                  <a:pt x="26" y="53"/>
                  <a:pt x="28" y="53"/>
                  <a:pt x="32" y="49"/>
                </a:cubicBezTo>
                <a:cubicBezTo>
                  <a:pt x="36" y="44"/>
                  <a:pt x="38" y="43"/>
                  <a:pt x="38" y="47"/>
                </a:cubicBezTo>
                <a:cubicBezTo>
                  <a:pt x="38" y="50"/>
                  <a:pt x="37" y="51"/>
                  <a:pt x="34" y="51"/>
                </a:cubicBezTo>
                <a:lnTo>
                  <a:pt x="1" y="61"/>
                </a:lnTo>
                <a:cubicBezTo>
                  <a:pt x="0" y="61"/>
                  <a:pt x="0" y="61"/>
                  <a:pt x="0" y="61"/>
                </a:cubicBezTo>
                <a:lnTo>
                  <a:pt x="7" y="66"/>
                </a:lnTo>
                <a:cubicBezTo>
                  <a:pt x="8" y="66"/>
                  <a:pt x="10" y="66"/>
                  <a:pt x="11" y="66"/>
                </a:cubicBezTo>
                <a:lnTo>
                  <a:pt x="20" y="63"/>
                </a:lnTo>
                <a:lnTo>
                  <a:pt x="33" y="56"/>
                </a:lnTo>
                <a:cubicBezTo>
                  <a:pt x="37" y="55"/>
                  <a:pt x="39" y="55"/>
                  <a:pt x="38" y="58"/>
                </a:cubicBezTo>
                <a:cubicBezTo>
                  <a:pt x="38" y="59"/>
                  <a:pt x="37" y="60"/>
                  <a:pt x="35" y="61"/>
                </a:cubicBezTo>
                <a:cubicBezTo>
                  <a:pt x="29" y="64"/>
                  <a:pt x="23" y="69"/>
                  <a:pt x="17" y="74"/>
                </a:cubicBezTo>
                <a:cubicBezTo>
                  <a:pt x="14" y="77"/>
                  <a:pt x="13" y="78"/>
                  <a:pt x="17" y="78"/>
                </a:cubicBezTo>
                <a:cubicBezTo>
                  <a:pt x="19" y="79"/>
                  <a:pt x="21" y="79"/>
                  <a:pt x="25" y="77"/>
                </a:cubicBezTo>
                <a:lnTo>
                  <a:pt x="29" y="76"/>
                </a:lnTo>
                <a:close/>
                <a:moveTo>
                  <a:pt x="38" y="65"/>
                </a:moveTo>
                <a:cubicBezTo>
                  <a:pt x="38" y="67"/>
                  <a:pt x="37" y="68"/>
                  <a:pt x="34" y="69"/>
                </a:cubicBezTo>
                <a:lnTo>
                  <a:pt x="30" y="70"/>
                </a:lnTo>
                <a:cubicBezTo>
                  <a:pt x="26" y="71"/>
                  <a:pt x="25" y="71"/>
                  <a:pt x="28" y="69"/>
                </a:cubicBezTo>
                <a:lnTo>
                  <a:pt x="35" y="64"/>
                </a:lnTo>
                <a:cubicBezTo>
                  <a:pt x="37" y="63"/>
                  <a:pt x="38" y="63"/>
                  <a:pt x="38" y="65"/>
                </a:cubicBezTo>
                <a:close/>
                <a:moveTo>
                  <a:pt x="48" y="57"/>
                </a:moveTo>
                <a:lnTo>
                  <a:pt x="48" y="61"/>
                </a:lnTo>
                <a:cubicBezTo>
                  <a:pt x="48" y="63"/>
                  <a:pt x="50" y="63"/>
                  <a:pt x="51" y="62"/>
                </a:cubicBezTo>
                <a:cubicBezTo>
                  <a:pt x="51" y="62"/>
                  <a:pt x="51" y="61"/>
                  <a:pt x="51" y="59"/>
                </a:cubicBezTo>
                <a:cubicBezTo>
                  <a:pt x="50" y="58"/>
                  <a:pt x="49" y="57"/>
                  <a:pt x="48" y="57"/>
                </a:cubicBezTo>
                <a:close/>
                <a:moveTo>
                  <a:pt x="50" y="50"/>
                </a:moveTo>
                <a:cubicBezTo>
                  <a:pt x="48" y="50"/>
                  <a:pt x="48" y="51"/>
                  <a:pt x="48" y="52"/>
                </a:cubicBezTo>
                <a:cubicBezTo>
                  <a:pt x="49" y="53"/>
                  <a:pt x="51" y="53"/>
                  <a:pt x="53" y="51"/>
                </a:cubicBezTo>
                <a:lnTo>
                  <a:pt x="58" y="48"/>
                </a:lnTo>
                <a:cubicBezTo>
                  <a:pt x="59" y="47"/>
                  <a:pt x="59" y="47"/>
                  <a:pt x="56" y="47"/>
                </a:cubicBezTo>
                <a:lnTo>
                  <a:pt x="51" y="49"/>
                </a:lnTo>
                <a:lnTo>
                  <a:pt x="50" y="50"/>
                </a:lnTo>
                <a:close/>
                <a:moveTo>
                  <a:pt x="48" y="39"/>
                </a:moveTo>
                <a:lnTo>
                  <a:pt x="47" y="44"/>
                </a:lnTo>
                <a:cubicBezTo>
                  <a:pt x="48" y="47"/>
                  <a:pt x="49" y="47"/>
                  <a:pt x="51" y="45"/>
                </a:cubicBezTo>
                <a:cubicBezTo>
                  <a:pt x="51" y="44"/>
                  <a:pt x="52" y="43"/>
                  <a:pt x="53" y="41"/>
                </a:cubicBezTo>
                <a:cubicBezTo>
                  <a:pt x="53" y="39"/>
                  <a:pt x="52" y="39"/>
                  <a:pt x="51" y="38"/>
                </a:cubicBezTo>
                <a:cubicBezTo>
                  <a:pt x="50" y="38"/>
                  <a:pt x="49" y="38"/>
                  <a:pt x="48" y="39"/>
                </a:cubicBezTo>
                <a:close/>
                <a:moveTo>
                  <a:pt x="60" y="14"/>
                </a:moveTo>
                <a:cubicBezTo>
                  <a:pt x="60" y="15"/>
                  <a:pt x="59" y="16"/>
                  <a:pt x="58" y="17"/>
                </a:cubicBezTo>
                <a:lnTo>
                  <a:pt x="57" y="17"/>
                </a:lnTo>
                <a:cubicBezTo>
                  <a:pt x="56" y="17"/>
                  <a:pt x="55" y="18"/>
                  <a:pt x="54" y="17"/>
                </a:cubicBezTo>
                <a:lnTo>
                  <a:pt x="57" y="14"/>
                </a:lnTo>
                <a:cubicBezTo>
                  <a:pt x="58" y="14"/>
                  <a:pt x="60" y="13"/>
                  <a:pt x="60" y="14"/>
                </a:cubicBezTo>
                <a:close/>
              </a:path>
              <a:path w="489" h="98">
                <a:moveTo>
                  <a:pt x="186" y="22"/>
                </a:moveTo>
                <a:lnTo>
                  <a:pt x="193" y="17"/>
                </a:lnTo>
                <a:cubicBezTo>
                  <a:pt x="193" y="17"/>
                  <a:pt x="195" y="13"/>
                  <a:pt x="198" y="18"/>
                </a:cubicBezTo>
                <a:cubicBezTo>
                  <a:pt x="198" y="18"/>
                  <a:pt x="202" y="23"/>
                  <a:pt x="196" y="24"/>
                </a:cubicBezTo>
                <a:cubicBezTo>
                  <a:pt x="196" y="24"/>
                  <a:pt x="193" y="26"/>
                  <a:pt x="191" y="25"/>
                </a:cubicBezTo>
                <a:cubicBezTo>
                  <a:pt x="191" y="25"/>
                  <a:pt x="180" y="30"/>
                  <a:pt x="177" y="31"/>
                </a:cubicBezTo>
                <a:cubicBezTo>
                  <a:pt x="177" y="31"/>
                  <a:pt x="171" y="33"/>
                  <a:pt x="172" y="30"/>
                </a:cubicBezTo>
                <a:lnTo>
                  <a:pt x="183" y="24"/>
                </a:lnTo>
                <a:lnTo>
                  <a:pt x="186" y="22"/>
                </a:lnTo>
                <a:close/>
              </a:path>
              <a:path w="489" h="98">
                <a:moveTo>
                  <a:pt x="217" y="29"/>
                </a:moveTo>
                <a:lnTo>
                  <a:pt x="216" y="50"/>
                </a:lnTo>
                <a:lnTo>
                  <a:pt x="220" y="47"/>
                </a:lnTo>
                <a:lnTo>
                  <a:pt x="221" y="42"/>
                </a:lnTo>
                <a:cubicBezTo>
                  <a:pt x="221" y="42"/>
                  <a:pt x="221" y="39"/>
                  <a:pt x="225" y="43"/>
                </a:cubicBezTo>
                <a:cubicBezTo>
                  <a:pt x="225" y="43"/>
                  <a:pt x="229" y="46"/>
                  <a:pt x="228" y="50"/>
                </a:cubicBezTo>
                <a:cubicBezTo>
                  <a:pt x="228" y="50"/>
                  <a:pt x="220" y="52"/>
                  <a:pt x="216" y="59"/>
                </a:cubicBezTo>
                <a:lnTo>
                  <a:pt x="216" y="83"/>
                </a:lnTo>
                <a:cubicBezTo>
                  <a:pt x="216" y="83"/>
                  <a:pt x="216" y="87"/>
                  <a:pt x="215" y="89"/>
                </a:cubicBezTo>
                <a:cubicBezTo>
                  <a:pt x="215" y="89"/>
                  <a:pt x="212" y="95"/>
                  <a:pt x="211" y="94"/>
                </a:cubicBezTo>
                <a:cubicBezTo>
                  <a:pt x="211" y="94"/>
                  <a:pt x="207" y="92"/>
                  <a:pt x="209" y="86"/>
                </a:cubicBezTo>
                <a:lnTo>
                  <a:pt x="209" y="69"/>
                </a:lnTo>
                <a:cubicBezTo>
                  <a:pt x="209" y="69"/>
                  <a:pt x="210" y="63"/>
                  <a:pt x="206" y="68"/>
                </a:cubicBezTo>
                <a:cubicBezTo>
                  <a:pt x="206" y="68"/>
                  <a:pt x="202" y="74"/>
                  <a:pt x="197" y="69"/>
                </a:cubicBezTo>
                <a:cubicBezTo>
                  <a:pt x="197" y="69"/>
                  <a:pt x="192" y="67"/>
                  <a:pt x="197" y="64"/>
                </a:cubicBezTo>
                <a:cubicBezTo>
                  <a:pt x="197" y="64"/>
                  <a:pt x="198" y="64"/>
                  <a:pt x="199" y="59"/>
                </a:cubicBezTo>
                <a:lnTo>
                  <a:pt x="200" y="55"/>
                </a:lnTo>
                <a:cubicBezTo>
                  <a:pt x="200" y="55"/>
                  <a:pt x="201" y="50"/>
                  <a:pt x="198" y="50"/>
                </a:cubicBezTo>
                <a:cubicBezTo>
                  <a:pt x="198" y="50"/>
                  <a:pt x="195" y="47"/>
                  <a:pt x="197" y="45"/>
                </a:cubicBezTo>
                <a:cubicBezTo>
                  <a:pt x="197" y="45"/>
                  <a:pt x="203" y="38"/>
                  <a:pt x="196" y="32"/>
                </a:cubicBezTo>
                <a:cubicBezTo>
                  <a:pt x="196" y="32"/>
                  <a:pt x="190" y="29"/>
                  <a:pt x="195" y="28"/>
                </a:cubicBezTo>
                <a:cubicBezTo>
                  <a:pt x="195" y="28"/>
                  <a:pt x="199" y="28"/>
                  <a:pt x="199" y="29"/>
                </a:cubicBezTo>
                <a:cubicBezTo>
                  <a:pt x="199" y="29"/>
                  <a:pt x="207" y="28"/>
                  <a:pt x="207" y="34"/>
                </a:cubicBezTo>
                <a:cubicBezTo>
                  <a:pt x="207" y="34"/>
                  <a:pt x="207" y="37"/>
                  <a:pt x="205" y="37"/>
                </a:cubicBezTo>
                <a:cubicBezTo>
                  <a:pt x="205" y="37"/>
                  <a:pt x="197" y="44"/>
                  <a:pt x="203" y="44"/>
                </a:cubicBezTo>
                <a:cubicBezTo>
                  <a:pt x="203" y="44"/>
                  <a:pt x="211" y="46"/>
                  <a:pt x="205" y="52"/>
                </a:cubicBezTo>
                <a:cubicBezTo>
                  <a:pt x="205" y="52"/>
                  <a:pt x="203" y="51"/>
                  <a:pt x="202" y="57"/>
                </a:cubicBezTo>
                <a:cubicBezTo>
                  <a:pt x="202" y="57"/>
                  <a:pt x="199" y="64"/>
                  <a:pt x="204" y="61"/>
                </a:cubicBezTo>
                <a:cubicBezTo>
                  <a:pt x="204" y="61"/>
                  <a:pt x="206" y="60"/>
                  <a:pt x="209" y="57"/>
                </a:cubicBezTo>
                <a:cubicBezTo>
                  <a:pt x="209" y="57"/>
                  <a:pt x="210" y="54"/>
                  <a:pt x="210" y="51"/>
                </a:cubicBezTo>
                <a:cubicBezTo>
                  <a:pt x="210" y="51"/>
                  <a:pt x="210" y="26"/>
                  <a:pt x="209" y="20"/>
                </a:cubicBezTo>
                <a:cubicBezTo>
                  <a:pt x="209" y="20"/>
                  <a:pt x="207" y="16"/>
                  <a:pt x="211" y="14"/>
                </a:cubicBezTo>
                <a:cubicBezTo>
                  <a:pt x="211" y="14"/>
                  <a:pt x="214" y="12"/>
                  <a:pt x="218" y="16"/>
                </a:cubicBezTo>
                <a:cubicBezTo>
                  <a:pt x="218" y="16"/>
                  <a:pt x="221" y="17"/>
                  <a:pt x="218" y="21"/>
                </a:cubicBezTo>
                <a:lnTo>
                  <a:pt x="217" y="26"/>
                </a:lnTo>
                <a:lnTo>
                  <a:pt x="217" y="29"/>
                </a:lnTo>
                <a:close/>
              </a:path>
              <a:path w="489" h="98">
                <a:moveTo>
                  <a:pt x="170" y="48"/>
                </a:moveTo>
                <a:cubicBezTo>
                  <a:pt x="170" y="48"/>
                  <a:pt x="165" y="51"/>
                  <a:pt x="163" y="49"/>
                </a:cubicBezTo>
                <a:cubicBezTo>
                  <a:pt x="163" y="49"/>
                  <a:pt x="160" y="49"/>
                  <a:pt x="162" y="52"/>
                </a:cubicBezTo>
                <a:cubicBezTo>
                  <a:pt x="162" y="52"/>
                  <a:pt x="165" y="59"/>
                  <a:pt x="171" y="55"/>
                </a:cubicBezTo>
                <a:lnTo>
                  <a:pt x="179" y="49"/>
                </a:lnTo>
                <a:cubicBezTo>
                  <a:pt x="179" y="49"/>
                  <a:pt x="182" y="45"/>
                  <a:pt x="181" y="51"/>
                </a:cubicBezTo>
                <a:cubicBezTo>
                  <a:pt x="181" y="51"/>
                  <a:pt x="181" y="55"/>
                  <a:pt x="179" y="55"/>
                </a:cubicBezTo>
                <a:lnTo>
                  <a:pt x="167" y="68"/>
                </a:lnTo>
                <a:cubicBezTo>
                  <a:pt x="167" y="68"/>
                  <a:pt x="162" y="73"/>
                  <a:pt x="168" y="74"/>
                </a:cubicBezTo>
                <a:cubicBezTo>
                  <a:pt x="168" y="74"/>
                  <a:pt x="172" y="75"/>
                  <a:pt x="175" y="72"/>
                </a:cubicBezTo>
                <a:cubicBezTo>
                  <a:pt x="175" y="72"/>
                  <a:pt x="180" y="66"/>
                  <a:pt x="179" y="70"/>
                </a:cubicBezTo>
                <a:lnTo>
                  <a:pt x="179" y="79"/>
                </a:lnTo>
                <a:cubicBezTo>
                  <a:pt x="179" y="79"/>
                  <a:pt x="178" y="82"/>
                  <a:pt x="181" y="83"/>
                </a:cubicBezTo>
                <a:cubicBezTo>
                  <a:pt x="181" y="83"/>
                  <a:pt x="183" y="85"/>
                  <a:pt x="185" y="82"/>
                </a:cubicBezTo>
                <a:cubicBezTo>
                  <a:pt x="185" y="82"/>
                  <a:pt x="187" y="80"/>
                  <a:pt x="186" y="75"/>
                </a:cubicBezTo>
                <a:lnTo>
                  <a:pt x="186" y="63"/>
                </a:lnTo>
                <a:cubicBezTo>
                  <a:pt x="186" y="63"/>
                  <a:pt x="192" y="59"/>
                  <a:pt x="193" y="57"/>
                </a:cubicBezTo>
                <a:cubicBezTo>
                  <a:pt x="193" y="57"/>
                  <a:pt x="194" y="53"/>
                  <a:pt x="190" y="57"/>
                </a:cubicBezTo>
                <a:cubicBezTo>
                  <a:pt x="190" y="57"/>
                  <a:pt x="185" y="62"/>
                  <a:pt x="186" y="58"/>
                </a:cubicBezTo>
                <a:lnTo>
                  <a:pt x="186" y="52"/>
                </a:lnTo>
                <a:cubicBezTo>
                  <a:pt x="186" y="52"/>
                  <a:pt x="197" y="43"/>
                  <a:pt x="196" y="42"/>
                </a:cubicBezTo>
                <a:cubicBezTo>
                  <a:pt x="196" y="41"/>
                  <a:pt x="198" y="40"/>
                  <a:pt x="194" y="36"/>
                </a:cubicBezTo>
                <a:cubicBezTo>
                  <a:pt x="194" y="36"/>
                  <a:pt x="191" y="34"/>
                  <a:pt x="190" y="37"/>
                </a:cubicBezTo>
                <a:cubicBezTo>
                  <a:pt x="190" y="37"/>
                  <a:pt x="186" y="41"/>
                  <a:pt x="186" y="37"/>
                </a:cubicBezTo>
                <a:cubicBezTo>
                  <a:pt x="186" y="37"/>
                  <a:pt x="189" y="34"/>
                  <a:pt x="186" y="32"/>
                </a:cubicBezTo>
                <a:cubicBezTo>
                  <a:pt x="186" y="32"/>
                  <a:pt x="182" y="28"/>
                  <a:pt x="180" y="33"/>
                </a:cubicBezTo>
                <a:cubicBezTo>
                  <a:pt x="180" y="33"/>
                  <a:pt x="178" y="33"/>
                  <a:pt x="181" y="42"/>
                </a:cubicBezTo>
                <a:lnTo>
                  <a:pt x="176" y="44"/>
                </a:lnTo>
                <a:lnTo>
                  <a:pt x="173" y="46"/>
                </a:lnTo>
                <a:lnTo>
                  <a:pt x="170" y="48"/>
                </a:lnTo>
                <a:close/>
                <a:moveTo>
                  <a:pt x="186" y="43"/>
                </a:moveTo>
                <a:cubicBezTo>
                  <a:pt x="186" y="43"/>
                  <a:pt x="187" y="41"/>
                  <a:pt x="189" y="42"/>
                </a:cubicBezTo>
                <a:cubicBezTo>
                  <a:pt x="189" y="42"/>
                  <a:pt x="189" y="44"/>
                  <a:pt x="188" y="45"/>
                </a:cubicBezTo>
                <a:cubicBezTo>
                  <a:pt x="188" y="45"/>
                  <a:pt x="186" y="46"/>
                  <a:pt x="187" y="44"/>
                </a:cubicBezTo>
                <a:cubicBezTo>
                  <a:pt x="186" y="46"/>
                  <a:pt x="186" y="43"/>
                  <a:pt x="186" y="43"/>
                </a:cubicBezTo>
                <a:close/>
                <a:moveTo>
                  <a:pt x="175" y="64"/>
                </a:moveTo>
                <a:lnTo>
                  <a:pt x="178" y="61"/>
                </a:lnTo>
                <a:cubicBezTo>
                  <a:pt x="178" y="61"/>
                  <a:pt x="180" y="57"/>
                  <a:pt x="180" y="60"/>
                </a:cubicBezTo>
                <a:cubicBezTo>
                  <a:pt x="180" y="60"/>
                  <a:pt x="180" y="65"/>
                  <a:pt x="177" y="65"/>
                </a:cubicBezTo>
                <a:cubicBezTo>
                  <a:pt x="177" y="65"/>
                  <a:pt x="174" y="67"/>
                  <a:pt x="174" y="65"/>
                </a:cubicBezTo>
                <a:lnTo>
                  <a:pt x="175" y="65"/>
                </a:lnTo>
                <a:lnTo>
                  <a:pt x="175" y="64"/>
                </a:lnTo>
                <a:close/>
              </a:path>
              <a:path w="489" h="98">
                <a:moveTo>
                  <a:pt x="255" y="43"/>
                </a:moveTo>
                <a:cubicBezTo>
                  <a:pt x="255" y="43"/>
                  <a:pt x="252" y="46"/>
                  <a:pt x="249" y="46"/>
                </a:cubicBezTo>
                <a:cubicBezTo>
                  <a:pt x="249" y="46"/>
                  <a:pt x="247" y="45"/>
                  <a:pt x="248" y="48"/>
                </a:cubicBezTo>
                <a:cubicBezTo>
                  <a:pt x="248" y="48"/>
                  <a:pt x="248" y="51"/>
                  <a:pt x="253" y="52"/>
                </a:cubicBezTo>
                <a:cubicBezTo>
                  <a:pt x="253" y="52"/>
                  <a:pt x="257" y="52"/>
                  <a:pt x="257" y="51"/>
                </a:cubicBezTo>
                <a:cubicBezTo>
                  <a:pt x="257" y="51"/>
                  <a:pt x="257" y="49"/>
                  <a:pt x="260" y="48"/>
                </a:cubicBezTo>
                <a:cubicBezTo>
                  <a:pt x="260" y="48"/>
                  <a:pt x="263" y="46"/>
                  <a:pt x="264" y="45"/>
                </a:cubicBezTo>
                <a:cubicBezTo>
                  <a:pt x="264" y="45"/>
                  <a:pt x="267" y="42"/>
                  <a:pt x="266" y="46"/>
                </a:cubicBezTo>
                <a:lnTo>
                  <a:pt x="265" y="55"/>
                </a:lnTo>
                <a:cubicBezTo>
                  <a:pt x="265" y="59"/>
                  <a:pt x="258" y="64"/>
                  <a:pt x="256" y="66"/>
                </a:cubicBezTo>
                <a:cubicBezTo>
                  <a:pt x="256" y="66"/>
                  <a:pt x="253" y="69"/>
                  <a:pt x="251" y="69"/>
                </a:cubicBezTo>
                <a:cubicBezTo>
                  <a:pt x="251" y="69"/>
                  <a:pt x="249" y="68"/>
                  <a:pt x="251" y="72"/>
                </a:cubicBezTo>
                <a:cubicBezTo>
                  <a:pt x="251" y="72"/>
                  <a:pt x="255" y="76"/>
                  <a:pt x="257" y="75"/>
                </a:cubicBezTo>
                <a:lnTo>
                  <a:pt x="261" y="71"/>
                </a:lnTo>
                <a:lnTo>
                  <a:pt x="263" y="67"/>
                </a:lnTo>
                <a:cubicBezTo>
                  <a:pt x="263" y="67"/>
                  <a:pt x="266" y="63"/>
                  <a:pt x="265" y="69"/>
                </a:cubicBezTo>
                <a:cubicBezTo>
                  <a:pt x="265" y="69"/>
                  <a:pt x="265" y="77"/>
                  <a:pt x="263" y="79"/>
                </a:cubicBezTo>
                <a:cubicBezTo>
                  <a:pt x="263" y="79"/>
                  <a:pt x="262" y="79"/>
                  <a:pt x="264" y="82"/>
                </a:cubicBezTo>
                <a:cubicBezTo>
                  <a:pt x="264" y="82"/>
                  <a:pt x="266" y="87"/>
                  <a:pt x="268" y="85"/>
                </a:cubicBezTo>
                <a:lnTo>
                  <a:pt x="270" y="81"/>
                </a:lnTo>
                <a:cubicBezTo>
                  <a:pt x="270" y="81"/>
                  <a:pt x="272" y="78"/>
                  <a:pt x="271" y="76"/>
                </a:cubicBezTo>
                <a:cubicBezTo>
                  <a:pt x="270" y="75"/>
                  <a:pt x="271" y="57"/>
                  <a:pt x="271" y="57"/>
                </a:cubicBezTo>
                <a:lnTo>
                  <a:pt x="277" y="48"/>
                </a:lnTo>
                <a:cubicBezTo>
                  <a:pt x="277" y="48"/>
                  <a:pt x="281" y="44"/>
                  <a:pt x="277" y="44"/>
                </a:cubicBezTo>
                <a:cubicBezTo>
                  <a:pt x="277" y="44"/>
                  <a:pt x="275" y="46"/>
                  <a:pt x="273" y="49"/>
                </a:cubicBezTo>
                <a:cubicBezTo>
                  <a:pt x="273" y="49"/>
                  <a:pt x="271" y="51"/>
                  <a:pt x="272" y="46"/>
                </a:cubicBezTo>
                <a:lnTo>
                  <a:pt x="272" y="40"/>
                </a:lnTo>
                <a:cubicBezTo>
                  <a:pt x="272" y="40"/>
                  <a:pt x="271" y="37"/>
                  <a:pt x="275" y="36"/>
                </a:cubicBezTo>
                <a:lnTo>
                  <a:pt x="279" y="33"/>
                </a:lnTo>
                <a:cubicBezTo>
                  <a:pt x="279" y="33"/>
                  <a:pt x="282" y="31"/>
                  <a:pt x="280" y="30"/>
                </a:cubicBezTo>
                <a:cubicBezTo>
                  <a:pt x="280" y="30"/>
                  <a:pt x="276" y="26"/>
                  <a:pt x="276" y="30"/>
                </a:cubicBezTo>
                <a:lnTo>
                  <a:pt x="274" y="32"/>
                </a:lnTo>
                <a:cubicBezTo>
                  <a:pt x="274" y="32"/>
                  <a:pt x="272" y="34"/>
                  <a:pt x="273" y="30"/>
                </a:cubicBezTo>
                <a:lnTo>
                  <a:pt x="274" y="23"/>
                </a:lnTo>
                <a:cubicBezTo>
                  <a:pt x="274" y="23"/>
                  <a:pt x="274" y="18"/>
                  <a:pt x="276" y="17"/>
                </a:cubicBezTo>
                <a:cubicBezTo>
                  <a:pt x="276" y="17"/>
                  <a:pt x="273" y="11"/>
                  <a:pt x="269" y="14"/>
                </a:cubicBezTo>
                <a:cubicBezTo>
                  <a:pt x="269" y="14"/>
                  <a:pt x="263" y="17"/>
                  <a:pt x="267" y="21"/>
                </a:cubicBezTo>
                <a:lnTo>
                  <a:pt x="266" y="35"/>
                </a:lnTo>
                <a:cubicBezTo>
                  <a:pt x="266" y="35"/>
                  <a:pt x="266" y="38"/>
                  <a:pt x="264" y="38"/>
                </a:cubicBezTo>
                <a:lnTo>
                  <a:pt x="258" y="42"/>
                </a:lnTo>
                <a:lnTo>
                  <a:pt x="256" y="43"/>
                </a:lnTo>
                <a:lnTo>
                  <a:pt x="255" y="43"/>
                </a:lnTo>
                <a:close/>
              </a:path>
              <a:path w="489" h="98">
                <a:moveTo>
                  <a:pt x="303" y="56"/>
                </a:moveTo>
                <a:cubicBezTo>
                  <a:pt x="303" y="56"/>
                  <a:pt x="300" y="63"/>
                  <a:pt x="298" y="65"/>
                </a:cubicBezTo>
                <a:lnTo>
                  <a:pt x="304" y="70"/>
                </a:lnTo>
                <a:cubicBezTo>
                  <a:pt x="304" y="70"/>
                  <a:pt x="306" y="73"/>
                  <a:pt x="317" y="73"/>
                </a:cubicBezTo>
                <a:cubicBezTo>
                  <a:pt x="317" y="73"/>
                  <a:pt x="323" y="73"/>
                  <a:pt x="316" y="76"/>
                </a:cubicBezTo>
                <a:lnTo>
                  <a:pt x="307" y="81"/>
                </a:lnTo>
                <a:cubicBezTo>
                  <a:pt x="307" y="81"/>
                  <a:pt x="300" y="84"/>
                  <a:pt x="299" y="80"/>
                </a:cubicBezTo>
                <a:lnTo>
                  <a:pt x="295" y="73"/>
                </a:lnTo>
                <a:cubicBezTo>
                  <a:pt x="295" y="73"/>
                  <a:pt x="294" y="68"/>
                  <a:pt x="293" y="72"/>
                </a:cubicBezTo>
                <a:cubicBezTo>
                  <a:pt x="293" y="72"/>
                  <a:pt x="288" y="78"/>
                  <a:pt x="285" y="78"/>
                </a:cubicBezTo>
                <a:cubicBezTo>
                  <a:pt x="285" y="78"/>
                  <a:pt x="280" y="79"/>
                  <a:pt x="276" y="77"/>
                </a:cubicBezTo>
                <a:cubicBezTo>
                  <a:pt x="276" y="77"/>
                  <a:pt x="269" y="77"/>
                  <a:pt x="279" y="75"/>
                </a:cubicBezTo>
                <a:cubicBezTo>
                  <a:pt x="279" y="75"/>
                  <a:pt x="286" y="73"/>
                  <a:pt x="290" y="66"/>
                </a:cubicBezTo>
                <a:lnTo>
                  <a:pt x="283" y="58"/>
                </a:lnTo>
                <a:cubicBezTo>
                  <a:pt x="283" y="58"/>
                  <a:pt x="280" y="55"/>
                  <a:pt x="284" y="55"/>
                </a:cubicBezTo>
                <a:cubicBezTo>
                  <a:pt x="284" y="55"/>
                  <a:pt x="285" y="54"/>
                  <a:pt x="289" y="57"/>
                </a:cubicBezTo>
                <a:cubicBezTo>
                  <a:pt x="289" y="57"/>
                  <a:pt x="291" y="59"/>
                  <a:pt x="292" y="60"/>
                </a:cubicBezTo>
                <a:cubicBezTo>
                  <a:pt x="293" y="60"/>
                  <a:pt x="293" y="61"/>
                  <a:pt x="295" y="59"/>
                </a:cubicBezTo>
                <a:cubicBezTo>
                  <a:pt x="295" y="58"/>
                  <a:pt x="296" y="56"/>
                  <a:pt x="298" y="52"/>
                </a:cubicBezTo>
                <a:cubicBezTo>
                  <a:pt x="298" y="52"/>
                  <a:pt x="300" y="49"/>
                  <a:pt x="296" y="50"/>
                </a:cubicBezTo>
                <a:cubicBezTo>
                  <a:pt x="296" y="50"/>
                  <a:pt x="293" y="52"/>
                  <a:pt x="292" y="54"/>
                </a:cubicBezTo>
                <a:cubicBezTo>
                  <a:pt x="292" y="54"/>
                  <a:pt x="290" y="56"/>
                  <a:pt x="287" y="54"/>
                </a:cubicBezTo>
                <a:cubicBezTo>
                  <a:pt x="287" y="54"/>
                  <a:pt x="282" y="51"/>
                  <a:pt x="285" y="49"/>
                </a:cubicBezTo>
                <a:lnTo>
                  <a:pt x="286" y="45"/>
                </a:lnTo>
                <a:cubicBezTo>
                  <a:pt x="286" y="45"/>
                  <a:pt x="288" y="40"/>
                  <a:pt x="284" y="44"/>
                </a:cubicBezTo>
                <a:cubicBezTo>
                  <a:pt x="284" y="44"/>
                  <a:pt x="282" y="47"/>
                  <a:pt x="281" y="45"/>
                </a:cubicBezTo>
                <a:lnTo>
                  <a:pt x="276" y="41"/>
                </a:lnTo>
                <a:cubicBezTo>
                  <a:pt x="276" y="41"/>
                  <a:pt x="273" y="38"/>
                  <a:pt x="278" y="39"/>
                </a:cubicBezTo>
                <a:lnTo>
                  <a:pt x="290" y="34"/>
                </a:lnTo>
                <a:cubicBezTo>
                  <a:pt x="290" y="34"/>
                  <a:pt x="291" y="25"/>
                  <a:pt x="292" y="23"/>
                </a:cubicBezTo>
                <a:cubicBezTo>
                  <a:pt x="292" y="23"/>
                  <a:pt x="293" y="14"/>
                  <a:pt x="298" y="15"/>
                </a:cubicBezTo>
                <a:cubicBezTo>
                  <a:pt x="298" y="15"/>
                  <a:pt x="302" y="15"/>
                  <a:pt x="305" y="23"/>
                </a:cubicBezTo>
                <a:cubicBezTo>
                  <a:pt x="305" y="23"/>
                  <a:pt x="308" y="26"/>
                  <a:pt x="304" y="29"/>
                </a:cubicBezTo>
                <a:cubicBezTo>
                  <a:pt x="304" y="29"/>
                  <a:pt x="296" y="34"/>
                  <a:pt x="295" y="35"/>
                </a:cubicBezTo>
                <a:cubicBezTo>
                  <a:pt x="295" y="35"/>
                  <a:pt x="292" y="37"/>
                  <a:pt x="291" y="41"/>
                </a:cubicBezTo>
                <a:cubicBezTo>
                  <a:pt x="291" y="41"/>
                  <a:pt x="287" y="50"/>
                  <a:pt x="291" y="47"/>
                </a:cubicBezTo>
                <a:lnTo>
                  <a:pt x="301" y="40"/>
                </a:lnTo>
                <a:cubicBezTo>
                  <a:pt x="301" y="40"/>
                  <a:pt x="302" y="37"/>
                  <a:pt x="307" y="41"/>
                </a:cubicBezTo>
                <a:cubicBezTo>
                  <a:pt x="307" y="41"/>
                  <a:pt x="312" y="44"/>
                  <a:pt x="309" y="47"/>
                </a:cubicBezTo>
                <a:lnTo>
                  <a:pt x="305" y="52"/>
                </a:lnTo>
                <a:lnTo>
                  <a:pt x="303" y="54"/>
                </a:lnTo>
                <a:lnTo>
                  <a:pt x="303" y="56"/>
                </a:lnTo>
                <a:close/>
                <a:moveTo>
                  <a:pt x="295" y="27"/>
                </a:moveTo>
                <a:cubicBezTo>
                  <a:pt x="295" y="27"/>
                  <a:pt x="297" y="22"/>
                  <a:pt x="299" y="24"/>
                </a:cubicBezTo>
                <a:cubicBezTo>
                  <a:pt x="299" y="24"/>
                  <a:pt x="302" y="24"/>
                  <a:pt x="299" y="27"/>
                </a:cubicBezTo>
                <a:lnTo>
                  <a:pt x="297" y="30"/>
                </a:lnTo>
                <a:cubicBezTo>
                  <a:pt x="297" y="30"/>
                  <a:pt x="294" y="33"/>
                  <a:pt x="295" y="28"/>
                </a:cubicBezTo>
                <a:cubicBezTo>
                  <a:pt x="294" y="33"/>
                  <a:pt x="295" y="27"/>
                  <a:pt x="295" y="27"/>
                </a:cubicBezTo>
                <a:close/>
              </a:path>
              <a:path w="489" h="98">
                <a:moveTo>
                  <a:pt x="354" y="54"/>
                </a:moveTo>
                <a:cubicBezTo>
                  <a:pt x="354" y="54"/>
                  <a:pt x="348" y="58"/>
                  <a:pt x="341" y="59"/>
                </a:cubicBezTo>
                <a:cubicBezTo>
                  <a:pt x="341" y="59"/>
                  <a:pt x="336" y="59"/>
                  <a:pt x="342" y="62"/>
                </a:cubicBezTo>
                <a:lnTo>
                  <a:pt x="347" y="66"/>
                </a:lnTo>
                <a:cubicBezTo>
                  <a:pt x="347" y="66"/>
                  <a:pt x="352" y="67"/>
                  <a:pt x="354" y="64"/>
                </a:cubicBezTo>
                <a:lnTo>
                  <a:pt x="358" y="61"/>
                </a:lnTo>
                <a:cubicBezTo>
                  <a:pt x="358" y="61"/>
                  <a:pt x="364" y="56"/>
                  <a:pt x="361" y="63"/>
                </a:cubicBezTo>
                <a:cubicBezTo>
                  <a:pt x="361" y="63"/>
                  <a:pt x="357" y="73"/>
                  <a:pt x="342" y="79"/>
                </a:cubicBezTo>
                <a:cubicBezTo>
                  <a:pt x="342" y="79"/>
                  <a:pt x="335" y="81"/>
                  <a:pt x="346" y="80"/>
                </a:cubicBezTo>
                <a:cubicBezTo>
                  <a:pt x="346" y="80"/>
                  <a:pt x="365" y="83"/>
                  <a:pt x="372" y="50"/>
                </a:cubicBezTo>
                <a:cubicBezTo>
                  <a:pt x="372" y="50"/>
                  <a:pt x="385" y="41"/>
                  <a:pt x="388" y="40"/>
                </a:cubicBezTo>
                <a:cubicBezTo>
                  <a:pt x="388" y="40"/>
                  <a:pt x="393" y="37"/>
                  <a:pt x="387" y="36"/>
                </a:cubicBezTo>
                <a:cubicBezTo>
                  <a:pt x="387" y="36"/>
                  <a:pt x="383" y="33"/>
                  <a:pt x="380" y="38"/>
                </a:cubicBezTo>
                <a:lnTo>
                  <a:pt x="377" y="40"/>
                </a:lnTo>
                <a:cubicBezTo>
                  <a:pt x="377" y="40"/>
                  <a:pt x="373" y="43"/>
                  <a:pt x="374" y="37"/>
                </a:cubicBezTo>
                <a:lnTo>
                  <a:pt x="376" y="26"/>
                </a:lnTo>
                <a:cubicBezTo>
                  <a:pt x="376" y="26"/>
                  <a:pt x="377" y="22"/>
                  <a:pt x="374" y="21"/>
                </a:cubicBezTo>
                <a:cubicBezTo>
                  <a:pt x="371" y="19"/>
                  <a:pt x="368" y="15"/>
                  <a:pt x="368" y="15"/>
                </a:cubicBezTo>
                <a:cubicBezTo>
                  <a:pt x="368" y="15"/>
                  <a:pt x="365" y="12"/>
                  <a:pt x="365" y="18"/>
                </a:cubicBezTo>
                <a:cubicBezTo>
                  <a:pt x="365" y="18"/>
                  <a:pt x="368" y="35"/>
                  <a:pt x="365" y="47"/>
                </a:cubicBezTo>
                <a:lnTo>
                  <a:pt x="359" y="51"/>
                </a:lnTo>
                <a:lnTo>
                  <a:pt x="357" y="53"/>
                </a:lnTo>
                <a:lnTo>
                  <a:pt x="354" y="54"/>
                </a:lnTo>
                <a:close/>
              </a:path>
              <a:path w="489" h="98">
                <a:moveTo>
                  <a:pt x="378" y="66"/>
                </a:moveTo>
                <a:lnTo>
                  <a:pt x="383" y="76"/>
                </a:lnTo>
                <a:cubicBezTo>
                  <a:pt x="383" y="76"/>
                  <a:pt x="386" y="79"/>
                  <a:pt x="391" y="76"/>
                </a:cubicBezTo>
                <a:lnTo>
                  <a:pt x="401" y="72"/>
                </a:lnTo>
                <a:cubicBezTo>
                  <a:pt x="401" y="72"/>
                  <a:pt x="405" y="70"/>
                  <a:pt x="400" y="70"/>
                </a:cubicBezTo>
                <a:cubicBezTo>
                  <a:pt x="400" y="70"/>
                  <a:pt x="384" y="70"/>
                  <a:pt x="377" y="55"/>
                </a:cubicBezTo>
                <a:cubicBezTo>
                  <a:pt x="377" y="55"/>
                  <a:pt x="374" y="51"/>
                  <a:pt x="374" y="55"/>
                </a:cubicBezTo>
                <a:cubicBezTo>
                  <a:pt x="374" y="55"/>
                  <a:pt x="373" y="56"/>
                  <a:pt x="376" y="60"/>
                </a:cubicBezTo>
                <a:lnTo>
                  <a:pt x="377" y="63"/>
                </a:lnTo>
                <a:lnTo>
                  <a:pt x="378" y="66"/>
                </a:lnTo>
                <a:close/>
              </a:path>
              <a:path w="489" h="98">
                <a:moveTo>
                  <a:pt x="437" y="62"/>
                </a:moveTo>
                <a:cubicBezTo>
                  <a:pt x="437" y="62"/>
                  <a:pt x="428" y="68"/>
                  <a:pt x="424" y="68"/>
                </a:cubicBezTo>
                <a:cubicBezTo>
                  <a:pt x="424" y="68"/>
                  <a:pt x="420" y="68"/>
                  <a:pt x="424" y="71"/>
                </a:cubicBezTo>
                <a:lnTo>
                  <a:pt x="432" y="74"/>
                </a:lnTo>
                <a:cubicBezTo>
                  <a:pt x="432" y="74"/>
                  <a:pt x="436" y="78"/>
                  <a:pt x="438" y="73"/>
                </a:cubicBezTo>
                <a:cubicBezTo>
                  <a:pt x="438" y="73"/>
                  <a:pt x="449" y="59"/>
                  <a:pt x="452" y="59"/>
                </a:cubicBezTo>
                <a:cubicBezTo>
                  <a:pt x="452" y="59"/>
                  <a:pt x="456" y="55"/>
                  <a:pt x="456" y="60"/>
                </a:cubicBezTo>
                <a:cubicBezTo>
                  <a:pt x="456" y="60"/>
                  <a:pt x="456" y="68"/>
                  <a:pt x="456" y="77"/>
                </a:cubicBezTo>
                <a:cubicBezTo>
                  <a:pt x="456" y="77"/>
                  <a:pt x="458" y="86"/>
                  <a:pt x="450" y="85"/>
                </a:cubicBezTo>
                <a:lnTo>
                  <a:pt x="444" y="86"/>
                </a:lnTo>
                <a:lnTo>
                  <a:pt x="451" y="89"/>
                </a:lnTo>
                <a:lnTo>
                  <a:pt x="457" y="91"/>
                </a:lnTo>
                <a:cubicBezTo>
                  <a:pt x="457" y="91"/>
                  <a:pt x="462" y="94"/>
                  <a:pt x="464" y="88"/>
                </a:cubicBezTo>
                <a:cubicBezTo>
                  <a:pt x="464" y="88"/>
                  <a:pt x="465" y="86"/>
                  <a:pt x="463" y="75"/>
                </a:cubicBezTo>
                <a:lnTo>
                  <a:pt x="461" y="54"/>
                </a:lnTo>
                <a:cubicBezTo>
                  <a:pt x="461" y="54"/>
                  <a:pt x="463" y="49"/>
                  <a:pt x="467" y="53"/>
                </a:cubicBezTo>
                <a:lnTo>
                  <a:pt x="467" y="56"/>
                </a:lnTo>
                <a:cubicBezTo>
                  <a:pt x="467" y="56"/>
                  <a:pt x="466" y="60"/>
                  <a:pt x="471" y="56"/>
                </a:cubicBezTo>
                <a:cubicBezTo>
                  <a:pt x="471" y="56"/>
                  <a:pt x="474" y="53"/>
                  <a:pt x="477" y="53"/>
                </a:cubicBezTo>
                <a:cubicBezTo>
                  <a:pt x="477" y="53"/>
                  <a:pt x="480" y="50"/>
                  <a:pt x="476" y="49"/>
                </a:cubicBezTo>
                <a:cubicBezTo>
                  <a:pt x="476" y="49"/>
                  <a:pt x="473" y="45"/>
                  <a:pt x="468" y="46"/>
                </a:cubicBezTo>
                <a:cubicBezTo>
                  <a:pt x="468" y="46"/>
                  <a:pt x="463" y="46"/>
                  <a:pt x="469" y="41"/>
                </a:cubicBezTo>
                <a:lnTo>
                  <a:pt x="473" y="38"/>
                </a:lnTo>
                <a:cubicBezTo>
                  <a:pt x="473" y="38"/>
                  <a:pt x="477" y="35"/>
                  <a:pt x="472" y="33"/>
                </a:cubicBezTo>
                <a:lnTo>
                  <a:pt x="470" y="31"/>
                </a:lnTo>
                <a:cubicBezTo>
                  <a:pt x="470" y="31"/>
                  <a:pt x="467" y="30"/>
                  <a:pt x="473" y="25"/>
                </a:cubicBezTo>
                <a:cubicBezTo>
                  <a:pt x="473" y="25"/>
                  <a:pt x="478" y="20"/>
                  <a:pt x="483" y="19"/>
                </a:cubicBezTo>
                <a:cubicBezTo>
                  <a:pt x="483" y="19"/>
                  <a:pt x="489" y="15"/>
                  <a:pt x="483" y="9"/>
                </a:cubicBezTo>
                <a:cubicBezTo>
                  <a:pt x="483" y="9"/>
                  <a:pt x="478" y="2"/>
                  <a:pt x="472" y="6"/>
                </a:cubicBezTo>
                <a:lnTo>
                  <a:pt x="462" y="11"/>
                </a:lnTo>
                <a:cubicBezTo>
                  <a:pt x="462" y="11"/>
                  <a:pt x="458" y="14"/>
                  <a:pt x="461" y="10"/>
                </a:cubicBezTo>
                <a:cubicBezTo>
                  <a:pt x="461" y="10"/>
                  <a:pt x="463" y="6"/>
                  <a:pt x="460" y="5"/>
                </a:cubicBezTo>
                <a:lnTo>
                  <a:pt x="457" y="3"/>
                </a:lnTo>
                <a:cubicBezTo>
                  <a:pt x="457" y="3"/>
                  <a:pt x="453" y="0"/>
                  <a:pt x="453" y="4"/>
                </a:cubicBezTo>
                <a:cubicBezTo>
                  <a:pt x="453" y="4"/>
                  <a:pt x="451" y="12"/>
                  <a:pt x="447" y="10"/>
                </a:cubicBezTo>
                <a:cubicBezTo>
                  <a:pt x="447" y="10"/>
                  <a:pt x="442" y="8"/>
                  <a:pt x="442" y="11"/>
                </a:cubicBezTo>
                <a:cubicBezTo>
                  <a:pt x="442" y="11"/>
                  <a:pt x="449" y="15"/>
                  <a:pt x="446" y="18"/>
                </a:cubicBezTo>
                <a:cubicBezTo>
                  <a:pt x="446" y="18"/>
                  <a:pt x="441" y="24"/>
                  <a:pt x="439" y="18"/>
                </a:cubicBezTo>
                <a:cubicBezTo>
                  <a:pt x="439" y="18"/>
                  <a:pt x="436" y="11"/>
                  <a:pt x="430" y="9"/>
                </a:cubicBezTo>
                <a:cubicBezTo>
                  <a:pt x="430" y="9"/>
                  <a:pt x="425" y="7"/>
                  <a:pt x="428" y="11"/>
                </a:cubicBezTo>
                <a:cubicBezTo>
                  <a:pt x="428" y="11"/>
                  <a:pt x="434" y="16"/>
                  <a:pt x="435" y="21"/>
                </a:cubicBezTo>
                <a:cubicBezTo>
                  <a:pt x="435" y="21"/>
                  <a:pt x="438" y="27"/>
                  <a:pt x="433" y="23"/>
                </a:cubicBezTo>
                <a:cubicBezTo>
                  <a:pt x="433" y="23"/>
                  <a:pt x="426" y="17"/>
                  <a:pt x="427" y="21"/>
                </a:cubicBezTo>
                <a:cubicBezTo>
                  <a:pt x="427" y="21"/>
                  <a:pt x="433" y="32"/>
                  <a:pt x="436" y="37"/>
                </a:cubicBezTo>
                <a:cubicBezTo>
                  <a:pt x="436" y="37"/>
                  <a:pt x="439" y="42"/>
                  <a:pt x="439" y="36"/>
                </a:cubicBezTo>
                <a:cubicBezTo>
                  <a:pt x="439" y="36"/>
                  <a:pt x="438" y="30"/>
                  <a:pt x="442" y="34"/>
                </a:cubicBezTo>
                <a:cubicBezTo>
                  <a:pt x="442" y="34"/>
                  <a:pt x="445" y="37"/>
                  <a:pt x="447" y="35"/>
                </a:cubicBezTo>
                <a:cubicBezTo>
                  <a:pt x="447" y="35"/>
                  <a:pt x="449" y="31"/>
                  <a:pt x="447" y="31"/>
                </a:cubicBezTo>
                <a:cubicBezTo>
                  <a:pt x="444" y="30"/>
                  <a:pt x="445" y="26"/>
                  <a:pt x="445" y="26"/>
                </a:cubicBezTo>
                <a:cubicBezTo>
                  <a:pt x="445" y="26"/>
                  <a:pt x="443" y="22"/>
                  <a:pt x="445" y="22"/>
                </a:cubicBezTo>
                <a:cubicBezTo>
                  <a:pt x="445" y="22"/>
                  <a:pt x="453" y="17"/>
                  <a:pt x="450" y="22"/>
                </a:cubicBezTo>
                <a:cubicBezTo>
                  <a:pt x="450" y="22"/>
                  <a:pt x="444" y="27"/>
                  <a:pt x="452" y="32"/>
                </a:cubicBezTo>
                <a:cubicBezTo>
                  <a:pt x="452" y="32"/>
                  <a:pt x="460" y="35"/>
                  <a:pt x="463" y="28"/>
                </a:cubicBezTo>
                <a:cubicBezTo>
                  <a:pt x="463" y="28"/>
                  <a:pt x="464" y="23"/>
                  <a:pt x="462" y="21"/>
                </a:cubicBezTo>
                <a:cubicBezTo>
                  <a:pt x="462" y="21"/>
                  <a:pt x="458" y="16"/>
                  <a:pt x="463" y="16"/>
                </a:cubicBezTo>
                <a:lnTo>
                  <a:pt x="468" y="14"/>
                </a:lnTo>
                <a:cubicBezTo>
                  <a:pt x="468" y="14"/>
                  <a:pt x="473" y="12"/>
                  <a:pt x="472" y="16"/>
                </a:cubicBezTo>
                <a:lnTo>
                  <a:pt x="466" y="28"/>
                </a:lnTo>
                <a:cubicBezTo>
                  <a:pt x="466" y="28"/>
                  <a:pt x="463" y="34"/>
                  <a:pt x="460" y="34"/>
                </a:cubicBezTo>
                <a:lnTo>
                  <a:pt x="444" y="43"/>
                </a:lnTo>
                <a:cubicBezTo>
                  <a:pt x="444" y="43"/>
                  <a:pt x="437" y="45"/>
                  <a:pt x="442" y="46"/>
                </a:cubicBezTo>
                <a:cubicBezTo>
                  <a:pt x="442" y="46"/>
                  <a:pt x="447" y="48"/>
                  <a:pt x="450" y="44"/>
                </a:cubicBezTo>
                <a:lnTo>
                  <a:pt x="458" y="40"/>
                </a:lnTo>
                <a:cubicBezTo>
                  <a:pt x="458" y="40"/>
                  <a:pt x="463" y="36"/>
                  <a:pt x="460" y="42"/>
                </a:cubicBezTo>
                <a:cubicBezTo>
                  <a:pt x="460" y="42"/>
                  <a:pt x="460" y="47"/>
                  <a:pt x="453" y="52"/>
                </a:cubicBezTo>
                <a:lnTo>
                  <a:pt x="443" y="59"/>
                </a:lnTo>
                <a:lnTo>
                  <a:pt x="440" y="60"/>
                </a:lnTo>
                <a:lnTo>
                  <a:pt x="437" y="62"/>
                </a:lnTo>
                <a:close/>
                <a:moveTo>
                  <a:pt x="456" y="23"/>
                </a:moveTo>
                <a:cubicBezTo>
                  <a:pt x="457" y="23"/>
                  <a:pt x="458" y="24"/>
                  <a:pt x="458" y="25"/>
                </a:cubicBezTo>
                <a:cubicBezTo>
                  <a:pt x="458" y="27"/>
                  <a:pt x="457" y="28"/>
                  <a:pt x="456" y="28"/>
                </a:cubicBezTo>
                <a:cubicBezTo>
                  <a:pt x="455" y="28"/>
                  <a:pt x="454" y="27"/>
                  <a:pt x="454" y="25"/>
                </a:cubicBezTo>
                <a:cubicBezTo>
                  <a:pt x="454" y="24"/>
                  <a:pt x="455" y="23"/>
                  <a:pt x="456" y="2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5" name="Freeform 6"/>
          <p:cNvSpPr>
            <a:spLocks noGrp="1"/>
          </p:cNvSpPr>
          <p:nvPr/>
        </p:nvSpPr>
        <p:spPr>
          <a:xfrm>
            <a:off x="10466070" y="520700"/>
            <a:ext cx="1549400" cy="49530"/>
          </a:xfrm>
          <a:custGeom>
            <a:avLst/>
            <a:gdLst/>
            <a:ahLst/>
            <a:cxnLst/>
            <a:rect l="l" t="t" r="r" b="b"/>
            <a:pathLst>
              <a:path w="471" h="15">
                <a:moveTo>
                  <a:pt x="0" y="15"/>
                </a:moveTo>
                <a:lnTo>
                  <a:pt x="0" y="0"/>
                </a:lnTo>
                <a:lnTo>
                  <a:pt x="2" y="0"/>
                </a:lnTo>
                <a:lnTo>
                  <a:pt x="2" y="6"/>
                </a:lnTo>
                <a:lnTo>
                  <a:pt x="9" y="6"/>
                </a:lnTo>
                <a:lnTo>
                  <a:pt x="9" y="0"/>
                </a:lnTo>
                <a:lnTo>
                  <a:pt x="10" y="0"/>
                </a:lnTo>
                <a:lnTo>
                  <a:pt x="10" y="15"/>
                </a:lnTo>
                <a:lnTo>
                  <a:pt x="9" y="15"/>
                </a:lnTo>
                <a:lnTo>
                  <a:pt x="9" y="8"/>
                </a:lnTo>
                <a:lnTo>
                  <a:pt x="2" y="8"/>
                </a:lnTo>
                <a:lnTo>
                  <a:pt x="2" y="15"/>
                </a:lnTo>
                <a:lnTo>
                  <a:pt x="0" y="15"/>
                </a:lnTo>
                <a:close/>
              </a:path>
              <a:path w="471" h="15">
                <a:moveTo>
                  <a:pt x="21" y="0"/>
                </a:moveTo>
                <a:lnTo>
                  <a:pt x="22" y="0"/>
                </a:lnTo>
                <a:lnTo>
                  <a:pt x="22" y="9"/>
                </a:lnTo>
                <a:cubicBezTo>
                  <a:pt x="22" y="10"/>
                  <a:pt x="22" y="11"/>
                  <a:pt x="22" y="12"/>
                </a:cubicBezTo>
                <a:cubicBezTo>
                  <a:pt x="22" y="13"/>
                  <a:pt x="21" y="14"/>
                  <a:pt x="20" y="14"/>
                </a:cubicBezTo>
                <a:cubicBezTo>
                  <a:pt x="20" y="15"/>
                  <a:pt x="19" y="15"/>
                  <a:pt x="17" y="15"/>
                </a:cubicBezTo>
                <a:cubicBezTo>
                  <a:pt x="16" y="15"/>
                  <a:pt x="15" y="15"/>
                  <a:pt x="15" y="14"/>
                </a:cubicBezTo>
                <a:cubicBezTo>
                  <a:pt x="14" y="14"/>
                  <a:pt x="13" y="13"/>
                  <a:pt x="13" y="12"/>
                </a:cubicBezTo>
                <a:cubicBezTo>
                  <a:pt x="13" y="11"/>
                  <a:pt x="12" y="10"/>
                  <a:pt x="12" y="9"/>
                </a:cubicBezTo>
                <a:lnTo>
                  <a:pt x="12" y="0"/>
                </a:lnTo>
                <a:lnTo>
                  <a:pt x="14" y="0"/>
                </a:lnTo>
                <a:lnTo>
                  <a:pt x="14" y="9"/>
                </a:lnTo>
                <a:cubicBezTo>
                  <a:pt x="14" y="10"/>
                  <a:pt x="14" y="11"/>
                  <a:pt x="14" y="11"/>
                </a:cubicBezTo>
                <a:cubicBezTo>
                  <a:pt x="15" y="12"/>
                  <a:pt x="15" y="12"/>
                  <a:pt x="15" y="13"/>
                </a:cubicBezTo>
                <a:cubicBezTo>
                  <a:pt x="16" y="13"/>
                  <a:pt x="17" y="13"/>
                  <a:pt x="17" y="13"/>
                </a:cubicBezTo>
                <a:cubicBezTo>
                  <a:pt x="18" y="13"/>
                  <a:pt x="19" y="13"/>
                  <a:pt x="20" y="12"/>
                </a:cubicBezTo>
                <a:cubicBezTo>
                  <a:pt x="20" y="12"/>
                  <a:pt x="21" y="10"/>
                  <a:pt x="21" y="9"/>
                </a:cubicBezTo>
                <a:lnTo>
                  <a:pt x="21" y="0"/>
                </a:lnTo>
                <a:close/>
              </a:path>
              <a:path w="471" h="15">
                <a:moveTo>
                  <a:pt x="23" y="15"/>
                </a:moveTo>
                <a:lnTo>
                  <a:pt x="28" y="0"/>
                </a:lnTo>
                <a:lnTo>
                  <a:pt x="30" y="0"/>
                </a:lnTo>
                <a:lnTo>
                  <a:pt x="35" y="15"/>
                </a:lnTo>
                <a:lnTo>
                  <a:pt x="33" y="15"/>
                </a:lnTo>
                <a:lnTo>
                  <a:pt x="32" y="10"/>
                </a:lnTo>
                <a:lnTo>
                  <a:pt x="26" y="10"/>
                </a:lnTo>
                <a:lnTo>
                  <a:pt x="25" y="15"/>
                </a:lnTo>
                <a:lnTo>
                  <a:pt x="23" y="15"/>
                </a:lnTo>
                <a:close/>
                <a:moveTo>
                  <a:pt x="27" y="9"/>
                </a:moveTo>
                <a:lnTo>
                  <a:pt x="31" y="9"/>
                </a:lnTo>
                <a:lnTo>
                  <a:pt x="30" y="5"/>
                </a:lnTo>
                <a:cubicBezTo>
                  <a:pt x="29" y="4"/>
                  <a:pt x="29" y="3"/>
                  <a:pt x="29" y="2"/>
                </a:cubicBezTo>
                <a:cubicBezTo>
                  <a:pt x="29" y="3"/>
                  <a:pt x="28" y="4"/>
                  <a:pt x="28" y="5"/>
                </a:cubicBezTo>
                <a:lnTo>
                  <a:pt x="27" y="9"/>
                </a:lnTo>
                <a:close/>
              </a:path>
              <a:path w="471" h="15">
                <a:moveTo>
                  <a:pt x="35" y="15"/>
                </a:moveTo>
                <a:lnTo>
                  <a:pt x="35" y="13"/>
                </a:lnTo>
                <a:lnTo>
                  <a:pt x="41" y="4"/>
                </a:lnTo>
                <a:cubicBezTo>
                  <a:pt x="42" y="3"/>
                  <a:pt x="42" y="2"/>
                  <a:pt x="42" y="2"/>
                </a:cubicBezTo>
                <a:lnTo>
                  <a:pt x="35" y="2"/>
                </a:lnTo>
                <a:lnTo>
                  <a:pt x="35" y="0"/>
                </a:lnTo>
                <a:lnTo>
                  <a:pt x="44" y="0"/>
                </a:lnTo>
                <a:lnTo>
                  <a:pt x="44" y="2"/>
                </a:lnTo>
                <a:lnTo>
                  <a:pt x="37" y="12"/>
                </a:lnTo>
                <a:lnTo>
                  <a:pt x="37" y="13"/>
                </a:lnTo>
                <a:lnTo>
                  <a:pt x="45" y="13"/>
                </a:lnTo>
                <a:lnTo>
                  <a:pt x="45" y="15"/>
                </a:lnTo>
                <a:lnTo>
                  <a:pt x="35" y="15"/>
                </a:lnTo>
                <a:close/>
              </a:path>
              <a:path w="471" h="15">
                <a:moveTo>
                  <a:pt x="46" y="15"/>
                </a:moveTo>
                <a:lnTo>
                  <a:pt x="46" y="0"/>
                </a:lnTo>
                <a:lnTo>
                  <a:pt x="48" y="0"/>
                </a:lnTo>
                <a:lnTo>
                  <a:pt x="48" y="6"/>
                </a:lnTo>
                <a:lnTo>
                  <a:pt x="54" y="6"/>
                </a:lnTo>
                <a:lnTo>
                  <a:pt x="54" y="0"/>
                </a:lnTo>
                <a:lnTo>
                  <a:pt x="56" y="0"/>
                </a:lnTo>
                <a:lnTo>
                  <a:pt x="56" y="15"/>
                </a:lnTo>
                <a:lnTo>
                  <a:pt x="54" y="15"/>
                </a:lnTo>
                <a:lnTo>
                  <a:pt x="54" y="8"/>
                </a:lnTo>
                <a:lnTo>
                  <a:pt x="48" y="8"/>
                </a:lnTo>
                <a:lnTo>
                  <a:pt x="48" y="15"/>
                </a:lnTo>
                <a:lnTo>
                  <a:pt x="46" y="15"/>
                </a:lnTo>
                <a:close/>
              </a:path>
              <a:path w="471" h="15">
                <a:moveTo>
                  <a:pt x="58" y="8"/>
                </a:moveTo>
                <a:cubicBezTo>
                  <a:pt x="58" y="5"/>
                  <a:pt x="58" y="3"/>
                  <a:pt x="59" y="2"/>
                </a:cubicBezTo>
                <a:cubicBezTo>
                  <a:pt x="60" y="1"/>
                  <a:pt x="62" y="0"/>
                  <a:pt x="64" y="0"/>
                </a:cubicBezTo>
                <a:cubicBezTo>
                  <a:pt x="65" y="0"/>
                  <a:pt x="66" y="0"/>
                  <a:pt x="67" y="1"/>
                </a:cubicBezTo>
                <a:cubicBezTo>
                  <a:pt x="68" y="2"/>
                  <a:pt x="68" y="3"/>
                  <a:pt x="69" y="4"/>
                </a:cubicBezTo>
                <a:cubicBezTo>
                  <a:pt x="69" y="5"/>
                  <a:pt x="70" y="6"/>
                  <a:pt x="70" y="8"/>
                </a:cubicBezTo>
                <a:cubicBezTo>
                  <a:pt x="70" y="9"/>
                  <a:pt x="69" y="10"/>
                  <a:pt x="69" y="11"/>
                </a:cubicBezTo>
                <a:cubicBezTo>
                  <a:pt x="68" y="13"/>
                  <a:pt x="68" y="13"/>
                  <a:pt x="67" y="14"/>
                </a:cubicBezTo>
                <a:cubicBezTo>
                  <a:pt x="66" y="15"/>
                  <a:pt x="65" y="15"/>
                  <a:pt x="64" y="15"/>
                </a:cubicBezTo>
                <a:cubicBezTo>
                  <a:pt x="62" y="15"/>
                  <a:pt x="61" y="15"/>
                  <a:pt x="60" y="14"/>
                </a:cubicBezTo>
                <a:cubicBezTo>
                  <a:pt x="59" y="13"/>
                  <a:pt x="59" y="12"/>
                  <a:pt x="58" y="11"/>
                </a:cubicBezTo>
                <a:cubicBezTo>
                  <a:pt x="58" y="10"/>
                  <a:pt x="58" y="9"/>
                  <a:pt x="58" y="8"/>
                </a:cubicBezTo>
                <a:close/>
                <a:moveTo>
                  <a:pt x="59" y="8"/>
                </a:moveTo>
                <a:cubicBezTo>
                  <a:pt x="59" y="9"/>
                  <a:pt x="60" y="11"/>
                  <a:pt x="60" y="12"/>
                </a:cubicBezTo>
                <a:cubicBezTo>
                  <a:pt x="61" y="13"/>
                  <a:pt x="62" y="13"/>
                  <a:pt x="64" y="13"/>
                </a:cubicBezTo>
                <a:cubicBezTo>
                  <a:pt x="65" y="13"/>
                  <a:pt x="66" y="13"/>
                  <a:pt x="67" y="12"/>
                </a:cubicBezTo>
                <a:cubicBezTo>
                  <a:pt x="67" y="11"/>
                  <a:pt x="68" y="9"/>
                  <a:pt x="68" y="7"/>
                </a:cubicBezTo>
                <a:cubicBezTo>
                  <a:pt x="68" y="6"/>
                  <a:pt x="68" y="5"/>
                  <a:pt x="67" y="4"/>
                </a:cubicBezTo>
                <a:cubicBezTo>
                  <a:pt x="67" y="4"/>
                  <a:pt x="66" y="3"/>
                  <a:pt x="66" y="2"/>
                </a:cubicBezTo>
                <a:cubicBezTo>
                  <a:pt x="65" y="2"/>
                  <a:pt x="64" y="2"/>
                  <a:pt x="64" y="2"/>
                </a:cubicBezTo>
                <a:cubicBezTo>
                  <a:pt x="62" y="2"/>
                  <a:pt x="61" y="2"/>
                  <a:pt x="61" y="3"/>
                </a:cubicBezTo>
                <a:cubicBezTo>
                  <a:pt x="60" y="4"/>
                  <a:pt x="59" y="6"/>
                  <a:pt x="59" y="8"/>
                </a:cubicBezTo>
                <a:close/>
              </a:path>
              <a:path w="471" h="15">
                <a:moveTo>
                  <a:pt x="71" y="15"/>
                </a:moveTo>
                <a:lnTo>
                  <a:pt x="71" y="0"/>
                </a:lnTo>
                <a:lnTo>
                  <a:pt x="73" y="0"/>
                </a:lnTo>
                <a:lnTo>
                  <a:pt x="79" y="12"/>
                </a:lnTo>
                <a:lnTo>
                  <a:pt x="79" y="0"/>
                </a:lnTo>
                <a:lnTo>
                  <a:pt x="81" y="0"/>
                </a:lnTo>
                <a:lnTo>
                  <a:pt x="81" y="15"/>
                </a:lnTo>
                <a:lnTo>
                  <a:pt x="79" y="15"/>
                </a:lnTo>
                <a:lnTo>
                  <a:pt x="73" y="3"/>
                </a:lnTo>
                <a:lnTo>
                  <a:pt x="73" y="15"/>
                </a:lnTo>
                <a:lnTo>
                  <a:pt x="71" y="15"/>
                </a:lnTo>
                <a:close/>
              </a:path>
              <a:path w="471" h="15">
                <a:moveTo>
                  <a:pt x="89" y="9"/>
                </a:moveTo>
                <a:lnTo>
                  <a:pt x="89" y="7"/>
                </a:lnTo>
                <a:lnTo>
                  <a:pt x="94" y="7"/>
                </a:lnTo>
                <a:lnTo>
                  <a:pt x="94" y="13"/>
                </a:lnTo>
                <a:cubicBezTo>
                  <a:pt x="94" y="13"/>
                  <a:pt x="93" y="14"/>
                  <a:pt x="92" y="14"/>
                </a:cubicBezTo>
                <a:cubicBezTo>
                  <a:pt x="91" y="15"/>
                  <a:pt x="90" y="15"/>
                  <a:pt x="89" y="15"/>
                </a:cubicBezTo>
                <a:cubicBezTo>
                  <a:pt x="88" y="15"/>
                  <a:pt x="87" y="15"/>
                  <a:pt x="86" y="14"/>
                </a:cubicBezTo>
                <a:cubicBezTo>
                  <a:pt x="85" y="13"/>
                  <a:pt x="84" y="13"/>
                  <a:pt x="84" y="11"/>
                </a:cubicBezTo>
                <a:cubicBezTo>
                  <a:pt x="83" y="10"/>
                  <a:pt x="83" y="9"/>
                  <a:pt x="83" y="8"/>
                </a:cubicBezTo>
                <a:cubicBezTo>
                  <a:pt x="83" y="6"/>
                  <a:pt x="83" y="5"/>
                  <a:pt x="84" y="4"/>
                </a:cubicBezTo>
                <a:cubicBezTo>
                  <a:pt x="84" y="2"/>
                  <a:pt x="85" y="2"/>
                  <a:pt x="86" y="1"/>
                </a:cubicBezTo>
                <a:cubicBezTo>
                  <a:pt x="87" y="0"/>
                  <a:pt x="88" y="0"/>
                  <a:pt x="89" y="0"/>
                </a:cubicBezTo>
                <a:cubicBezTo>
                  <a:pt x="90" y="0"/>
                  <a:pt x="91" y="0"/>
                  <a:pt x="92" y="1"/>
                </a:cubicBezTo>
                <a:cubicBezTo>
                  <a:pt x="92" y="1"/>
                  <a:pt x="93" y="1"/>
                  <a:pt x="93" y="2"/>
                </a:cubicBezTo>
                <a:cubicBezTo>
                  <a:pt x="94" y="3"/>
                  <a:pt x="94" y="3"/>
                  <a:pt x="94" y="4"/>
                </a:cubicBezTo>
                <a:lnTo>
                  <a:pt x="93" y="5"/>
                </a:lnTo>
                <a:cubicBezTo>
                  <a:pt x="93" y="4"/>
                  <a:pt x="92" y="3"/>
                  <a:pt x="92" y="3"/>
                </a:cubicBezTo>
                <a:cubicBezTo>
                  <a:pt x="92" y="3"/>
                  <a:pt x="91" y="2"/>
                  <a:pt x="91" y="2"/>
                </a:cubicBezTo>
                <a:cubicBezTo>
                  <a:pt x="90" y="2"/>
                  <a:pt x="90" y="2"/>
                  <a:pt x="89" y="2"/>
                </a:cubicBezTo>
                <a:cubicBezTo>
                  <a:pt x="88" y="2"/>
                  <a:pt x="88" y="2"/>
                  <a:pt x="87" y="2"/>
                </a:cubicBezTo>
                <a:cubicBezTo>
                  <a:pt x="87" y="2"/>
                  <a:pt x="86" y="3"/>
                  <a:pt x="86" y="3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5" y="6"/>
                  <a:pt x="85" y="7"/>
                </a:cubicBezTo>
                <a:cubicBezTo>
                  <a:pt x="85" y="9"/>
                  <a:pt x="85" y="10"/>
                  <a:pt x="85" y="11"/>
                </a:cubicBezTo>
                <a:cubicBezTo>
                  <a:pt x="86" y="12"/>
                  <a:pt x="86" y="12"/>
                  <a:pt x="87" y="13"/>
                </a:cubicBezTo>
                <a:cubicBezTo>
                  <a:pt x="88" y="13"/>
                  <a:pt x="88" y="13"/>
                  <a:pt x="89" y="13"/>
                </a:cubicBezTo>
                <a:cubicBezTo>
                  <a:pt x="90" y="13"/>
                  <a:pt x="91" y="13"/>
                  <a:pt x="91" y="13"/>
                </a:cubicBezTo>
                <a:cubicBezTo>
                  <a:pt x="92" y="12"/>
                  <a:pt x="92" y="12"/>
                  <a:pt x="93" y="12"/>
                </a:cubicBezTo>
                <a:lnTo>
                  <a:pt x="93" y="9"/>
                </a:lnTo>
                <a:lnTo>
                  <a:pt x="89" y="9"/>
                </a:lnTo>
                <a:close/>
              </a:path>
              <a:path w="471" h="15">
                <a:moveTo>
                  <a:pt x="110" y="0"/>
                </a:moveTo>
                <a:lnTo>
                  <a:pt x="112" y="0"/>
                </a:lnTo>
                <a:lnTo>
                  <a:pt x="112" y="9"/>
                </a:lnTo>
                <a:cubicBezTo>
                  <a:pt x="112" y="10"/>
                  <a:pt x="111" y="11"/>
                  <a:pt x="111" y="12"/>
                </a:cubicBezTo>
                <a:cubicBezTo>
                  <a:pt x="111" y="13"/>
                  <a:pt x="110" y="14"/>
                  <a:pt x="110" y="14"/>
                </a:cubicBezTo>
                <a:cubicBezTo>
                  <a:pt x="109" y="15"/>
                  <a:pt x="108" y="15"/>
                  <a:pt x="107" y="15"/>
                </a:cubicBezTo>
                <a:cubicBezTo>
                  <a:pt x="106" y="15"/>
                  <a:pt x="105" y="15"/>
                  <a:pt x="104" y="14"/>
                </a:cubicBezTo>
                <a:cubicBezTo>
                  <a:pt x="103" y="14"/>
                  <a:pt x="103" y="13"/>
                  <a:pt x="102" y="12"/>
                </a:cubicBezTo>
                <a:cubicBezTo>
                  <a:pt x="102" y="11"/>
                  <a:pt x="102" y="10"/>
                  <a:pt x="102" y="9"/>
                </a:cubicBezTo>
                <a:lnTo>
                  <a:pt x="102" y="0"/>
                </a:lnTo>
                <a:lnTo>
                  <a:pt x="103" y="0"/>
                </a:lnTo>
                <a:lnTo>
                  <a:pt x="103" y="9"/>
                </a:lnTo>
                <a:cubicBezTo>
                  <a:pt x="103" y="10"/>
                  <a:pt x="104" y="11"/>
                  <a:pt x="104" y="11"/>
                </a:cubicBezTo>
                <a:cubicBezTo>
                  <a:pt x="104" y="12"/>
                  <a:pt x="104" y="12"/>
                  <a:pt x="105" y="13"/>
                </a:cubicBezTo>
                <a:cubicBezTo>
                  <a:pt x="105" y="13"/>
                  <a:pt x="106" y="13"/>
                  <a:pt x="107" y="13"/>
                </a:cubicBezTo>
                <a:cubicBezTo>
                  <a:pt x="108" y="13"/>
                  <a:pt x="109" y="13"/>
                  <a:pt x="109" y="12"/>
                </a:cubicBezTo>
                <a:cubicBezTo>
                  <a:pt x="110" y="12"/>
                  <a:pt x="110" y="10"/>
                  <a:pt x="110" y="9"/>
                </a:cubicBezTo>
                <a:lnTo>
                  <a:pt x="110" y="0"/>
                </a:lnTo>
                <a:close/>
              </a:path>
              <a:path w="471" h="15">
                <a:moveTo>
                  <a:pt x="114" y="15"/>
                </a:moveTo>
                <a:lnTo>
                  <a:pt x="114" y="0"/>
                </a:lnTo>
                <a:lnTo>
                  <a:pt x="116" y="0"/>
                </a:lnTo>
                <a:lnTo>
                  <a:pt x="122" y="12"/>
                </a:lnTo>
                <a:lnTo>
                  <a:pt x="122" y="0"/>
                </a:lnTo>
                <a:lnTo>
                  <a:pt x="124" y="0"/>
                </a:lnTo>
                <a:lnTo>
                  <a:pt x="124" y="15"/>
                </a:lnTo>
                <a:lnTo>
                  <a:pt x="122" y="15"/>
                </a:lnTo>
                <a:lnTo>
                  <a:pt x="115" y="3"/>
                </a:lnTo>
                <a:lnTo>
                  <a:pt x="115" y="15"/>
                </a:lnTo>
                <a:lnTo>
                  <a:pt x="114" y="15"/>
                </a:lnTo>
                <a:close/>
              </a:path>
              <a:path w="471" h="15">
                <a:moveTo>
                  <a:pt x="126" y="15"/>
                </a:moveTo>
                <a:lnTo>
                  <a:pt x="126" y="0"/>
                </a:lnTo>
                <a:lnTo>
                  <a:pt x="128" y="0"/>
                </a:lnTo>
                <a:lnTo>
                  <a:pt x="128" y="15"/>
                </a:lnTo>
                <a:lnTo>
                  <a:pt x="126" y="15"/>
                </a:lnTo>
                <a:close/>
              </a:path>
              <a:path w="471" h="15">
                <a:moveTo>
                  <a:pt x="134" y="15"/>
                </a:moveTo>
                <a:lnTo>
                  <a:pt x="129" y="0"/>
                </a:lnTo>
                <a:lnTo>
                  <a:pt x="131" y="0"/>
                </a:lnTo>
                <a:lnTo>
                  <a:pt x="134" y="11"/>
                </a:lnTo>
                <a:cubicBezTo>
                  <a:pt x="134" y="12"/>
                  <a:pt x="135" y="12"/>
                  <a:pt x="135" y="13"/>
                </a:cubicBezTo>
                <a:cubicBezTo>
                  <a:pt x="135" y="12"/>
                  <a:pt x="135" y="12"/>
                  <a:pt x="135" y="11"/>
                </a:cubicBezTo>
                <a:lnTo>
                  <a:pt x="139" y="0"/>
                </a:lnTo>
                <a:lnTo>
                  <a:pt x="141" y="0"/>
                </a:lnTo>
                <a:lnTo>
                  <a:pt x="136" y="15"/>
                </a:lnTo>
                <a:lnTo>
                  <a:pt x="134" y="15"/>
                </a:lnTo>
                <a:close/>
              </a:path>
              <a:path w="471" h="15">
                <a:moveTo>
                  <a:pt x="142" y="15"/>
                </a:moveTo>
                <a:lnTo>
                  <a:pt x="142" y="0"/>
                </a:lnTo>
                <a:lnTo>
                  <a:pt x="151" y="0"/>
                </a:lnTo>
                <a:lnTo>
                  <a:pt x="151" y="2"/>
                </a:lnTo>
                <a:lnTo>
                  <a:pt x="143" y="2"/>
                </a:lnTo>
                <a:lnTo>
                  <a:pt x="143" y="6"/>
                </a:lnTo>
                <a:lnTo>
                  <a:pt x="150" y="6"/>
                </a:lnTo>
                <a:lnTo>
                  <a:pt x="150" y="8"/>
                </a:lnTo>
                <a:lnTo>
                  <a:pt x="143" y="8"/>
                </a:lnTo>
                <a:lnTo>
                  <a:pt x="143" y="13"/>
                </a:lnTo>
                <a:lnTo>
                  <a:pt x="151" y="13"/>
                </a:lnTo>
                <a:lnTo>
                  <a:pt x="151" y="15"/>
                </a:lnTo>
                <a:lnTo>
                  <a:pt x="142" y="15"/>
                </a:lnTo>
                <a:close/>
              </a:path>
              <a:path w="471" h="15">
                <a:moveTo>
                  <a:pt x="153" y="15"/>
                </a:moveTo>
                <a:lnTo>
                  <a:pt x="153" y="0"/>
                </a:lnTo>
                <a:lnTo>
                  <a:pt x="158" y="0"/>
                </a:lnTo>
                <a:cubicBezTo>
                  <a:pt x="159" y="0"/>
                  <a:pt x="160" y="0"/>
                  <a:pt x="161" y="1"/>
                </a:cubicBezTo>
                <a:cubicBezTo>
                  <a:pt x="161" y="1"/>
                  <a:pt x="162" y="1"/>
                  <a:pt x="162" y="2"/>
                </a:cubicBezTo>
                <a:cubicBezTo>
                  <a:pt x="163" y="3"/>
                  <a:pt x="163" y="3"/>
                  <a:pt x="163" y="4"/>
                </a:cubicBezTo>
                <a:cubicBezTo>
                  <a:pt x="163" y="5"/>
                  <a:pt x="162" y="6"/>
                  <a:pt x="162" y="7"/>
                </a:cubicBezTo>
                <a:cubicBezTo>
                  <a:pt x="161" y="7"/>
                  <a:pt x="160" y="8"/>
                  <a:pt x="159" y="8"/>
                </a:cubicBezTo>
                <a:cubicBezTo>
                  <a:pt x="160" y="8"/>
                  <a:pt x="160" y="9"/>
                  <a:pt x="160" y="9"/>
                </a:cubicBezTo>
                <a:cubicBezTo>
                  <a:pt x="161" y="9"/>
                  <a:pt x="161" y="10"/>
                  <a:pt x="162" y="11"/>
                </a:cubicBezTo>
                <a:lnTo>
                  <a:pt x="164" y="15"/>
                </a:lnTo>
                <a:lnTo>
                  <a:pt x="162" y="15"/>
                </a:lnTo>
                <a:lnTo>
                  <a:pt x="160" y="12"/>
                </a:lnTo>
                <a:cubicBezTo>
                  <a:pt x="160" y="11"/>
                  <a:pt x="159" y="10"/>
                  <a:pt x="159" y="10"/>
                </a:cubicBezTo>
                <a:cubicBezTo>
                  <a:pt x="159" y="9"/>
                  <a:pt x="158" y="9"/>
                  <a:pt x="158" y="9"/>
                </a:cubicBezTo>
                <a:cubicBezTo>
                  <a:pt x="158" y="9"/>
                  <a:pt x="158" y="8"/>
                  <a:pt x="157" y="8"/>
                </a:cubicBezTo>
                <a:cubicBezTo>
                  <a:pt x="157" y="8"/>
                  <a:pt x="157" y="8"/>
                  <a:pt x="156" y="8"/>
                </a:cubicBezTo>
                <a:lnTo>
                  <a:pt x="154" y="8"/>
                </a:lnTo>
                <a:lnTo>
                  <a:pt x="154" y="15"/>
                </a:lnTo>
                <a:lnTo>
                  <a:pt x="153" y="15"/>
                </a:lnTo>
                <a:close/>
                <a:moveTo>
                  <a:pt x="154" y="7"/>
                </a:moveTo>
                <a:lnTo>
                  <a:pt x="158" y="7"/>
                </a:lnTo>
                <a:cubicBezTo>
                  <a:pt x="159" y="7"/>
                  <a:pt x="159" y="7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5"/>
                  <a:pt x="161" y="5"/>
                  <a:pt x="161" y="4"/>
                </a:cubicBezTo>
                <a:cubicBezTo>
                  <a:pt x="161" y="4"/>
                  <a:pt x="161" y="3"/>
                  <a:pt x="160" y="3"/>
                </a:cubicBezTo>
                <a:cubicBezTo>
                  <a:pt x="160" y="2"/>
                  <a:pt x="159" y="2"/>
                  <a:pt x="158" y="2"/>
                </a:cubicBezTo>
                <a:lnTo>
                  <a:pt x="154" y="2"/>
                </a:lnTo>
                <a:lnTo>
                  <a:pt x="154" y="7"/>
                </a:lnTo>
                <a:close/>
              </a:path>
              <a:path w="471" h="15">
                <a:moveTo>
                  <a:pt x="164" y="10"/>
                </a:moveTo>
                <a:lnTo>
                  <a:pt x="166" y="10"/>
                </a:lnTo>
                <a:cubicBezTo>
                  <a:pt x="166" y="11"/>
                  <a:pt x="166" y="11"/>
                  <a:pt x="166" y="12"/>
                </a:cubicBezTo>
                <a:cubicBezTo>
                  <a:pt x="167" y="12"/>
                  <a:pt x="167" y="13"/>
                  <a:pt x="168" y="13"/>
                </a:cubicBezTo>
                <a:cubicBezTo>
                  <a:pt x="168" y="13"/>
                  <a:pt x="169" y="13"/>
                  <a:pt x="170" y="13"/>
                </a:cubicBezTo>
                <a:cubicBezTo>
                  <a:pt x="170" y="13"/>
                  <a:pt x="171" y="13"/>
                  <a:pt x="171" y="13"/>
                </a:cubicBezTo>
                <a:cubicBezTo>
                  <a:pt x="172" y="13"/>
                  <a:pt x="172" y="12"/>
                  <a:pt x="172" y="12"/>
                </a:cubicBezTo>
                <a:cubicBezTo>
                  <a:pt x="173" y="12"/>
                  <a:pt x="173" y="11"/>
                  <a:pt x="173" y="11"/>
                </a:cubicBezTo>
                <a:cubicBezTo>
                  <a:pt x="173" y="10"/>
                  <a:pt x="173" y="10"/>
                  <a:pt x="172" y="10"/>
                </a:cubicBezTo>
                <a:cubicBezTo>
                  <a:pt x="172" y="9"/>
                  <a:pt x="172" y="9"/>
                  <a:pt x="171" y="9"/>
                </a:cubicBezTo>
                <a:cubicBezTo>
                  <a:pt x="171" y="9"/>
                  <a:pt x="170" y="8"/>
                  <a:pt x="169" y="8"/>
                </a:cubicBezTo>
                <a:cubicBezTo>
                  <a:pt x="168" y="8"/>
                  <a:pt x="167" y="7"/>
                  <a:pt x="167" y="7"/>
                </a:cubicBezTo>
                <a:cubicBezTo>
                  <a:pt x="166" y="7"/>
                  <a:pt x="166" y="6"/>
                  <a:pt x="165" y="6"/>
                </a:cubicBezTo>
                <a:cubicBezTo>
                  <a:pt x="165" y="5"/>
                  <a:pt x="165" y="5"/>
                  <a:pt x="165" y="4"/>
                </a:cubicBezTo>
                <a:cubicBezTo>
                  <a:pt x="165" y="3"/>
                  <a:pt x="165" y="3"/>
                  <a:pt x="165" y="2"/>
                </a:cubicBezTo>
                <a:cubicBezTo>
                  <a:pt x="166" y="1"/>
                  <a:pt x="166" y="1"/>
                  <a:pt x="167" y="1"/>
                </a:cubicBezTo>
                <a:cubicBezTo>
                  <a:pt x="168" y="0"/>
                  <a:pt x="168" y="0"/>
                  <a:pt x="169" y="0"/>
                </a:cubicBezTo>
                <a:cubicBezTo>
                  <a:pt x="170" y="0"/>
                  <a:pt x="171" y="0"/>
                  <a:pt x="172" y="1"/>
                </a:cubicBezTo>
                <a:cubicBezTo>
                  <a:pt x="172" y="1"/>
                  <a:pt x="173" y="1"/>
                  <a:pt x="173" y="2"/>
                </a:cubicBezTo>
                <a:cubicBezTo>
                  <a:pt x="174" y="3"/>
                  <a:pt x="174" y="3"/>
                  <a:pt x="174" y="4"/>
                </a:cubicBezTo>
                <a:lnTo>
                  <a:pt x="172" y="4"/>
                </a:lnTo>
                <a:cubicBezTo>
                  <a:pt x="172" y="4"/>
                  <a:pt x="172" y="3"/>
                  <a:pt x="171" y="2"/>
                </a:cubicBezTo>
                <a:cubicBezTo>
                  <a:pt x="171" y="2"/>
                  <a:pt x="170" y="2"/>
                  <a:pt x="169" y="2"/>
                </a:cubicBezTo>
                <a:cubicBezTo>
                  <a:pt x="168" y="2"/>
                  <a:pt x="168" y="2"/>
                  <a:pt x="167" y="2"/>
                </a:cubicBezTo>
                <a:cubicBezTo>
                  <a:pt x="167" y="3"/>
                  <a:pt x="166" y="3"/>
                  <a:pt x="166" y="4"/>
                </a:cubicBezTo>
                <a:cubicBezTo>
                  <a:pt x="166" y="4"/>
                  <a:pt x="167" y="5"/>
                  <a:pt x="167" y="5"/>
                </a:cubicBezTo>
                <a:cubicBezTo>
                  <a:pt x="167" y="5"/>
                  <a:pt x="168" y="6"/>
                  <a:pt x="169" y="6"/>
                </a:cubicBezTo>
                <a:cubicBezTo>
                  <a:pt x="171" y="7"/>
                  <a:pt x="172" y="7"/>
                  <a:pt x="172" y="7"/>
                </a:cubicBezTo>
                <a:cubicBezTo>
                  <a:pt x="173" y="7"/>
                  <a:pt x="173" y="8"/>
                  <a:pt x="174" y="9"/>
                </a:cubicBezTo>
                <a:cubicBezTo>
                  <a:pt x="174" y="9"/>
                  <a:pt x="174" y="10"/>
                  <a:pt x="174" y="11"/>
                </a:cubicBezTo>
                <a:cubicBezTo>
                  <a:pt x="174" y="11"/>
                  <a:pt x="174" y="12"/>
                  <a:pt x="174" y="13"/>
                </a:cubicBezTo>
                <a:cubicBezTo>
                  <a:pt x="173" y="13"/>
                  <a:pt x="173" y="14"/>
                  <a:pt x="172" y="14"/>
                </a:cubicBezTo>
                <a:cubicBezTo>
                  <a:pt x="171" y="15"/>
                  <a:pt x="171" y="15"/>
                  <a:pt x="170" y="15"/>
                </a:cubicBezTo>
                <a:cubicBezTo>
                  <a:pt x="169" y="15"/>
                  <a:pt x="168" y="15"/>
                  <a:pt x="167" y="14"/>
                </a:cubicBezTo>
                <a:cubicBezTo>
                  <a:pt x="166" y="14"/>
                  <a:pt x="165" y="13"/>
                  <a:pt x="165" y="13"/>
                </a:cubicBezTo>
                <a:cubicBezTo>
                  <a:pt x="165" y="12"/>
                  <a:pt x="164" y="11"/>
                  <a:pt x="164" y="10"/>
                </a:cubicBezTo>
                <a:close/>
              </a:path>
              <a:path w="471" h="15">
                <a:moveTo>
                  <a:pt x="176" y="15"/>
                </a:moveTo>
                <a:lnTo>
                  <a:pt x="176" y="0"/>
                </a:lnTo>
                <a:lnTo>
                  <a:pt x="178" y="0"/>
                </a:lnTo>
                <a:lnTo>
                  <a:pt x="178" y="15"/>
                </a:lnTo>
                <a:lnTo>
                  <a:pt x="176" y="15"/>
                </a:lnTo>
                <a:close/>
              </a:path>
              <a:path w="471" h="15">
                <a:moveTo>
                  <a:pt x="184" y="15"/>
                </a:moveTo>
                <a:lnTo>
                  <a:pt x="184" y="2"/>
                </a:lnTo>
                <a:lnTo>
                  <a:pt x="179" y="2"/>
                </a:lnTo>
                <a:lnTo>
                  <a:pt x="179" y="0"/>
                </a:lnTo>
                <a:lnTo>
                  <a:pt x="189" y="0"/>
                </a:lnTo>
                <a:lnTo>
                  <a:pt x="189" y="2"/>
                </a:lnTo>
                <a:lnTo>
                  <a:pt x="185" y="2"/>
                </a:lnTo>
                <a:lnTo>
                  <a:pt x="185" y="15"/>
                </a:lnTo>
                <a:lnTo>
                  <a:pt x="184" y="15"/>
                </a:lnTo>
                <a:close/>
              </a:path>
              <a:path w="471" h="15">
                <a:moveTo>
                  <a:pt x="194" y="15"/>
                </a:moveTo>
                <a:lnTo>
                  <a:pt x="194" y="9"/>
                </a:lnTo>
                <a:lnTo>
                  <a:pt x="189" y="0"/>
                </a:lnTo>
                <a:lnTo>
                  <a:pt x="191" y="0"/>
                </a:lnTo>
                <a:lnTo>
                  <a:pt x="194" y="5"/>
                </a:lnTo>
                <a:cubicBezTo>
                  <a:pt x="194" y="5"/>
                  <a:pt x="195" y="6"/>
                  <a:pt x="195" y="7"/>
                </a:cubicBezTo>
                <a:cubicBezTo>
                  <a:pt x="195" y="6"/>
                  <a:pt x="196" y="5"/>
                  <a:pt x="196" y="5"/>
                </a:cubicBezTo>
                <a:lnTo>
                  <a:pt x="199" y="0"/>
                </a:lnTo>
                <a:lnTo>
                  <a:pt x="201" y="0"/>
                </a:lnTo>
                <a:lnTo>
                  <a:pt x="196" y="9"/>
                </a:lnTo>
                <a:lnTo>
                  <a:pt x="196" y="15"/>
                </a:lnTo>
                <a:lnTo>
                  <a:pt x="194" y="15"/>
                </a:lnTo>
                <a:close/>
              </a:path>
              <a:path w="471" h="15">
                <a:moveTo>
                  <a:pt x="206" y="8"/>
                </a:moveTo>
                <a:cubicBezTo>
                  <a:pt x="206" y="5"/>
                  <a:pt x="207" y="3"/>
                  <a:pt x="208" y="2"/>
                </a:cubicBezTo>
                <a:cubicBezTo>
                  <a:pt x="209" y="1"/>
                  <a:pt x="211" y="0"/>
                  <a:pt x="212" y="0"/>
                </a:cubicBezTo>
                <a:cubicBezTo>
                  <a:pt x="213" y="0"/>
                  <a:pt x="214" y="0"/>
                  <a:pt x="215" y="1"/>
                </a:cubicBezTo>
                <a:cubicBezTo>
                  <a:pt x="216" y="2"/>
                  <a:pt x="217" y="3"/>
                  <a:pt x="218" y="4"/>
                </a:cubicBezTo>
                <a:cubicBezTo>
                  <a:pt x="218" y="5"/>
                  <a:pt x="218" y="6"/>
                  <a:pt x="218" y="8"/>
                </a:cubicBezTo>
                <a:cubicBezTo>
                  <a:pt x="218" y="9"/>
                  <a:pt x="218" y="10"/>
                  <a:pt x="217" y="11"/>
                </a:cubicBezTo>
                <a:cubicBezTo>
                  <a:pt x="217" y="13"/>
                  <a:pt x="216" y="13"/>
                  <a:pt x="215" y="14"/>
                </a:cubicBezTo>
                <a:cubicBezTo>
                  <a:pt x="214" y="15"/>
                  <a:pt x="213" y="15"/>
                  <a:pt x="212" y="15"/>
                </a:cubicBezTo>
                <a:cubicBezTo>
                  <a:pt x="211" y="15"/>
                  <a:pt x="210" y="15"/>
                  <a:pt x="209" y="14"/>
                </a:cubicBezTo>
                <a:cubicBezTo>
                  <a:pt x="208" y="13"/>
                  <a:pt x="207" y="12"/>
                  <a:pt x="207" y="11"/>
                </a:cubicBezTo>
                <a:cubicBezTo>
                  <a:pt x="207" y="10"/>
                  <a:pt x="206" y="9"/>
                  <a:pt x="206" y="8"/>
                </a:cubicBezTo>
                <a:close/>
                <a:moveTo>
                  <a:pt x="208" y="8"/>
                </a:moveTo>
                <a:cubicBezTo>
                  <a:pt x="208" y="9"/>
                  <a:pt x="208" y="11"/>
                  <a:pt x="209" y="12"/>
                </a:cubicBezTo>
                <a:cubicBezTo>
                  <a:pt x="210" y="13"/>
                  <a:pt x="211" y="13"/>
                  <a:pt x="212" y="13"/>
                </a:cubicBezTo>
                <a:cubicBezTo>
                  <a:pt x="214" y="13"/>
                  <a:pt x="215" y="13"/>
                  <a:pt x="215" y="12"/>
                </a:cubicBezTo>
                <a:cubicBezTo>
                  <a:pt x="216" y="11"/>
                  <a:pt x="217" y="9"/>
                  <a:pt x="217" y="7"/>
                </a:cubicBezTo>
                <a:cubicBezTo>
                  <a:pt x="217" y="6"/>
                  <a:pt x="216" y="5"/>
                  <a:pt x="216" y="4"/>
                </a:cubicBezTo>
                <a:cubicBezTo>
                  <a:pt x="216" y="4"/>
                  <a:pt x="215" y="3"/>
                  <a:pt x="215" y="2"/>
                </a:cubicBezTo>
                <a:cubicBezTo>
                  <a:pt x="214" y="2"/>
                  <a:pt x="213" y="2"/>
                  <a:pt x="212" y="2"/>
                </a:cubicBezTo>
                <a:cubicBezTo>
                  <a:pt x="211" y="2"/>
                  <a:pt x="210" y="2"/>
                  <a:pt x="209" y="3"/>
                </a:cubicBezTo>
                <a:cubicBezTo>
                  <a:pt x="208" y="4"/>
                  <a:pt x="208" y="6"/>
                  <a:pt x="208" y="8"/>
                </a:cubicBezTo>
                <a:close/>
              </a:path>
              <a:path w="471" h="15">
                <a:moveTo>
                  <a:pt x="220" y="15"/>
                </a:moveTo>
                <a:lnTo>
                  <a:pt x="220" y="0"/>
                </a:lnTo>
                <a:lnTo>
                  <a:pt x="228" y="0"/>
                </a:lnTo>
                <a:lnTo>
                  <a:pt x="228" y="2"/>
                </a:lnTo>
                <a:lnTo>
                  <a:pt x="222" y="2"/>
                </a:lnTo>
                <a:lnTo>
                  <a:pt x="222" y="6"/>
                </a:lnTo>
                <a:lnTo>
                  <a:pt x="228" y="6"/>
                </a:lnTo>
                <a:lnTo>
                  <a:pt x="228" y="8"/>
                </a:lnTo>
                <a:lnTo>
                  <a:pt x="222" y="8"/>
                </a:lnTo>
                <a:lnTo>
                  <a:pt x="222" y="15"/>
                </a:lnTo>
                <a:lnTo>
                  <a:pt x="220" y="15"/>
                </a:lnTo>
                <a:close/>
              </a:path>
              <a:path w="471" h="15">
                <a:moveTo>
                  <a:pt x="235" y="10"/>
                </a:moveTo>
                <a:lnTo>
                  <a:pt x="236" y="10"/>
                </a:lnTo>
                <a:cubicBezTo>
                  <a:pt x="237" y="11"/>
                  <a:pt x="237" y="11"/>
                  <a:pt x="237" y="12"/>
                </a:cubicBezTo>
                <a:cubicBezTo>
                  <a:pt x="237" y="12"/>
                  <a:pt x="238" y="13"/>
                  <a:pt x="238" y="13"/>
                </a:cubicBezTo>
                <a:cubicBezTo>
                  <a:pt x="239" y="13"/>
                  <a:pt x="239" y="13"/>
                  <a:pt x="240" y="13"/>
                </a:cubicBezTo>
                <a:cubicBezTo>
                  <a:pt x="241" y="13"/>
                  <a:pt x="241" y="13"/>
                  <a:pt x="242" y="13"/>
                </a:cubicBezTo>
                <a:cubicBezTo>
                  <a:pt x="242" y="13"/>
                  <a:pt x="243" y="12"/>
                  <a:pt x="243" y="12"/>
                </a:cubicBezTo>
                <a:cubicBezTo>
                  <a:pt x="243" y="12"/>
                  <a:pt x="243" y="11"/>
                  <a:pt x="243" y="11"/>
                </a:cubicBezTo>
                <a:cubicBezTo>
                  <a:pt x="243" y="10"/>
                  <a:pt x="243" y="10"/>
                  <a:pt x="243" y="10"/>
                </a:cubicBezTo>
                <a:cubicBezTo>
                  <a:pt x="243" y="9"/>
                  <a:pt x="242" y="9"/>
                  <a:pt x="242" y="9"/>
                </a:cubicBezTo>
                <a:cubicBezTo>
                  <a:pt x="241" y="9"/>
                  <a:pt x="241" y="8"/>
                  <a:pt x="240" y="8"/>
                </a:cubicBezTo>
                <a:cubicBezTo>
                  <a:pt x="238" y="8"/>
                  <a:pt x="238" y="7"/>
                  <a:pt x="237" y="7"/>
                </a:cubicBezTo>
                <a:cubicBezTo>
                  <a:pt x="237" y="7"/>
                  <a:pt x="236" y="6"/>
                  <a:pt x="236" y="6"/>
                </a:cubicBezTo>
                <a:cubicBezTo>
                  <a:pt x="235" y="5"/>
                  <a:pt x="235" y="5"/>
                  <a:pt x="235" y="4"/>
                </a:cubicBezTo>
                <a:cubicBezTo>
                  <a:pt x="235" y="3"/>
                  <a:pt x="236" y="3"/>
                  <a:pt x="236" y="2"/>
                </a:cubicBezTo>
                <a:cubicBezTo>
                  <a:pt x="236" y="1"/>
                  <a:pt x="237" y="1"/>
                  <a:pt x="237" y="1"/>
                </a:cubicBezTo>
                <a:cubicBezTo>
                  <a:pt x="238" y="0"/>
                  <a:pt x="239" y="0"/>
                  <a:pt x="240" y="0"/>
                </a:cubicBezTo>
                <a:cubicBezTo>
                  <a:pt x="241" y="0"/>
                  <a:pt x="241" y="0"/>
                  <a:pt x="242" y="1"/>
                </a:cubicBezTo>
                <a:cubicBezTo>
                  <a:pt x="243" y="1"/>
                  <a:pt x="243" y="1"/>
                  <a:pt x="244" y="2"/>
                </a:cubicBezTo>
                <a:cubicBezTo>
                  <a:pt x="244" y="3"/>
                  <a:pt x="244" y="3"/>
                  <a:pt x="244" y="4"/>
                </a:cubicBezTo>
                <a:lnTo>
                  <a:pt x="243" y="4"/>
                </a:lnTo>
                <a:cubicBezTo>
                  <a:pt x="243" y="4"/>
                  <a:pt x="242" y="3"/>
                  <a:pt x="242" y="2"/>
                </a:cubicBezTo>
                <a:cubicBezTo>
                  <a:pt x="242" y="2"/>
                  <a:pt x="241" y="2"/>
                  <a:pt x="240" y="2"/>
                </a:cubicBezTo>
                <a:cubicBezTo>
                  <a:pt x="239" y="2"/>
                  <a:pt x="238" y="2"/>
                  <a:pt x="238" y="2"/>
                </a:cubicBezTo>
                <a:cubicBezTo>
                  <a:pt x="237" y="3"/>
                  <a:pt x="237" y="3"/>
                  <a:pt x="237" y="4"/>
                </a:cubicBezTo>
                <a:cubicBezTo>
                  <a:pt x="237" y="4"/>
                  <a:pt x="237" y="5"/>
                  <a:pt x="237" y="5"/>
                </a:cubicBezTo>
                <a:cubicBezTo>
                  <a:pt x="238" y="5"/>
                  <a:pt x="239" y="6"/>
                  <a:pt x="240" y="6"/>
                </a:cubicBezTo>
                <a:cubicBezTo>
                  <a:pt x="241" y="7"/>
                  <a:pt x="242" y="7"/>
                  <a:pt x="243" y="7"/>
                </a:cubicBezTo>
                <a:cubicBezTo>
                  <a:pt x="243" y="7"/>
                  <a:pt x="244" y="8"/>
                  <a:pt x="244" y="9"/>
                </a:cubicBezTo>
                <a:cubicBezTo>
                  <a:pt x="245" y="9"/>
                  <a:pt x="245" y="10"/>
                  <a:pt x="245" y="11"/>
                </a:cubicBezTo>
                <a:cubicBezTo>
                  <a:pt x="245" y="11"/>
                  <a:pt x="245" y="12"/>
                  <a:pt x="244" y="13"/>
                </a:cubicBezTo>
                <a:cubicBezTo>
                  <a:pt x="244" y="13"/>
                  <a:pt x="243" y="14"/>
                  <a:pt x="243" y="14"/>
                </a:cubicBezTo>
                <a:cubicBezTo>
                  <a:pt x="242" y="15"/>
                  <a:pt x="241" y="15"/>
                  <a:pt x="240" y="15"/>
                </a:cubicBezTo>
                <a:cubicBezTo>
                  <a:pt x="239" y="15"/>
                  <a:pt x="238" y="15"/>
                  <a:pt x="237" y="14"/>
                </a:cubicBezTo>
                <a:cubicBezTo>
                  <a:pt x="237" y="14"/>
                  <a:pt x="236" y="13"/>
                  <a:pt x="236" y="13"/>
                </a:cubicBezTo>
                <a:cubicBezTo>
                  <a:pt x="235" y="12"/>
                  <a:pt x="235" y="11"/>
                  <a:pt x="235" y="10"/>
                </a:cubicBezTo>
                <a:close/>
              </a:path>
              <a:path w="471" h="15">
                <a:moveTo>
                  <a:pt x="256" y="10"/>
                </a:moveTo>
                <a:lnTo>
                  <a:pt x="257" y="10"/>
                </a:lnTo>
                <a:cubicBezTo>
                  <a:pt x="257" y="12"/>
                  <a:pt x="256" y="13"/>
                  <a:pt x="255" y="14"/>
                </a:cubicBezTo>
                <a:cubicBezTo>
                  <a:pt x="254" y="15"/>
                  <a:pt x="253" y="15"/>
                  <a:pt x="252" y="15"/>
                </a:cubicBezTo>
                <a:cubicBezTo>
                  <a:pt x="251" y="15"/>
                  <a:pt x="250" y="15"/>
                  <a:pt x="249" y="14"/>
                </a:cubicBezTo>
                <a:cubicBezTo>
                  <a:pt x="248" y="13"/>
                  <a:pt x="247" y="12"/>
                  <a:pt x="247" y="11"/>
                </a:cubicBezTo>
                <a:cubicBezTo>
                  <a:pt x="246" y="10"/>
                  <a:pt x="246" y="9"/>
                  <a:pt x="246" y="7"/>
                </a:cubicBezTo>
                <a:cubicBezTo>
                  <a:pt x="246" y="6"/>
                  <a:pt x="246" y="5"/>
                  <a:pt x="247" y="3"/>
                </a:cubicBezTo>
                <a:cubicBezTo>
                  <a:pt x="247" y="2"/>
                  <a:pt x="248" y="1"/>
                  <a:pt x="249" y="1"/>
                </a:cubicBezTo>
                <a:cubicBezTo>
                  <a:pt x="250" y="0"/>
                  <a:pt x="251" y="0"/>
                  <a:pt x="252" y="0"/>
                </a:cubicBezTo>
                <a:cubicBezTo>
                  <a:pt x="253" y="0"/>
                  <a:pt x="254" y="0"/>
                  <a:pt x="255" y="1"/>
                </a:cubicBezTo>
                <a:cubicBezTo>
                  <a:pt x="256" y="2"/>
                  <a:pt x="257" y="3"/>
                  <a:pt x="257" y="4"/>
                </a:cubicBezTo>
                <a:lnTo>
                  <a:pt x="255" y="5"/>
                </a:lnTo>
                <a:cubicBezTo>
                  <a:pt x="255" y="4"/>
                  <a:pt x="255" y="3"/>
                  <a:pt x="254" y="2"/>
                </a:cubicBezTo>
                <a:cubicBezTo>
                  <a:pt x="254" y="2"/>
                  <a:pt x="253" y="2"/>
                  <a:pt x="252" y="2"/>
                </a:cubicBezTo>
                <a:cubicBezTo>
                  <a:pt x="251" y="2"/>
                  <a:pt x="250" y="2"/>
                  <a:pt x="250" y="2"/>
                </a:cubicBezTo>
                <a:cubicBezTo>
                  <a:pt x="249" y="3"/>
                  <a:pt x="248" y="4"/>
                  <a:pt x="248" y="5"/>
                </a:cubicBezTo>
                <a:cubicBezTo>
                  <a:pt x="248" y="5"/>
                  <a:pt x="248" y="6"/>
                  <a:pt x="248" y="7"/>
                </a:cubicBezTo>
                <a:cubicBezTo>
                  <a:pt x="248" y="9"/>
                  <a:pt x="248" y="10"/>
                  <a:pt x="248" y="11"/>
                </a:cubicBezTo>
                <a:cubicBezTo>
                  <a:pt x="249" y="11"/>
                  <a:pt x="249" y="12"/>
                  <a:pt x="250" y="13"/>
                </a:cubicBezTo>
                <a:cubicBezTo>
                  <a:pt x="250" y="13"/>
                  <a:pt x="251" y="13"/>
                  <a:pt x="252" y="13"/>
                </a:cubicBezTo>
                <a:cubicBezTo>
                  <a:pt x="253" y="13"/>
                  <a:pt x="254" y="13"/>
                  <a:pt x="254" y="12"/>
                </a:cubicBezTo>
                <a:cubicBezTo>
                  <a:pt x="255" y="12"/>
                  <a:pt x="255" y="11"/>
                  <a:pt x="256" y="10"/>
                </a:cubicBezTo>
                <a:close/>
              </a:path>
              <a:path w="471" h="15">
                <a:moveTo>
                  <a:pt x="259" y="15"/>
                </a:moveTo>
                <a:lnTo>
                  <a:pt x="259" y="0"/>
                </a:lnTo>
                <a:lnTo>
                  <a:pt x="261" y="0"/>
                </a:lnTo>
                <a:lnTo>
                  <a:pt x="261" y="15"/>
                </a:lnTo>
                <a:lnTo>
                  <a:pt x="259" y="15"/>
                </a:lnTo>
                <a:close/>
              </a:path>
              <a:path w="471" h="15">
                <a:moveTo>
                  <a:pt x="263" y="15"/>
                </a:moveTo>
                <a:lnTo>
                  <a:pt x="263" y="0"/>
                </a:lnTo>
                <a:lnTo>
                  <a:pt x="272" y="0"/>
                </a:lnTo>
                <a:lnTo>
                  <a:pt x="272" y="2"/>
                </a:lnTo>
                <a:lnTo>
                  <a:pt x="265" y="2"/>
                </a:lnTo>
                <a:lnTo>
                  <a:pt x="265" y="6"/>
                </a:lnTo>
                <a:lnTo>
                  <a:pt x="272" y="6"/>
                </a:lnTo>
                <a:lnTo>
                  <a:pt x="272" y="8"/>
                </a:lnTo>
                <a:lnTo>
                  <a:pt x="265" y="8"/>
                </a:lnTo>
                <a:lnTo>
                  <a:pt x="265" y="13"/>
                </a:lnTo>
                <a:lnTo>
                  <a:pt x="272" y="13"/>
                </a:lnTo>
                <a:lnTo>
                  <a:pt x="272" y="15"/>
                </a:lnTo>
                <a:lnTo>
                  <a:pt x="263" y="15"/>
                </a:lnTo>
                <a:close/>
              </a:path>
              <a:path w="471" h="15">
                <a:moveTo>
                  <a:pt x="274" y="15"/>
                </a:moveTo>
                <a:lnTo>
                  <a:pt x="274" y="0"/>
                </a:lnTo>
                <a:lnTo>
                  <a:pt x="276" y="0"/>
                </a:lnTo>
                <a:lnTo>
                  <a:pt x="283" y="12"/>
                </a:lnTo>
                <a:lnTo>
                  <a:pt x="283" y="0"/>
                </a:lnTo>
                <a:lnTo>
                  <a:pt x="284" y="0"/>
                </a:lnTo>
                <a:lnTo>
                  <a:pt x="284" y="15"/>
                </a:lnTo>
                <a:lnTo>
                  <a:pt x="282" y="15"/>
                </a:lnTo>
                <a:lnTo>
                  <a:pt x="276" y="3"/>
                </a:lnTo>
                <a:lnTo>
                  <a:pt x="276" y="15"/>
                </a:lnTo>
                <a:lnTo>
                  <a:pt x="274" y="15"/>
                </a:lnTo>
                <a:close/>
              </a:path>
              <a:path w="471" h="15">
                <a:moveTo>
                  <a:pt x="295" y="10"/>
                </a:moveTo>
                <a:lnTo>
                  <a:pt x="297" y="10"/>
                </a:lnTo>
                <a:cubicBezTo>
                  <a:pt x="297" y="12"/>
                  <a:pt x="296" y="13"/>
                  <a:pt x="295" y="14"/>
                </a:cubicBezTo>
                <a:cubicBezTo>
                  <a:pt x="294" y="15"/>
                  <a:pt x="293" y="15"/>
                  <a:pt x="292" y="15"/>
                </a:cubicBezTo>
                <a:cubicBezTo>
                  <a:pt x="290" y="15"/>
                  <a:pt x="289" y="15"/>
                  <a:pt x="289" y="14"/>
                </a:cubicBezTo>
                <a:cubicBezTo>
                  <a:pt x="288" y="13"/>
                  <a:pt x="287" y="12"/>
                  <a:pt x="287" y="11"/>
                </a:cubicBezTo>
                <a:cubicBezTo>
                  <a:pt x="286" y="10"/>
                  <a:pt x="286" y="9"/>
                  <a:pt x="286" y="7"/>
                </a:cubicBezTo>
                <a:cubicBezTo>
                  <a:pt x="286" y="6"/>
                  <a:pt x="286" y="5"/>
                  <a:pt x="287" y="3"/>
                </a:cubicBezTo>
                <a:cubicBezTo>
                  <a:pt x="287" y="2"/>
                  <a:pt x="288" y="1"/>
                  <a:pt x="289" y="1"/>
                </a:cubicBezTo>
                <a:cubicBezTo>
                  <a:pt x="290" y="0"/>
                  <a:pt x="291" y="0"/>
                  <a:pt x="292" y="0"/>
                </a:cubicBezTo>
                <a:cubicBezTo>
                  <a:pt x="293" y="0"/>
                  <a:pt x="294" y="0"/>
                  <a:pt x="295" y="1"/>
                </a:cubicBezTo>
                <a:cubicBezTo>
                  <a:pt x="296" y="2"/>
                  <a:pt x="296" y="3"/>
                  <a:pt x="297" y="4"/>
                </a:cubicBezTo>
                <a:lnTo>
                  <a:pt x="295" y="5"/>
                </a:lnTo>
                <a:cubicBezTo>
                  <a:pt x="295" y="4"/>
                  <a:pt x="294" y="3"/>
                  <a:pt x="294" y="2"/>
                </a:cubicBezTo>
                <a:cubicBezTo>
                  <a:pt x="293" y="2"/>
                  <a:pt x="293" y="2"/>
                  <a:pt x="292" y="2"/>
                </a:cubicBezTo>
                <a:cubicBezTo>
                  <a:pt x="291" y="2"/>
                  <a:pt x="290" y="2"/>
                  <a:pt x="289" y="2"/>
                </a:cubicBezTo>
                <a:cubicBezTo>
                  <a:pt x="289" y="3"/>
                  <a:pt x="288" y="4"/>
                  <a:pt x="288" y="5"/>
                </a:cubicBezTo>
                <a:cubicBezTo>
                  <a:pt x="288" y="5"/>
                  <a:pt x="288" y="6"/>
                  <a:pt x="288" y="7"/>
                </a:cubicBezTo>
                <a:cubicBezTo>
                  <a:pt x="288" y="9"/>
                  <a:pt x="288" y="10"/>
                  <a:pt x="288" y="11"/>
                </a:cubicBezTo>
                <a:cubicBezTo>
                  <a:pt x="288" y="11"/>
                  <a:pt x="289" y="12"/>
                  <a:pt x="290" y="13"/>
                </a:cubicBezTo>
                <a:cubicBezTo>
                  <a:pt x="290" y="13"/>
                  <a:pt x="291" y="13"/>
                  <a:pt x="292" y="13"/>
                </a:cubicBezTo>
                <a:cubicBezTo>
                  <a:pt x="293" y="13"/>
                  <a:pt x="293" y="13"/>
                  <a:pt x="294" y="12"/>
                </a:cubicBezTo>
                <a:cubicBezTo>
                  <a:pt x="295" y="12"/>
                  <a:pt x="295" y="11"/>
                  <a:pt x="295" y="10"/>
                </a:cubicBezTo>
                <a:close/>
              </a:path>
              <a:path w="471" h="15">
                <a:moveTo>
                  <a:pt x="299" y="15"/>
                </a:moveTo>
                <a:lnTo>
                  <a:pt x="299" y="0"/>
                </a:lnTo>
                <a:lnTo>
                  <a:pt x="308" y="0"/>
                </a:lnTo>
                <a:lnTo>
                  <a:pt x="308" y="2"/>
                </a:lnTo>
                <a:lnTo>
                  <a:pt x="300" y="2"/>
                </a:lnTo>
                <a:lnTo>
                  <a:pt x="300" y="6"/>
                </a:lnTo>
                <a:lnTo>
                  <a:pt x="307" y="6"/>
                </a:lnTo>
                <a:lnTo>
                  <a:pt x="307" y="8"/>
                </a:lnTo>
                <a:lnTo>
                  <a:pt x="300" y="8"/>
                </a:lnTo>
                <a:lnTo>
                  <a:pt x="300" y="13"/>
                </a:lnTo>
                <a:lnTo>
                  <a:pt x="308" y="13"/>
                </a:lnTo>
                <a:lnTo>
                  <a:pt x="308" y="15"/>
                </a:lnTo>
                <a:lnTo>
                  <a:pt x="299" y="15"/>
                </a:lnTo>
                <a:close/>
              </a:path>
              <a:path w="471" h="15">
                <a:moveTo>
                  <a:pt x="313" y="15"/>
                </a:moveTo>
                <a:lnTo>
                  <a:pt x="318" y="0"/>
                </a:lnTo>
                <a:lnTo>
                  <a:pt x="319" y="0"/>
                </a:lnTo>
                <a:lnTo>
                  <a:pt x="324" y="15"/>
                </a:lnTo>
                <a:lnTo>
                  <a:pt x="323" y="15"/>
                </a:lnTo>
                <a:lnTo>
                  <a:pt x="321" y="10"/>
                </a:lnTo>
                <a:lnTo>
                  <a:pt x="316" y="10"/>
                </a:lnTo>
                <a:lnTo>
                  <a:pt x="314" y="15"/>
                </a:lnTo>
                <a:lnTo>
                  <a:pt x="313" y="15"/>
                </a:lnTo>
                <a:close/>
                <a:moveTo>
                  <a:pt x="316" y="9"/>
                </a:moveTo>
                <a:lnTo>
                  <a:pt x="321" y="9"/>
                </a:lnTo>
                <a:lnTo>
                  <a:pt x="319" y="5"/>
                </a:lnTo>
                <a:cubicBezTo>
                  <a:pt x="319" y="4"/>
                  <a:pt x="319" y="3"/>
                  <a:pt x="318" y="2"/>
                </a:cubicBezTo>
                <a:cubicBezTo>
                  <a:pt x="318" y="3"/>
                  <a:pt x="318" y="4"/>
                  <a:pt x="318" y="5"/>
                </a:cubicBezTo>
                <a:lnTo>
                  <a:pt x="316" y="9"/>
                </a:lnTo>
                <a:close/>
              </a:path>
              <a:path w="471" h="15">
                <a:moveTo>
                  <a:pt x="325" y="15"/>
                </a:moveTo>
                <a:lnTo>
                  <a:pt x="325" y="0"/>
                </a:lnTo>
                <a:lnTo>
                  <a:pt x="327" y="0"/>
                </a:lnTo>
                <a:lnTo>
                  <a:pt x="334" y="12"/>
                </a:lnTo>
                <a:lnTo>
                  <a:pt x="334" y="0"/>
                </a:lnTo>
                <a:lnTo>
                  <a:pt x="335" y="0"/>
                </a:lnTo>
                <a:lnTo>
                  <a:pt x="335" y="15"/>
                </a:lnTo>
                <a:lnTo>
                  <a:pt x="333" y="15"/>
                </a:lnTo>
                <a:lnTo>
                  <a:pt x="327" y="3"/>
                </a:lnTo>
                <a:lnTo>
                  <a:pt x="327" y="15"/>
                </a:lnTo>
                <a:lnTo>
                  <a:pt x="325" y="15"/>
                </a:lnTo>
                <a:close/>
              </a:path>
              <a:path w="471" h="15">
                <a:moveTo>
                  <a:pt x="337" y="15"/>
                </a:moveTo>
                <a:lnTo>
                  <a:pt x="337" y="0"/>
                </a:lnTo>
                <a:lnTo>
                  <a:pt x="342" y="0"/>
                </a:lnTo>
                <a:cubicBezTo>
                  <a:pt x="343" y="0"/>
                  <a:pt x="343" y="0"/>
                  <a:pt x="344" y="0"/>
                </a:cubicBezTo>
                <a:cubicBezTo>
                  <a:pt x="345" y="1"/>
                  <a:pt x="345" y="1"/>
                  <a:pt x="346" y="2"/>
                </a:cubicBezTo>
                <a:cubicBezTo>
                  <a:pt x="346" y="2"/>
                  <a:pt x="347" y="3"/>
                  <a:pt x="347" y="4"/>
                </a:cubicBezTo>
                <a:cubicBezTo>
                  <a:pt x="348" y="5"/>
                  <a:pt x="348" y="6"/>
                  <a:pt x="348" y="7"/>
                </a:cubicBezTo>
                <a:cubicBezTo>
                  <a:pt x="348" y="8"/>
                  <a:pt x="348" y="9"/>
                  <a:pt x="347" y="10"/>
                </a:cubicBezTo>
                <a:cubicBezTo>
                  <a:pt x="347" y="11"/>
                  <a:pt x="347" y="12"/>
                  <a:pt x="347" y="12"/>
                </a:cubicBezTo>
                <a:cubicBezTo>
                  <a:pt x="346" y="13"/>
                  <a:pt x="346" y="13"/>
                  <a:pt x="345" y="14"/>
                </a:cubicBezTo>
                <a:cubicBezTo>
                  <a:pt x="345" y="14"/>
                  <a:pt x="344" y="14"/>
                  <a:pt x="344" y="14"/>
                </a:cubicBezTo>
                <a:cubicBezTo>
                  <a:pt x="343" y="15"/>
                  <a:pt x="343" y="15"/>
                  <a:pt x="342" y="15"/>
                </a:cubicBezTo>
                <a:lnTo>
                  <a:pt x="337" y="15"/>
                </a:lnTo>
                <a:close/>
                <a:moveTo>
                  <a:pt x="339" y="13"/>
                </a:moveTo>
                <a:lnTo>
                  <a:pt x="342" y="13"/>
                </a:lnTo>
                <a:cubicBezTo>
                  <a:pt x="343" y="13"/>
                  <a:pt x="343" y="13"/>
                  <a:pt x="344" y="13"/>
                </a:cubicBezTo>
                <a:cubicBezTo>
                  <a:pt x="344" y="13"/>
                  <a:pt x="345" y="12"/>
                  <a:pt x="345" y="12"/>
                </a:cubicBezTo>
                <a:cubicBezTo>
                  <a:pt x="345" y="12"/>
                  <a:pt x="345" y="11"/>
                  <a:pt x="346" y="10"/>
                </a:cubicBezTo>
                <a:cubicBezTo>
                  <a:pt x="346" y="9"/>
                  <a:pt x="346" y="8"/>
                  <a:pt x="346" y="7"/>
                </a:cubicBezTo>
                <a:cubicBezTo>
                  <a:pt x="346" y="6"/>
                  <a:pt x="346" y="5"/>
                  <a:pt x="345" y="4"/>
                </a:cubicBezTo>
                <a:cubicBezTo>
                  <a:pt x="345" y="3"/>
                  <a:pt x="344" y="3"/>
                  <a:pt x="344" y="2"/>
                </a:cubicBezTo>
                <a:cubicBezTo>
                  <a:pt x="343" y="2"/>
                  <a:pt x="343" y="2"/>
                  <a:pt x="342" y="2"/>
                </a:cubicBezTo>
                <a:lnTo>
                  <a:pt x="339" y="2"/>
                </a:lnTo>
                <a:lnTo>
                  <a:pt x="339" y="13"/>
                </a:lnTo>
                <a:close/>
              </a:path>
              <a:path w="471" h="15">
                <a:moveTo>
                  <a:pt x="358" y="15"/>
                </a:moveTo>
                <a:lnTo>
                  <a:pt x="358" y="2"/>
                </a:lnTo>
                <a:lnTo>
                  <a:pt x="354" y="2"/>
                </a:lnTo>
                <a:lnTo>
                  <a:pt x="354" y="0"/>
                </a:lnTo>
                <a:lnTo>
                  <a:pt x="364" y="0"/>
                </a:lnTo>
                <a:lnTo>
                  <a:pt x="364" y="2"/>
                </a:lnTo>
                <a:lnTo>
                  <a:pt x="359" y="2"/>
                </a:lnTo>
                <a:lnTo>
                  <a:pt x="359" y="15"/>
                </a:lnTo>
                <a:lnTo>
                  <a:pt x="358" y="15"/>
                </a:lnTo>
                <a:close/>
              </a:path>
              <a:path w="471" h="15">
                <a:moveTo>
                  <a:pt x="365" y="15"/>
                </a:moveTo>
                <a:lnTo>
                  <a:pt x="365" y="0"/>
                </a:lnTo>
                <a:lnTo>
                  <a:pt x="374" y="0"/>
                </a:lnTo>
                <a:lnTo>
                  <a:pt x="374" y="2"/>
                </a:lnTo>
                <a:lnTo>
                  <a:pt x="366" y="2"/>
                </a:lnTo>
                <a:lnTo>
                  <a:pt x="366" y="6"/>
                </a:lnTo>
                <a:lnTo>
                  <a:pt x="373" y="6"/>
                </a:lnTo>
                <a:lnTo>
                  <a:pt x="373" y="8"/>
                </a:lnTo>
                <a:lnTo>
                  <a:pt x="366" y="8"/>
                </a:lnTo>
                <a:lnTo>
                  <a:pt x="366" y="13"/>
                </a:lnTo>
                <a:lnTo>
                  <a:pt x="374" y="13"/>
                </a:lnTo>
                <a:lnTo>
                  <a:pt x="374" y="15"/>
                </a:lnTo>
                <a:lnTo>
                  <a:pt x="365" y="15"/>
                </a:lnTo>
                <a:close/>
              </a:path>
              <a:path w="471" h="15">
                <a:moveTo>
                  <a:pt x="385" y="10"/>
                </a:moveTo>
                <a:lnTo>
                  <a:pt x="386" y="10"/>
                </a:lnTo>
                <a:cubicBezTo>
                  <a:pt x="386" y="12"/>
                  <a:pt x="386" y="13"/>
                  <a:pt x="385" y="14"/>
                </a:cubicBezTo>
                <a:cubicBezTo>
                  <a:pt x="384" y="15"/>
                  <a:pt x="383" y="15"/>
                  <a:pt x="381" y="15"/>
                </a:cubicBezTo>
                <a:cubicBezTo>
                  <a:pt x="380" y="15"/>
                  <a:pt x="379" y="15"/>
                  <a:pt x="378" y="14"/>
                </a:cubicBezTo>
                <a:cubicBezTo>
                  <a:pt x="377" y="13"/>
                  <a:pt x="377" y="12"/>
                  <a:pt x="376" y="11"/>
                </a:cubicBezTo>
                <a:cubicBezTo>
                  <a:pt x="376" y="10"/>
                  <a:pt x="375" y="9"/>
                  <a:pt x="375" y="7"/>
                </a:cubicBezTo>
                <a:cubicBezTo>
                  <a:pt x="375" y="6"/>
                  <a:pt x="376" y="5"/>
                  <a:pt x="376" y="3"/>
                </a:cubicBezTo>
                <a:cubicBezTo>
                  <a:pt x="377" y="2"/>
                  <a:pt x="377" y="1"/>
                  <a:pt x="378" y="1"/>
                </a:cubicBezTo>
                <a:cubicBezTo>
                  <a:pt x="379" y="0"/>
                  <a:pt x="380" y="0"/>
                  <a:pt x="381" y="0"/>
                </a:cubicBezTo>
                <a:cubicBezTo>
                  <a:pt x="383" y="0"/>
                  <a:pt x="384" y="0"/>
                  <a:pt x="384" y="1"/>
                </a:cubicBezTo>
                <a:cubicBezTo>
                  <a:pt x="385" y="2"/>
                  <a:pt x="386" y="3"/>
                  <a:pt x="386" y="4"/>
                </a:cubicBezTo>
                <a:lnTo>
                  <a:pt x="385" y="5"/>
                </a:lnTo>
                <a:cubicBezTo>
                  <a:pt x="384" y="4"/>
                  <a:pt x="384" y="3"/>
                  <a:pt x="383" y="2"/>
                </a:cubicBezTo>
                <a:cubicBezTo>
                  <a:pt x="383" y="2"/>
                  <a:pt x="382" y="2"/>
                  <a:pt x="381" y="2"/>
                </a:cubicBezTo>
                <a:cubicBezTo>
                  <a:pt x="380" y="2"/>
                  <a:pt x="380" y="2"/>
                  <a:pt x="379" y="2"/>
                </a:cubicBezTo>
                <a:cubicBezTo>
                  <a:pt x="378" y="3"/>
                  <a:pt x="378" y="4"/>
                  <a:pt x="378" y="5"/>
                </a:cubicBezTo>
                <a:cubicBezTo>
                  <a:pt x="377" y="5"/>
                  <a:pt x="377" y="6"/>
                  <a:pt x="377" y="7"/>
                </a:cubicBezTo>
                <a:cubicBezTo>
                  <a:pt x="377" y="9"/>
                  <a:pt x="377" y="10"/>
                  <a:pt x="378" y="11"/>
                </a:cubicBezTo>
                <a:cubicBezTo>
                  <a:pt x="378" y="11"/>
                  <a:pt x="378" y="12"/>
                  <a:pt x="379" y="13"/>
                </a:cubicBezTo>
                <a:cubicBezTo>
                  <a:pt x="380" y="13"/>
                  <a:pt x="380" y="13"/>
                  <a:pt x="381" y="13"/>
                </a:cubicBezTo>
                <a:cubicBezTo>
                  <a:pt x="382" y="13"/>
                  <a:pt x="383" y="13"/>
                  <a:pt x="384" y="12"/>
                </a:cubicBezTo>
                <a:cubicBezTo>
                  <a:pt x="384" y="12"/>
                  <a:pt x="385" y="11"/>
                  <a:pt x="385" y="10"/>
                </a:cubicBezTo>
                <a:close/>
              </a:path>
              <a:path w="471" h="15">
                <a:moveTo>
                  <a:pt x="388" y="15"/>
                </a:moveTo>
                <a:lnTo>
                  <a:pt x="388" y="0"/>
                </a:lnTo>
                <a:lnTo>
                  <a:pt x="390" y="0"/>
                </a:lnTo>
                <a:lnTo>
                  <a:pt x="390" y="6"/>
                </a:lnTo>
                <a:lnTo>
                  <a:pt x="396" y="6"/>
                </a:lnTo>
                <a:lnTo>
                  <a:pt x="396" y="0"/>
                </a:lnTo>
                <a:lnTo>
                  <a:pt x="398" y="0"/>
                </a:lnTo>
                <a:lnTo>
                  <a:pt x="398" y="15"/>
                </a:lnTo>
                <a:lnTo>
                  <a:pt x="396" y="15"/>
                </a:lnTo>
                <a:lnTo>
                  <a:pt x="396" y="8"/>
                </a:lnTo>
                <a:lnTo>
                  <a:pt x="390" y="8"/>
                </a:lnTo>
                <a:lnTo>
                  <a:pt x="390" y="15"/>
                </a:lnTo>
                <a:lnTo>
                  <a:pt x="388" y="15"/>
                </a:lnTo>
                <a:close/>
              </a:path>
              <a:path w="471" h="15">
                <a:moveTo>
                  <a:pt x="400" y="15"/>
                </a:moveTo>
                <a:lnTo>
                  <a:pt x="400" y="0"/>
                </a:lnTo>
                <a:lnTo>
                  <a:pt x="402" y="0"/>
                </a:lnTo>
                <a:lnTo>
                  <a:pt x="408" y="12"/>
                </a:lnTo>
                <a:lnTo>
                  <a:pt x="408" y="0"/>
                </a:lnTo>
                <a:lnTo>
                  <a:pt x="410" y="0"/>
                </a:lnTo>
                <a:lnTo>
                  <a:pt x="410" y="15"/>
                </a:lnTo>
                <a:lnTo>
                  <a:pt x="408" y="15"/>
                </a:lnTo>
                <a:lnTo>
                  <a:pt x="402" y="3"/>
                </a:lnTo>
                <a:lnTo>
                  <a:pt x="402" y="15"/>
                </a:lnTo>
                <a:lnTo>
                  <a:pt x="400" y="15"/>
                </a:lnTo>
                <a:close/>
              </a:path>
              <a:path w="471" h="15">
                <a:moveTo>
                  <a:pt x="412" y="8"/>
                </a:moveTo>
                <a:cubicBezTo>
                  <a:pt x="412" y="5"/>
                  <a:pt x="412" y="3"/>
                  <a:pt x="413" y="2"/>
                </a:cubicBezTo>
                <a:cubicBezTo>
                  <a:pt x="415" y="1"/>
                  <a:pt x="416" y="0"/>
                  <a:pt x="418" y="0"/>
                </a:cubicBezTo>
                <a:cubicBezTo>
                  <a:pt x="419" y="0"/>
                  <a:pt x="420" y="0"/>
                  <a:pt x="421" y="1"/>
                </a:cubicBezTo>
                <a:cubicBezTo>
                  <a:pt x="422" y="2"/>
                  <a:pt x="423" y="3"/>
                  <a:pt x="423" y="4"/>
                </a:cubicBezTo>
                <a:cubicBezTo>
                  <a:pt x="424" y="5"/>
                  <a:pt x="424" y="6"/>
                  <a:pt x="424" y="8"/>
                </a:cubicBezTo>
                <a:cubicBezTo>
                  <a:pt x="424" y="9"/>
                  <a:pt x="424" y="10"/>
                  <a:pt x="423" y="11"/>
                </a:cubicBezTo>
                <a:cubicBezTo>
                  <a:pt x="422" y="13"/>
                  <a:pt x="422" y="13"/>
                  <a:pt x="421" y="14"/>
                </a:cubicBezTo>
                <a:cubicBezTo>
                  <a:pt x="420" y="15"/>
                  <a:pt x="419" y="15"/>
                  <a:pt x="418" y="15"/>
                </a:cubicBezTo>
                <a:cubicBezTo>
                  <a:pt x="417" y="15"/>
                  <a:pt x="416" y="15"/>
                  <a:pt x="415" y="14"/>
                </a:cubicBezTo>
                <a:cubicBezTo>
                  <a:pt x="414" y="13"/>
                  <a:pt x="413" y="12"/>
                  <a:pt x="413" y="11"/>
                </a:cubicBezTo>
                <a:cubicBezTo>
                  <a:pt x="412" y="10"/>
                  <a:pt x="412" y="9"/>
                  <a:pt x="412" y="8"/>
                </a:cubicBezTo>
                <a:close/>
                <a:moveTo>
                  <a:pt x="414" y="8"/>
                </a:moveTo>
                <a:cubicBezTo>
                  <a:pt x="414" y="9"/>
                  <a:pt x="414" y="11"/>
                  <a:pt x="415" y="12"/>
                </a:cubicBezTo>
                <a:cubicBezTo>
                  <a:pt x="416" y="13"/>
                  <a:pt x="417" y="13"/>
                  <a:pt x="418" y="13"/>
                </a:cubicBezTo>
                <a:cubicBezTo>
                  <a:pt x="419" y="13"/>
                  <a:pt x="420" y="13"/>
                  <a:pt x="421" y="12"/>
                </a:cubicBezTo>
                <a:cubicBezTo>
                  <a:pt x="422" y="11"/>
                  <a:pt x="422" y="9"/>
                  <a:pt x="422" y="7"/>
                </a:cubicBezTo>
                <a:cubicBezTo>
                  <a:pt x="422" y="6"/>
                  <a:pt x="422" y="5"/>
                  <a:pt x="422" y="4"/>
                </a:cubicBezTo>
                <a:cubicBezTo>
                  <a:pt x="421" y="4"/>
                  <a:pt x="421" y="3"/>
                  <a:pt x="420" y="2"/>
                </a:cubicBezTo>
                <a:cubicBezTo>
                  <a:pt x="419" y="2"/>
                  <a:pt x="419" y="2"/>
                  <a:pt x="418" y="2"/>
                </a:cubicBezTo>
                <a:cubicBezTo>
                  <a:pt x="417" y="2"/>
                  <a:pt x="416" y="2"/>
                  <a:pt x="415" y="3"/>
                </a:cubicBezTo>
                <a:cubicBezTo>
                  <a:pt x="414" y="4"/>
                  <a:pt x="414" y="6"/>
                  <a:pt x="414" y="8"/>
                </a:cubicBezTo>
                <a:close/>
              </a:path>
              <a:path w="471" h="15">
                <a:moveTo>
                  <a:pt x="425" y="15"/>
                </a:moveTo>
                <a:lnTo>
                  <a:pt x="425" y="0"/>
                </a:lnTo>
                <a:lnTo>
                  <a:pt x="427" y="0"/>
                </a:lnTo>
                <a:lnTo>
                  <a:pt x="427" y="13"/>
                </a:lnTo>
                <a:lnTo>
                  <a:pt x="433" y="13"/>
                </a:lnTo>
                <a:lnTo>
                  <a:pt x="433" y="15"/>
                </a:lnTo>
                <a:lnTo>
                  <a:pt x="425" y="15"/>
                </a:lnTo>
                <a:close/>
              </a:path>
              <a:path w="471" h="15">
                <a:moveTo>
                  <a:pt x="434" y="8"/>
                </a:moveTo>
                <a:cubicBezTo>
                  <a:pt x="434" y="5"/>
                  <a:pt x="435" y="3"/>
                  <a:pt x="436" y="2"/>
                </a:cubicBezTo>
                <a:cubicBezTo>
                  <a:pt x="437" y="1"/>
                  <a:pt x="438" y="0"/>
                  <a:pt x="440" y="0"/>
                </a:cubicBezTo>
                <a:cubicBezTo>
                  <a:pt x="441" y="0"/>
                  <a:pt x="442" y="0"/>
                  <a:pt x="443" y="1"/>
                </a:cubicBezTo>
                <a:cubicBezTo>
                  <a:pt x="444" y="2"/>
                  <a:pt x="445" y="3"/>
                  <a:pt x="445" y="4"/>
                </a:cubicBezTo>
                <a:cubicBezTo>
                  <a:pt x="446" y="5"/>
                  <a:pt x="446" y="6"/>
                  <a:pt x="446" y="8"/>
                </a:cubicBezTo>
                <a:cubicBezTo>
                  <a:pt x="446" y="9"/>
                  <a:pt x="446" y="10"/>
                  <a:pt x="445" y="11"/>
                </a:cubicBezTo>
                <a:cubicBezTo>
                  <a:pt x="445" y="13"/>
                  <a:pt x="444" y="13"/>
                  <a:pt x="443" y="14"/>
                </a:cubicBezTo>
                <a:cubicBezTo>
                  <a:pt x="442" y="15"/>
                  <a:pt x="441" y="15"/>
                  <a:pt x="440" y="15"/>
                </a:cubicBezTo>
                <a:cubicBezTo>
                  <a:pt x="439" y="15"/>
                  <a:pt x="438" y="15"/>
                  <a:pt x="437" y="14"/>
                </a:cubicBezTo>
                <a:cubicBezTo>
                  <a:pt x="436" y="13"/>
                  <a:pt x="435" y="12"/>
                  <a:pt x="435" y="11"/>
                </a:cubicBezTo>
                <a:cubicBezTo>
                  <a:pt x="434" y="10"/>
                  <a:pt x="434" y="9"/>
                  <a:pt x="434" y="8"/>
                </a:cubicBezTo>
                <a:close/>
                <a:moveTo>
                  <a:pt x="436" y="8"/>
                </a:moveTo>
                <a:cubicBezTo>
                  <a:pt x="436" y="9"/>
                  <a:pt x="436" y="11"/>
                  <a:pt x="437" y="12"/>
                </a:cubicBezTo>
                <a:cubicBezTo>
                  <a:pt x="438" y="13"/>
                  <a:pt x="439" y="13"/>
                  <a:pt x="440" y="13"/>
                </a:cubicBezTo>
                <a:cubicBezTo>
                  <a:pt x="441" y="13"/>
                  <a:pt x="442" y="13"/>
                  <a:pt x="443" y="12"/>
                </a:cubicBezTo>
                <a:cubicBezTo>
                  <a:pt x="444" y="11"/>
                  <a:pt x="444" y="9"/>
                  <a:pt x="444" y="7"/>
                </a:cubicBezTo>
                <a:cubicBezTo>
                  <a:pt x="444" y="6"/>
                  <a:pt x="444" y="5"/>
                  <a:pt x="444" y="4"/>
                </a:cubicBezTo>
                <a:cubicBezTo>
                  <a:pt x="444" y="4"/>
                  <a:pt x="443" y="3"/>
                  <a:pt x="442" y="2"/>
                </a:cubicBezTo>
                <a:cubicBezTo>
                  <a:pt x="442" y="2"/>
                  <a:pt x="441" y="2"/>
                  <a:pt x="440" y="2"/>
                </a:cubicBezTo>
                <a:cubicBezTo>
                  <a:pt x="439" y="2"/>
                  <a:pt x="438" y="2"/>
                  <a:pt x="437" y="3"/>
                </a:cubicBezTo>
                <a:cubicBezTo>
                  <a:pt x="436" y="4"/>
                  <a:pt x="436" y="6"/>
                  <a:pt x="436" y="8"/>
                </a:cubicBezTo>
                <a:close/>
              </a:path>
              <a:path w="471" h="15">
                <a:moveTo>
                  <a:pt x="454" y="9"/>
                </a:moveTo>
                <a:lnTo>
                  <a:pt x="454" y="7"/>
                </a:lnTo>
                <a:lnTo>
                  <a:pt x="459" y="7"/>
                </a:lnTo>
                <a:lnTo>
                  <a:pt x="459" y="13"/>
                </a:lnTo>
                <a:cubicBezTo>
                  <a:pt x="458" y="13"/>
                  <a:pt x="457" y="14"/>
                  <a:pt x="456" y="14"/>
                </a:cubicBezTo>
                <a:cubicBezTo>
                  <a:pt x="456" y="15"/>
                  <a:pt x="455" y="15"/>
                  <a:pt x="454" y="15"/>
                </a:cubicBezTo>
                <a:cubicBezTo>
                  <a:pt x="453" y="15"/>
                  <a:pt x="451" y="15"/>
                  <a:pt x="450" y="14"/>
                </a:cubicBezTo>
                <a:cubicBezTo>
                  <a:pt x="449" y="13"/>
                  <a:pt x="449" y="13"/>
                  <a:pt x="448" y="11"/>
                </a:cubicBezTo>
                <a:cubicBezTo>
                  <a:pt x="448" y="10"/>
                  <a:pt x="447" y="9"/>
                  <a:pt x="447" y="8"/>
                </a:cubicBezTo>
                <a:cubicBezTo>
                  <a:pt x="447" y="6"/>
                  <a:pt x="448" y="5"/>
                  <a:pt x="448" y="4"/>
                </a:cubicBezTo>
                <a:cubicBezTo>
                  <a:pt x="449" y="2"/>
                  <a:pt x="449" y="2"/>
                  <a:pt x="450" y="1"/>
                </a:cubicBezTo>
                <a:cubicBezTo>
                  <a:pt x="451" y="0"/>
                  <a:pt x="452" y="0"/>
                  <a:pt x="454" y="0"/>
                </a:cubicBezTo>
                <a:cubicBezTo>
                  <a:pt x="455" y="0"/>
                  <a:pt x="455" y="0"/>
                  <a:pt x="456" y="1"/>
                </a:cubicBezTo>
                <a:cubicBezTo>
                  <a:pt x="457" y="1"/>
                  <a:pt x="457" y="1"/>
                  <a:pt x="458" y="2"/>
                </a:cubicBezTo>
                <a:cubicBezTo>
                  <a:pt x="458" y="3"/>
                  <a:pt x="459" y="3"/>
                  <a:pt x="459" y="4"/>
                </a:cubicBezTo>
                <a:lnTo>
                  <a:pt x="457" y="5"/>
                </a:lnTo>
                <a:cubicBezTo>
                  <a:pt x="457" y="4"/>
                  <a:pt x="457" y="3"/>
                  <a:pt x="457" y="3"/>
                </a:cubicBezTo>
                <a:cubicBezTo>
                  <a:pt x="456" y="3"/>
                  <a:pt x="456" y="2"/>
                  <a:pt x="455" y="2"/>
                </a:cubicBezTo>
                <a:cubicBezTo>
                  <a:pt x="455" y="2"/>
                  <a:pt x="454" y="2"/>
                  <a:pt x="454" y="2"/>
                </a:cubicBezTo>
                <a:cubicBezTo>
                  <a:pt x="453" y="2"/>
                  <a:pt x="452" y="2"/>
                  <a:pt x="452" y="2"/>
                </a:cubicBezTo>
                <a:cubicBezTo>
                  <a:pt x="451" y="2"/>
                  <a:pt x="451" y="3"/>
                  <a:pt x="450" y="3"/>
                </a:cubicBezTo>
                <a:cubicBezTo>
                  <a:pt x="450" y="4"/>
                  <a:pt x="450" y="4"/>
                  <a:pt x="450" y="5"/>
                </a:cubicBezTo>
                <a:cubicBezTo>
                  <a:pt x="449" y="5"/>
                  <a:pt x="449" y="6"/>
                  <a:pt x="449" y="7"/>
                </a:cubicBezTo>
                <a:cubicBezTo>
                  <a:pt x="449" y="9"/>
                  <a:pt x="449" y="10"/>
                  <a:pt x="450" y="11"/>
                </a:cubicBezTo>
                <a:cubicBezTo>
                  <a:pt x="450" y="12"/>
                  <a:pt x="451" y="12"/>
                  <a:pt x="451" y="13"/>
                </a:cubicBezTo>
                <a:cubicBezTo>
                  <a:pt x="452" y="13"/>
                  <a:pt x="453" y="13"/>
                  <a:pt x="454" y="13"/>
                </a:cubicBezTo>
                <a:cubicBezTo>
                  <a:pt x="454" y="13"/>
                  <a:pt x="455" y="13"/>
                  <a:pt x="456" y="13"/>
                </a:cubicBezTo>
                <a:cubicBezTo>
                  <a:pt x="456" y="12"/>
                  <a:pt x="457" y="12"/>
                  <a:pt x="457" y="12"/>
                </a:cubicBezTo>
                <a:lnTo>
                  <a:pt x="457" y="9"/>
                </a:lnTo>
                <a:lnTo>
                  <a:pt x="454" y="9"/>
                </a:lnTo>
                <a:close/>
              </a:path>
              <a:path w="471" h="15">
                <a:moveTo>
                  <a:pt x="464" y="15"/>
                </a:moveTo>
                <a:lnTo>
                  <a:pt x="464" y="9"/>
                </a:lnTo>
                <a:lnTo>
                  <a:pt x="460" y="0"/>
                </a:lnTo>
                <a:lnTo>
                  <a:pt x="462" y="0"/>
                </a:lnTo>
                <a:lnTo>
                  <a:pt x="464" y="5"/>
                </a:lnTo>
                <a:cubicBezTo>
                  <a:pt x="465" y="5"/>
                  <a:pt x="465" y="6"/>
                  <a:pt x="465" y="7"/>
                </a:cubicBezTo>
                <a:cubicBezTo>
                  <a:pt x="466" y="6"/>
                  <a:pt x="466" y="5"/>
                  <a:pt x="467" y="5"/>
                </a:cubicBezTo>
                <a:lnTo>
                  <a:pt x="469" y="0"/>
                </a:lnTo>
                <a:lnTo>
                  <a:pt x="471" y="0"/>
                </a:lnTo>
                <a:lnTo>
                  <a:pt x="466" y="9"/>
                </a:lnTo>
                <a:lnTo>
                  <a:pt x="466" y="15"/>
                </a:lnTo>
                <a:lnTo>
                  <a:pt x="464" y="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pic>
        <p:nvPicPr>
          <p:cNvPr id="109" name="图片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3760" y="124460"/>
            <a:ext cx="627380" cy="471170"/>
          </a:xfrm>
          <a:prstGeom prst="rect">
            <a:avLst/>
          </a:prstGeom>
          <a:ln>
            <a:noFill/>
          </a:ln>
        </p:spPr>
      </p:pic>
      <p:sp>
        <p:nvSpPr>
          <p:cNvPr id="38" name="bottom-takeaway"/>
          <p:cNvSpPr>
            <a:spLocks noGrp="1"/>
          </p:cNvSpPr>
          <p:nvPr/>
        </p:nvSpPr>
        <p:spPr>
          <a:xfrm>
            <a:off x="1624330" y="6012180"/>
            <a:ext cx="9147810" cy="513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ClrTx/>
              <a:buSzTx/>
              <a:buFontTx/>
              <a:buNone/>
            </a:pPr>
            <a:r>
              <a:rPr sz="1800" b="1">
                <a:solidFill>
                  <a:srgbClr val="0070C0"/>
                </a:solidFill>
                <a:latin typeface="微软雅黑" charset="-122"/>
                <a:ea typeface="微软雅黑" charset="-122"/>
                <a:cs typeface="微软雅黑" charset="-122"/>
              </a:rPr>
              <a:t>先核对单位、测量时间和未知标签，再比较模型；试点不能当成正式结果。</a:t>
            </a:r>
            <a:endParaRPr sz="2000" b="1">
              <a:solidFill>
                <a:srgbClr val="0070C0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00056" name="abg"/>
          <p:cNvSpPr/>
          <p:nvPr/>
        </p:nvSpPr>
        <p:spPr>
          <a:xfrm>
            <a:off x="1295400" y="2082800"/>
            <a:ext cx="2540000" cy="1625600"/>
          </a:xfrm>
          <a:prstGeom prst="roundRect">
            <a:avLst/>
          </a:prstGeom>
          <a:solidFill>
            <a:srgbClr val="F7FAFD"/>
          </a:solidFill>
          <a:ln w="9525">
            <a:solidFill>
              <a:srgbClr val="C9D9EA"/>
            </a:solidFill>
          </a:ln>
        </p:spPr>
        <p:txBody>
          <a:bodyPr/>
          <a:lstStyle/>
          <a:p/>
        </p:txBody>
      </p:sp>
      <p:sp>
        <p:nvSpPr>
          <p:cNvPr id="100057" name="an"/>
          <p:cNvSpPr txBox="1"/>
          <p:nvPr/>
        </p:nvSpPr>
        <p:spPr>
          <a:xfrm>
            <a:off x="1295400" y="2286000"/>
            <a:ext cx="2540000" cy="609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2800" b="1">
                <a:solidFill>
                  <a:srgbClr val="0E5AA7"/>
                </a:solidFill>
                <a:latin typeface="微软雅黑"/>
                <a:ea typeface="微软雅黑"/>
              </a:rPr>
              <a:t>105</a:t>
            </a:r>
            <a:endParaRPr lang="en-US" sz="2800" b="1">
              <a:solidFill>
                <a:srgbClr val="0E5AA7"/>
              </a:solidFill>
              <a:latin typeface="微软雅黑"/>
              <a:ea typeface="微软雅黑"/>
            </a:endParaRPr>
          </a:p>
        </p:txBody>
      </p:sp>
      <p:sp>
        <p:nvSpPr>
          <p:cNvPr id="100058" name="ac"/>
          <p:cNvSpPr txBox="1"/>
          <p:nvPr/>
        </p:nvSpPr>
        <p:spPr>
          <a:xfrm>
            <a:off x="1422400" y="2946400"/>
            <a:ext cx="2286000" cy="6096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ctr"/>
            <a:r>
              <a:rPr lang="en-US" sz="1300" b="0">
                <a:solidFill>
                  <a:srgbClr val="1F2937"/>
                </a:solidFill>
                <a:latin typeface="微软雅黑"/>
                <a:ea typeface="微软雅黑"/>
              </a:rPr>
              <a:t>省中医院观测</a:t>
            </a:r>
            <a:endParaRPr lang="en-US" sz="1300" b="0">
              <a:solidFill>
                <a:srgbClr val="1F2937"/>
              </a:solidFill>
              <a:latin typeface="微软雅黑"/>
              <a:ea typeface="微软雅黑"/>
            </a:endParaRPr>
          </a:p>
          <a:p>
            <a:pPr algn="ctr"/>
            <a:r>
              <a:rPr lang="en-US" sz="1300" b="0">
                <a:solidFill>
                  <a:srgbClr val="1F2937"/>
                </a:solidFill>
                <a:latin typeface="微软雅黑"/>
                <a:ea typeface="微软雅黑"/>
              </a:rPr>
              <a:t>做了年份修正</a:t>
            </a:r>
            <a:endParaRPr lang="en-US" sz="1300" b="0">
              <a:solidFill>
                <a:srgbClr val="1F2937"/>
              </a:solidFill>
              <a:latin typeface="微软雅黑"/>
              <a:ea typeface="微软雅黑"/>
            </a:endParaRPr>
          </a:p>
        </p:txBody>
      </p:sp>
      <p:sp>
        <p:nvSpPr>
          <p:cNvPr id="100059" name="bbg"/>
          <p:cNvSpPr/>
          <p:nvPr/>
        </p:nvSpPr>
        <p:spPr>
          <a:xfrm>
            <a:off x="3987800" y="2082800"/>
            <a:ext cx="2540000" cy="1625600"/>
          </a:xfrm>
          <a:prstGeom prst="roundRect">
            <a:avLst/>
          </a:prstGeom>
          <a:solidFill>
            <a:srgbClr val="F7FAFD"/>
          </a:solidFill>
          <a:ln w="9525">
            <a:solidFill>
              <a:srgbClr val="C9D9EA"/>
            </a:solidFill>
          </a:ln>
        </p:spPr>
        <p:txBody>
          <a:bodyPr/>
          <a:lstStyle/>
          <a:p/>
        </p:txBody>
      </p:sp>
      <p:sp>
        <p:nvSpPr>
          <p:cNvPr id="100060" name="bn"/>
          <p:cNvSpPr txBox="1"/>
          <p:nvPr/>
        </p:nvSpPr>
        <p:spPr>
          <a:xfrm>
            <a:off x="3987800" y="2286000"/>
            <a:ext cx="2540000" cy="609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2800" b="1">
                <a:solidFill>
                  <a:srgbClr val="0E5AA7"/>
                </a:solidFill>
                <a:latin typeface="微软雅黑"/>
                <a:ea typeface="微软雅黑"/>
              </a:rPr>
              <a:t>0</a:t>
            </a:r>
            <a:endParaRPr lang="en-US" sz="2800" b="1">
              <a:solidFill>
                <a:srgbClr val="0E5AA7"/>
              </a:solidFill>
              <a:latin typeface="微软雅黑"/>
              <a:ea typeface="微软雅黑"/>
            </a:endParaRPr>
          </a:p>
        </p:txBody>
      </p:sp>
      <p:sp>
        <p:nvSpPr>
          <p:cNvPr id="100061" name="bc"/>
          <p:cNvSpPr txBox="1"/>
          <p:nvPr/>
        </p:nvSpPr>
        <p:spPr>
          <a:xfrm>
            <a:off x="4114800" y="2946400"/>
            <a:ext cx="2286000" cy="6096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ctr"/>
            <a:r>
              <a:rPr lang="en-US" sz="1300" b="0">
                <a:solidFill>
                  <a:srgbClr val="1F2937"/>
                </a:solidFill>
                <a:latin typeface="微软雅黑"/>
                <a:ea typeface="微软雅黑"/>
              </a:rPr>
              <a:t>当前规则下</a:t>
            </a:r>
            <a:endParaRPr lang="en-US" sz="1300" b="0">
              <a:solidFill>
                <a:srgbClr val="1F2937"/>
              </a:solidFill>
              <a:latin typeface="微软雅黑"/>
              <a:ea typeface="微软雅黑"/>
            </a:endParaRPr>
          </a:p>
          <a:p>
            <a:pPr algn="ctr"/>
            <a:r>
              <a:rPr lang="en-US" sz="1300" b="0">
                <a:solidFill>
                  <a:srgbClr val="1F2937"/>
                </a:solidFill>
                <a:latin typeface="微软雅黑"/>
                <a:ea typeface="微软雅黑"/>
              </a:rPr>
              <a:t>eICU 严格流感</a:t>
            </a:r>
            <a:endParaRPr lang="en-US" sz="1300" b="0">
              <a:solidFill>
                <a:srgbClr val="1F2937"/>
              </a:solidFill>
              <a:latin typeface="微软雅黑"/>
              <a:ea typeface="微软雅黑"/>
            </a:endParaRPr>
          </a:p>
        </p:txBody>
      </p:sp>
      <p:sp>
        <p:nvSpPr>
          <p:cNvPr id="100062" name="cbg"/>
          <p:cNvSpPr/>
          <p:nvPr/>
        </p:nvSpPr>
        <p:spPr>
          <a:xfrm>
            <a:off x="1295400" y="3860800"/>
            <a:ext cx="2540000" cy="1625600"/>
          </a:xfrm>
          <a:prstGeom prst="roundRect">
            <a:avLst/>
          </a:prstGeom>
          <a:solidFill>
            <a:srgbClr val="F7FAFD"/>
          </a:solidFill>
          <a:ln w="9525">
            <a:solidFill>
              <a:srgbClr val="C9D9EA"/>
            </a:solidFill>
          </a:ln>
        </p:spPr>
        <p:txBody>
          <a:bodyPr/>
          <a:lstStyle/>
          <a:p/>
        </p:txBody>
      </p:sp>
      <p:sp>
        <p:nvSpPr>
          <p:cNvPr id="100063" name="cn"/>
          <p:cNvSpPr txBox="1"/>
          <p:nvPr/>
        </p:nvSpPr>
        <p:spPr>
          <a:xfrm>
            <a:off x="1295400" y="4064000"/>
            <a:ext cx="2540000" cy="609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2800" b="1">
                <a:solidFill>
                  <a:srgbClr val="0E5AA7"/>
                </a:solidFill>
                <a:latin typeface="微软雅黑"/>
                <a:ea typeface="微软雅黑"/>
              </a:rPr>
              <a:t>7/659</a:t>
            </a:r>
            <a:endParaRPr lang="en-US" sz="2800" b="1">
              <a:solidFill>
                <a:srgbClr val="0E5AA7"/>
              </a:solidFill>
              <a:latin typeface="微软雅黑"/>
              <a:ea typeface="微软雅黑"/>
            </a:endParaRPr>
          </a:p>
        </p:txBody>
      </p:sp>
      <p:sp>
        <p:nvSpPr>
          <p:cNvPr id="100064" name="cc"/>
          <p:cNvSpPr txBox="1"/>
          <p:nvPr/>
        </p:nvSpPr>
        <p:spPr>
          <a:xfrm>
            <a:off x="1422400" y="4724400"/>
            <a:ext cx="2286000" cy="6096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ctr"/>
            <a:r>
              <a:rPr lang="en-US" sz="1300" b="0">
                <a:solidFill>
                  <a:srgbClr val="1F2937"/>
                </a:solidFill>
                <a:latin typeface="微软雅黑"/>
                <a:ea typeface="微软雅黑"/>
              </a:rPr>
              <a:t>MIMIC 窗口</a:t>
            </a:r>
            <a:endParaRPr lang="en-US" sz="1300" b="0">
              <a:solidFill>
                <a:srgbClr val="1F2937"/>
              </a:solidFill>
              <a:latin typeface="微软雅黑"/>
              <a:ea typeface="微软雅黑"/>
            </a:endParaRPr>
          </a:p>
          <a:p>
            <a:pPr algn="ctr"/>
            <a:r>
              <a:rPr lang="en-US" sz="1300" b="0">
                <a:solidFill>
                  <a:srgbClr val="1F2937"/>
                </a:solidFill>
                <a:latin typeface="微软雅黑"/>
                <a:ea typeface="微软雅黑"/>
              </a:rPr>
              <a:t>测过 CRP</a:t>
            </a:r>
            <a:endParaRPr lang="en-US" sz="1300" b="0">
              <a:solidFill>
                <a:srgbClr val="1F2937"/>
              </a:solidFill>
              <a:latin typeface="微软雅黑"/>
              <a:ea typeface="微软雅黑"/>
            </a:endParaRPr>
          </a:p>
        </p:txBody>
      </p:sp>
      <p:sp>
        <p:nvSpPr>
          <p:cNvPr id="100065" name="dbg"/>
          <p:cNvSpPr/>
          <p:nvPr/>
        </p:nvSpPr>
        <p:spPr>
          <a:xfrm>
            <a:off x="3987800" y="3860800"/>
            <a:ext cx="2540000" cy="1625600"/>
          </a:xfrm>
          <a:prstGeom prst="roundRect">
            <a:avLst/>
          </a:prstGeom>
          <a:solidFill>
            <a:srgbClr val="F7FAFD"/>
          </a:solidFill>
          <a:ln w="9525">
            <a:solidFill>
              <a:srgbClr val="C9D9EA"/>
            </a:solidFill>
          </a:ln>
        </p:spPr>
        <p:txBody>
          <a:bodyPr/>
          <a:lstStyle/>
          <a:p/>
        </p:txBody>
      </p:sp>
      <p:sp>
        <p:nvSpPr>
          <p:cNvPr id="100066" name="dn"/>
          <p:cNvSpPr txBox="1"/>
          <p:nvPr/>
        </p:nvSpPr>
        <p:spPr>
          <a:xfrm>
            <a:off x="3987800" y="4064000"/>
            <a:ext cx="2540000" cy="609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2800" b="1">
                <a:solidFill>
                  <a:srgbClr val="0E5AA7"/>
                </a:solidFill>
                <a:latin typeface="微软雅黑"/>
                <a:ea typeface="微软雅黑"/>
              </a:rPr>
              <a:t>26/38</a:t>
            </a:r>
            <a:endParaRPr lang="en-US" sz="2800" b="1">
              <a:solidFill>
                <a:srgbClr val="0E5AA7"/>
              </a:solidFill>
              <a:latin typeface="微软雅黑"/>
              <a:ea typeface="微软雅黑"/>
            </a:endParaRPr>
          </a:p>
        </p:txBody>
      </p:sp>
      <p:sp>
        <p:nvSpPr>
          <p:cNvPr id="100067" name="dc"/>
          <p:cNvSpPr txBox="1"/>
          <p:nvPr/>
        </p:nvSpPr>
        <p:spPr>
          <a:xfrm>
            <a:off x="4114800" y="4724400"/>
            <a:ext cx="2286000" cy="6096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ctr"/>
            <a:r>
              <a:rPr lang="en-US" sz="1300" b="0">
                <a:solidFill>
                  <a:srgbClr val="1F2937"/>
                </a:solidFill>
                <a:latin typeface="微软雅黑"/>
                <a:ea typeface="微软雅黑"/>
              </a:rPr>
              <a:t>省中医院事件</a:t>
            </a:r>
            <a:endParaRPr lang="en-US" sz="1300" b="0">
              <a:solidFill>
                <a:srgbClr val="1F2937"/>
              </a:solidFill>
              <a:latin typeface="微软雅黑"/>
              <a:ea typeface="微软雅黑"/>
            </a:endParaRPr>
          </a:p>
          <a:p>
            <a:pPr algn="ctr"/>
            <a:r>
              <a:rPr lang="en-US" sz="1300" b="0">
                <a:solidFill>
                  <a:srgbClr val="1F2937"/>
                </a:solidFill>
                <a:latin typeface="微软雅黑"/>
                <a:ea typeface="微软雅黑"/>
              </a:rPr>
              <a:t>发生在索引当天</a:t>
            </a:r>
            <a:endParaRPr lang="en-US" sz="1300" b="0">
              <a:solidFill>
                <a:srgbClr val="1F2937"/>
              </a:solidFill>
              <a:latin typeface="微软雅黑"/>
              <a:ea typeface="微软雅黑"/>
            </a:endParaRPr>
          </a:p>
        </p:txBody>
      </p:sp>
      <p:sp>
        <p:nvSpPr>
          <p:cNvPr id="100068" name="r1bg"/>
          <p:cNvSpPr/>
          <p:nvPr/>
        </p:nvSpPr>
        <p:spPr>
          <a:xfrm>
            <a:off x="6731000" y="2082800"/>
            <a:ext cx="4292600" cy="1066800"/>
          </a:xfrm>
          <a:prstGeom prst="roundRect">
            <a:avLst/>
          </a:prstGeom>
          <a:solidFill>
            <a:srgbClr val="F7FAFD"/>
          </a:solidFill>
          <a:ln w="9525">
            <a:solidFill>
              <a:srgbClr val="C9D9EA"/>
            </a:solidFill>
          </a:ln>
        </p:spPr>
        <p:txBody>
          <a:bodyPr/>
          <a:lstStyle/>
          <a:p/>
        </p:txBody>
      </p:sp>
      <p:sp>
        <p:nvSpPr>
          <p:cNvPr id="100069" name="r1h"/>
          <p:cNvSpPr txBox="1"/>
          <p:nvPr/>
        </p:nvSpPr>
        <p:spPr>
          <a:xfrm>
            <a:off x="6883400" y="2133600"/>
            <a:ext cx="3987800" cy="304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1400" b="1">
                <a:solidFill>
                  <a:srgbClr val="0E5AA7"/>
                </a:solidFill>
                <a:latin typeface="微软雅黑"/>
                <a:ea typeface="微软雅黑"/>
              </a:rPr>
              <a:t>单位还没定死</a:t>
            </a:r>
            <a:endParaRPr lang="en-US" sz="1400" b="1">
              <a:solidFill>
                <a:srgbClr val="0E5AA7"/>
              </a:solidFill>
              <a:latin typeface="微软雅黑"/>
              <a:ea typeface="微软雅黑"/>
            </a:endParaRPr>
          </a:p>
        </p:txBody>
      </p:sp>
      <p:sp>
        <p:nvSpPr>
          <p:cNvPr id="100070" name="r1b"/>
          <p:cNvSpPr txBox="1"/>
          <p:nvPr/>
        </p:nvSpPr>
        <p:spPr>
          <a:xfrm>
            <a:off x="6883400" y="2463800"/>
            <a:ext cx="3987800" cy="5842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US" sz="1200">
                <a:solidFill>
                  <a:srgbClr val="1F2937"/>
                </a:solidFill>
                <a:latin typeface="微软雅黑"/>
                <a:ea typeface="微软雅黑"/>
              </a:rPr>
              <a:t>D-二聚体没分 FEU 和 DDU。IL-6、铁蛋白中位数差好几倍，样本又少。未测不能写成阴性。</a:t>
            </a:r>
            <a:endParaRPr lang="en-US" sz="1200">
              <a:solidFill>
                <a:srgbClr val="1F2937"/>
              </a:solidFill>
              <a:latin typeface="微软雅黑"/>
              <a:ea typeface="微软雅黑"/>
            </a:endParaRPr>
          </a:p>
        </p:txBody>
      </p:sp>
      <p:sp>
        <p:nvSpPr>
          <p:cNvPr id="100071" name="r2bg"/>
          <p:cNvSpPr/>
          <p:nvPr/>
        </p:nvSpPr>
        <p:spPr>
          <a:xfrm>
            <a:off x="6731000" y="3251200"/>
            <a:ext cx="4292600" cy="1066800"/>
          </a:xfrm>
          <a:prstGeom prst="roundRect">
            <a:avLst/>
          </a:prstGeom>
          <a:solidFill>
            <a:srgbClr val="F7FAFD"/>
          </a:solidFill>
          <a:ln w="9525">
            <a:solidFill>
              <a:srgbClr val="C9D9EA"/>
            </a:solidFill>
          </a:ln>
        </p:spPr>
        <p:txBody>
          <a:bodyPr/>
          <a:lstStyle/>
          <a:p/>
        </p:txBody>
      </p:sp>
      <p:sp>
        <p:nvSpPr>
          <p:cNvPr id="100072" name="r2h"/>
          <p:cNvSpPr txBox="1"/>
          <p:nvPr/>
        </p:nvSpPr>
        <p:spPr>
          <a:xfrm>
            <a:off x="6883400" y="3302000"/>
            <a:ext cx="3987800" cy="304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1400" b="1">
                <a:solidFill>
                  <a:srgbClr val="0E5AA7"/>
                </a:solidFill>
                <a:latin typeface="微软雅黑"/>
                <a:ea typeface="微软雅黑"/>
              </a:rPr>
              <a:t>时间还不能直接用</a:t>
            </a:r>
            <a:endParaRPr lang="en-US" sz="1400" b="1">
              <a:solidFill>
                <a:srgbClr val="0E5AA7"/>
              </a:solidFill>
              <a:latin typeface="微软雅黑"/>
              <a:ea typeface="微软雅黑"/>
            </a:endParaRPr>
          </a:p>
        </p:txBody>
      </p:sp>
      <p:sp>
        <p:nvSpPr>
          <p:cNvPr id="100073" name="r2b"/>
          <p:cNvSpPr txBox="1"/>
          <p:nvPr/>
        </p:nvSpPr>
        <p:spPr>
          <a:xfrm>
            <a:off x="6883400" y="3632200"/>
            <a:ext cx="3987800" cy="5842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US" sz="1200">
                <a:solidFill>
                  <a:srgbClr val="1F2937"/>
                </a:solidFill>
                <a:latin typeface="微软雅黑"/>
                <a:ea typeface="微软雅黑"/>
              </a:rPr>
              <a:t>MIMIC 急诊抽取曾把体征时间写成到院时间。清洗、描述和预测要分成三个窗口。</a:t>
            </a:r>
            <a:endParaRPr lang="en-US" sz="1200">
              <a:solidFill>
                <a:srgbClr val="1F2937"/>
              </a:solidFill>
              <a:latin typeface="微软雅黑"/>
              <a:ea typeface="微软雅黑"/>
            </a:endParaRPr>
          </a:p>
        </p:txBody>
      </p:sp>
      <p:sp>
        <p:nvSpPr>
          <p:cNvPr id="100074" name="r3bg"/>
          <p:cNvSpPr/>
          <p:nvPr/>
        </p:nvSpPr>
        <p:spPr>
          <a:xfrm>
            <a:off x="6731000" y="4419600"/>
            <a:ext cx="4292600" cy="1066800"/>
          </a:xfrm>
          <a:prstGeom prst="roundRect">
            <a:avLst/>
          </a:prstGeom>
          <a:solidFill>
            <a:srgbClr val="F7FAFD"/>
          </a:solidFill>
          <a:ln w="9525">
            <a:solidFill>
              <a:srgbClr val="C9D9EA"/>
            </a:solidFill>
          </a:ln>
        </p:spPr>
        <p:txBody>
          <a:bodyPr/>
          <a:lstStyle/>
          <a:p/>
        </p:txBody>
      </p:sp>
      <p:sp>
        <p:nvSpPr>
          <p:cNvPr id="100075" name="r3h"/>
          <p:cNvSpPr txBox="1"/>
          <p:nvPr/>
        </p:nvSpPr>
        <p:spPr>
          <a:xfrm>
            <a:off x="6883400" y="4470400"/>
            <a:ext cx="3987800" cy="304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1400" b="1">
                <a:solidFill>
                  <a:srgbClr val="0E5AA7"/>
                </a:solidFill>
                <a:latin typeface="微软雅黑"/>
                <a:ea typeface="微软雅黑"/>
              </a:rPr>
              <a:t>实验还停在试点</a:t>
            </a:r>
            <a:endParaRPr lang="en-US" sz="1400" b="1">
              <a:solidFill>
                <a:srgbClr val="0E5AA7"/>
              </a:solidFill>
              <a:latin typeface="微软雅黑"/>
              <a:ea typeface="微软雅黑"/>
            </a:endParaRPr>
          </a:p>
        </p:txBody>
      </p:sp>
      <p:sp>
        <p:nvSpPr>
          <p:cNvPr id="100076" name="r3b"/>
          <p:cNvSpPr txBox="1"/>
          <p:nvPr/>
        </p:nvSpPr>
        <p:spPr>
          <a:xfrm>
            <a:off x="6883400" y="4800600"/>
            <a:ext cx="3987800" cy="5842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US" sz="1200">
                <a:solidFill>
                  <a:srgbClr val="1F2937"/>
                </a:solidFill>
                <a:latin typeface="微软雅黑"/>
                <a:ea typeface="微软雅黑"/>
              </a:rPr>
              <a:t>正式敏感性、反向迁移和完整桥接没做完。时序基础模型只有 300 条试点。</a:t>
            </a:r>
            <a:endParaRPr lang="en-US" sz="1200">
              <a:solidFill>
                <a:srgbClr val="1F2937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2159</Words>
  <Application>WPS 演示</Application>
  <PresentationFormat>宽屏</PresentationFormat>
  <Paragraphs>283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2" baseType="lpstr">
      <vt:lpstr>Arial</vt:lpstr>
      <vt:lpstr>宋体</vt:lpstr>
      <vt:lpstr>Wingdings</vt:lpstr>
      <vt:lpstr>Wingdings</vt:lpstr>
      <vt:lpstr>Wingdings</vt:lpstr>
      <vt:lpstr>微软雅黑</vt:lpstr>
      <vt:lpstr>方正雅意黑 GB18030L2</vt:lpstr>
      <vt:lpstr>Times New Roman</vt:lpstr>
      <vt:lpstr>微软雅黑</vt:lpstr>
      <vt:lpstr>苹方-简</vt:lpstr>
      <vt:lpstr>宋体</vt:lpstr>
      <vt:lpstr>汉仪书宋二KW</vt:lpstr>
      <vt:lpstr>Arial Unicode MS</vt:lpstr>
      <vt:lpstr>Times New Roman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edwinnull</cp:lastModifiedBy>
  <cp:revision>171</cp:revision>
  <dcterms:created xsi:type="dcterms:W3CDTF">2026-09-28T09:55:46Z</dcterms:created>
  <dcterms:modified xsi:type="dcterms:W3CDTF">2026-09-28T09:55:46Z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2052-12.1.28496.28496</vt:lpwstr>
  </property>
  <property fmtid="{D5CDD505-2E9C-101B-9397-08002B2CF9AE}" pid="3" name="ICV">
    <vt:lpwstr>AE4FFFACA783C9C49F1BBA6A6CABA7CD_41</vt:lpwstr>
  </property>
  <property fmtid="{D5CDD505-2E9C-101B-9397-08002B2CF9AE}" pid="4" name="OfficeCLI.Version">
    <vt:lpwstr>1.0.151</vt:lpwstr>
  </property>
  <property fmtid="{D5CDD505-2E9C-101B-9397-08002B2CF9AE}" pid="5" name="OfficeCLI.LastModified">
    <vt:lpwstr>2026-09-28T09:01:43Z</vt:lpwstr>
  </property>
</Properties>
</file>